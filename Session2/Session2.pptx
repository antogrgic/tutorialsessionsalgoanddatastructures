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</p:sldMasterIdLst>
  <p:notesMasterIdLst>
    <p:notesMasterId r:id="rId16"/>
  </p:notesMasterIdLst>
  <p:handoutMasterIdLst>
    <p:handoutMasterId r:id="rId17"/>
  </p:handoutMasterIdLst>
  <p:sldIdLst>
    <p:sldId id="346" r:id="rId5"/>
    <p:sldId id="335" r:id="rId6"/>
    <p:sldId id="355" r:id="rId7"/>
    <p:sldId id="365" r:id="rId8"/>
    <p:sldId id="354" r:id="rId9"/>
    <p:sldId id="356" r:id="rId10"/>
    <p:sldId id="362" r:id="rId11"/>
    <p:sldId id="366" r:id="rId12"/>
    <p:sldId id="367" r:id="rId13"/>
    <p:sldId id="363" r:id="rId14"/>
    <p:sldId id="357" r:id="rId15"/>
  </p:sldIdLst>
  <p:sldSz cx="12192000" cy="6858000"/>
  <p:notesSz cx="6858000" cy="9144000"/>
  <p:defaultTextStyle>
    <a:defPPr>
      <a:defRPr lang="de-DE"/>
    </a:defPPr>
    <a:lvl1pPr marL="0" indent="0" algn="l" defTabSz="914400" rtl="0" eaLnBrk="1" latinLnBrk="0" hangingPunct="1">
      <a:lnSpc>
        <a:spcPct val="98000"/>
      </a:lnSpc>
      <a:spcBef>
        <a:spcPts val="0"/>
      </a:spcBef>
      <a:buFont typeface="+mj-lt"/>
      <a:buNone/>
      <a:defRPr sz="1600" kern="1200" spc="-10" baseline="0">
        <a:solidFill>
          <a:schemeClr val="tx1"/>
        </a:solidFill>
        <a:latin typeface="+mn-lt"/>
        <a:ea typeface="+mn-ea"/>
        <a:cs typeface="+mn-cs"/>
      </a:defRPr>
    </a:lvl1pPr>
    <a:lvl2pPr marL="174625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2pPr>
    <a:lvl3pPr marL="360363" indent="-185738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3pPr>
    <a:lvl4pPr marL="534988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4pPr>
    <a:lvl5pPr marL="719138" indent="-184150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5pPr>
    <a:lvl6pPr marL="25146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9718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4290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8862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9152458D-D975-4659-9756-A6BAF0E2F024}">
          <p14:sldIdLst>
            <p14:sldId id="346"/>
            <p14:sldId id="335"/>
            <p14:sldId id="355"/>
            <p14:sldId id="365"/>
            <p14:sldId id="354"/>
            <p14:sldId id="356"/>
            <p14:sldId id="362"/>
            <p14:sldId id="366"/>
            <p14:sldId id="367"/>
            <p14:sldId id="363"/>
            <p14:sldId id="35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8080"/>
    <a:srgbClr val="F7F7F7"/>
    <a:srgbClr val="0028A5"/>
    <a:srgbClr val="FF66FF"/>
    <a:srgbClr val="A4D233"/>
    <a:srgbClr val="FFFFFF"/>
    <a:srgbClr val="F1F3F3"/>
    <a:srgbClr val="E5EAE9"/>
    <a:srgbClr val="E1D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20E951-F767-40FB-8981-BDCADE0C3650}">
  <a:tblStyle styleId="{CA20E951-F767-40FB-8981-BDCADE0C3650}" styleName="UZH Standard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4233" cmpd="sng">
              <a:solidFill>
                <a:schemeClr val="dk1"/>
              </a:solidFill>
            </a:ln>
          </a:bottom>
          <a:insideH>
            <a:ln w="4233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>
        <a:schemeClr val="dk1"/>
      </a:tcTxStyle>
      <a:tcStyle>
        <a:tcBdr/>
        <a:fill>
          <a:noFill/>
        </a:fill>
      </a:tcStyle>
    </a:band1H>
    <a:band2H>
      <a:tcTxStyle>
        <a:schemeClr val="dk1"/>
      </a:tcTxStyle>
      <a:tcStyle>
        <a:tcBdr/>
        <a:fill>
          <a:noFill/>
        </a:fill>
      </a:tcStyle>
    </a:band2H>
    <a:band1V>
      <a:tcTxStyle>
        <a:schemeClr val="dk1"/>
      </a:tcTxStyle>
      <a:tcStyle>
        <a:tcBdr/>
        <a:fill>
          <a:noFill/>
        </a:fill>
      </a:tcStyle>
    </a:band1V>
    <a:band2V>
      <a:tcTxStyle>
        <a:schemeClr val="dk1"/>
      </a:tcTxStyle>
      <a:tcStyle>
        <a:tcBdr/>
        <a:fill>
          <a:noFill/>
        </a:fill>
      </a:tcStyle>
    </a:band2V>
    <a:lastCol>
      <a:tcTxStyle>
        <a:fontRef idx="major"/>
        <a:schemeClr val="dk1"/>
      </a:tcTxStyle>
      <a:tcStyle>
        <a:tcBdr/>
        <a:fill>
          <a:noFill/>
        </a:fill>
      </a:tcStyle>
    </a:lastCol>
    <a:firstCol>
      <a:tcTxStyle>
        <a:fontRef idx="major"/>
        <a:schemeClr val="dk1"/>
      </a:tcTxStyle>
      <a:tcStyle>
        <a:tcBdr/>
        <a:fill>
          <a:noFill/>
        </a:fill>
      </a:tcStyle>
    </a:firstCol>
    <a:lastRow>
      <a:tcTxStyle>
        <a:fontRef idx="major"/>
        <a:schemeClr val="dk1"/>
      </a:tcTxStyle>
      <a:tcStyle>
        <a:tcBdr>
          <a:top>
            <a:ln w="4233" cmpd="sng">
              <a:solidFill>
                <a:schemeClr val="dk1"/>
              </a:solidFill>
            </a:ln>
          </a:top>
          <a:bottom>
            <a:ln w="4233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>
        <a:fontRef idx="major"/>
        <a:schemeClr val="dk1"/>
      </a:tcTxStyle>
      <a:tcStyle>
        <a:tcBdr>
          <a:top>
            <a:ln>
              <a:noFill/>
            </a:ln>
          </a:top>
          <a:bottom>
            <a:ln w="1270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48" autoAdjust="0"/>
    <p:restoredTop sz="94694" autoAdjust="0"/>
  </p:normalViewPr>
  <p:slideViewPr>
    <p:cSldViewPr showGuides="1">
      <p:cViewPr varScale="1">
        <p:scale>
          <a:sx n="75" d="100"/>
          <a:sy n="75" d="100"/>
        </p:scale>
        <p:origin x="801" y="2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2334" y="2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29395"/>
            <a:ext cx="4320480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de-CH" sz="900"/>
              <a:t>Kopfzeilentext</a:t>
            </a:r>
            <a:endParaRPr lang="de-CH" sz="9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37720" y="229395"/>
            <a:ext cx="1243608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EEC665CA-D682-48EC-95D2-126FD6449D65}" type="datetime1">
              <a:rPr lang="de-CH" sz="900" smtClean="0"/>
              <a:t>13.03.2026</a:t>
            </a:fld>
            <a:endParaRPr lang="de-CH" sz="9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6672" y="8489144"/>
            <a:ext cx="4320480" cy="331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de-CH" sz="900"/>
              <a:t>Fusszeilentext</a:t>
            </a:r>
            <a:endParaRPr lang="de-CH" sz="9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137720" y="8489146"/>
            <a:ext cx="1243608" cy="33132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2CEDAA2C-602C-494B-9BFF-F0D7FF14E319}" type="slidenum">
              <a:rPr lang="de-CH" sz="900" smtClean="0"/>
              <a:t>‹#›</a:t>
            </a:fld>
            <a:endParaRPr lang="de-CH" sz="900" dirty="0"/>
          </a:p>
        </p:txBody>
      </p:sp>
    </p:spTree>
    <p:extLst>
      <p:ext uri="{BB962C8B-B14F-4D97-AF65-F5344CB8AC3E}">
        <p14:creationId xmlns:p14="http://schemas.microsoft.com/office/powerpoint/2010/main" val="16250026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6T09:16:34.97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bildplatzhalter 11"/>
          <p:cNvSpPr>
            <a:spLocks noGrp="1" noRot="1" noChangeAspect="1"/>
          </p:cNvSpPr>
          <p:nvPr>
            <p:ph type="sldImg" idx="2"/>
          </p:nvPr>
        </p:nvSpPr>
        <p:spPr>
          <a:xfrm>
            <a:off x="764704" y="899592"/>
            <a:ext cx="5560412" cy="3127732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4"/>
          </p:nvPr>
        </p:nvSpPr>
        <p:spPr>
          <a:xfrm>
            <a:off x="775244" y="8712000"/>
            <a:ext cx="2230428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/>
            </a:lvl1pPr>
          </a:lstStyle>
          <a:p>
            <a:r>
              <a:rPr lang="de-CH" dirty="0"/>
              <a:t>Fusszeilentext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5"/>
          </p:nvPr>
        </p:nvSpPr>
        <p:spPr>
          <a:xfrm>
            <a:off x="5462663" y="8712000"/>
            <a:ext cx="871173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/>
            </a:lvl1pPr>
          </a:lstStyle>
          <a:p>
            <a:fld id="{83C81C81-E364-4366-A610-2DB15FF98538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16" name="Notizenplatzhalter 15"/>
          <p:cNvSpPr>
            <a:spLocks noGrp="1"/>
          </p:cNvSpPr>
          <p:nvPr>
            <p:ph type="body" sz="quarter" idx="3"/>
          </p:nvPr>
        </p:nvSpPr>
        <p:spPr>
          <a:xfrm>
            <a:off x="773424" y="4283968"/>
            <a:ext cx="5560412" cy="424847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7" name="Datumsplatzhalter 16"/>
          <p:cNvSpPr>
            <a:spLocks noGrp="1"/>
          </p:cNvSpPr>
          <p:nvPr>
            <p:ph type="dt" idx="1"/>
          </p:nvPr>
        </p:nvSpPr>
        <p:spPr>
          <a:xfrm>
            <a:off x="4229809" y="425838"/>
            <a:ext cx="2095308" cy="185722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900"/>
            </a:lvl1pPr>
          </a:lstStyle>
          <a:p>
            <a:fld id="{A17AAF7D-4283-4014-80F4-26E915FEACF8}" type="datetime1">
              <a:rPr lang="de-CH" smtClean="0"/>
              <a:t>13.03.2026</a:t>
            </a:fld>
            <a:endParaRPr lang="de-CH" dirty="0"/>
          </a:p>
        </p:txBody>
      </p:sp>
      <p:sp>
        <p:nvSpPr>
          <p:cNvPr id="18" name="Kopfzeilenplatzhalter 17"/>
          <p:cNvSpPr>
            <a:spLocks noGrp="1"/>
          </p:cNvSpPr>
          <p:nvPr>
            <p:ph type="hdr" sz="quarter"/>
          </p:nvPr>
        </p:nvSpPr>
        <p:spPr>
          <a:xfrm>
            <a:off x="764704" y="432000"/>
            <a:ext cx="3249080" cy="17956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900"/>
            </a:lvl1pPr>
          </a:lstStyle>
          <a:p>
            <a:r>
              <a:rPr lang="de-CH"/>
              <a:t>Kopfzeilentext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17097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spcAft>
        <a:spcPts val="60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177800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57188" indent="-17938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34988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720725" indent="-18573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Universitätseinh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80000"/>
            <a:ext cx="11652249" cy="551311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C515E362-FD09-4668-88D0-DD938814C8D5}" type="datetime1">
              <a:rPr lang="en-GB" noProof="0" smtClean="0"/>
              <a:t>13/03/2026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D526C9F-D78C-A1C8-B22D-122736EC2F5E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7B00AE1C-C971-C5C1-1DCB-41F3370C34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000" y="273600"/>
            <a:ext cx="3465505" cy="536400"/>
          </a:xfrm>
        </p:spPr>
        <p:txBody>
          <a:bodyPr anchor="ctr"/>
          <a:lstStyle>
            <a:lvl1pPr>
              <a:lnSpc>
                <a:spcPct val="97000"/>
              </a:lnSpc>
              <a:defRPr sz="1300" spc="-20" baseline="0">
                <a:latin typeface="Source Sans Pro SemiBold" panose="020B0603030403020204" pitchFamily="34" charset="0"/>
              </a:defRPr>
            </a:lvl1pPr>
          </a:lstStyle>
          <a:p>
            <a:pPr lvl="0"/>
            <a:r>
              <a:rPr lang="en-GB" noProof="0" dirty="0" err="1"/>
              <a:t>Organisationseinheit</a:t>
            </a:r>
            <a:endParaRPr lang="en-GB" noProof="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EEBEE38-90C0-68F8-53F6-37ACBFF105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</p:spTree>
    <p:extLst>
      <p:ext uri="{BB962C8B-B14F-4D97-AF65-F5344CB8AC3E}">
        <p14:creationId xmlns:p14="http://schemas.microsoft.com/office/powerpoint/2010/main" val="2970711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78185"/>
            <a:ext cx="11652249" cy="551311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 anchorCtr="0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fld id="{B7827833-B3EB-4D22-BDF4-3587D1185BAB}" type="datetime1">
              <a:rPr lang="en-GB" noProof="0" smtClean="0"/>
              <a:t>13/03/2026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500B2A4-A548-86D9-6FFA-57A63AC10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</p:spTree>
    <p:extLst>
      <p:ext uri="{BB962C8B-B14F-4D97-AF65-F5344CB8AC3E}">
        <p14:creationId xmlns:p14="http://schemas.microsoft.com/office/powerpoint/2010/main" val="389188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80000"/>
            <a:ext cx="11652249" cy="49788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F8C16490-B6B0-45CE-820B-001EE801F293}" type="datetime1">
              <a:rPr lang="en-GB" noProof="0" smtClean="0"/>
              <a:t>13/03/2026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11DA3BE-00CD-1BA7-A6C5-5D9732DE88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000" y="273600"/>
            <a:ext cx="3465505" cy="536400"/>
          </a:xfrm>
        </p:spPr>
        <p:txBody>
          <a:bodyPr anchor="ctr"/>
          <a:lstStyle>
            <a:lvl1pPr>
              <a:lnSpc>
                <a:spcPct val="97000"/>
              </a:lnSpc>
              <a:defRPr sz="1300" spc="-20" baseline="0">
                <a:latin typeface="Source Sans Pro SemiBold" panose="020B0603030403020204" pitchFamily="34" charset="0"/>
              </a:defRPr>
            </a:lvl1pPr>
          </a:lstStyle>
          <a:p>
            <a:pPr lvl="0"/>
            <a:r>
              <a:rPr lang="en-GB" noProof="0" dirty="0" err="1"/>
              <a:t>Organisationseinheit</a:t>
            </a:r>
            <a:endParaRPr lang="en-GB" noProof="0" dirty="0"/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5A04CBAD-2C4F-A402-4949-1283FB197368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22F3AE3-7ACB-2716-808B-C82789FE83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  <p:sp>
        <p:nvSpPr>
          <p:cNvPr id="3" name="Bildplatzhalter 6">
            <a:extLst>
              <a:ext uri="{FF2B5EF4-FFF2-40B4-BE49-F238E27FC236}">
                <a16:creationId xmlns:a16="http://schemas.microsoft.com/office/drawing/2014/main" id="{3E33648C-CA30-D18F-AD19-488B5D38966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710983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A15B553A-D76B-BE50-5229-98B3298F67E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155868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  <p:cxnSp>
        <p:nvCxnSpPr>
          <p:cNvPr id="10" name="Gerader Verbinder 13">
            <a:extLst>
              <a:ext uri="{FF2B5EF4-FFF2-40B4-BE49-F238E27FC236}">
                <a16:creationId xmlns:a16="http://schemas.microsoft.com/office/drawing/2014/main" id="{C8695E30-C682-657A-CE1E-BCDA5B2D888F}"/>
              </a:ext>
            </a:extLst>
          </p:cNvPr>
          <p:cNvCxnSpPr>
            <a:cxnSpLocks/>
          </p:cNvCxnSpPr>
          <p:nvPr userDrawn="1"/>
        </p:nvCxnSpPr>
        <p:spPr>
          <a:xfrm>
            <a:off x="1491966" y="6246812"/>
            <a:ext cx="0" cy="3373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6">
            <a:extLst>
              <a:ext uri="{FF2B5EF4-FFF2-40B4-BE49-F238E27FC236}">
                <a16:creationId xmlns:a16="http://schemas.microsoft.com/office/drawing/2014/main" id="{D97721AF-771D-3772-A516-40C8BD5539BE}"/>
              </a:ext>
            </a:extLst>
          </p:cNvPr>
          <p:cNvCxnSpPr>
            <a:cxnSpLocks/>
          </p:cNvCxnSpPr>
          <p:nvPr userDrawn="1"/>
        </p:nvCxnSpPr>
        <p:spPr>
          <a:xfrm>
            <a:off x="2951746" y="6246812"/>
            <a:ext cx="0" cy="3373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B7E424F3-B19E-8930-52AC-A85E22C10F2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66098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87215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273378"/>
            <a:ext cx="11652249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9B43C91-F0D8-4D10-AD7C-80106A87C29F}" type="datetime1">
              <a:rPr lang="en-GB" noProof="0" smtClean="0"/>
              <a:t>13/03/2026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Textplatzhalter 4">
            <a:extLst>
              <a:ext uri="{FF2B5EF4-FFF2-40B4-BE49-F238E27FC236}">
                <a16:creationId xmlns:a16="http://schemas.microsoft.com/office/drawing/2014/main" id="{48EC57F8-2FF9-F2DC-C053-E44A7DBF4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1209675"/>
            <a:ext cx="1983799" cy="1308143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2400" b="1"/>
            </a:lvl1pPr>
            <a:lvl2pPr marL="0" indent="0">
              <a:lnSpc>
                <a:spcPct val="103000"/>
              </a:lnSpc>
              <a:spcBef>
                <a:spcPts val="0"/>
              </a:spcBef>
              <a:buFontTx/>
              <a:buNone/>
              <a:defRPr sz="1600" b="0"/>
            </a:lvl2pPr>
            <a:lvl3pPr>
              <a:lnSpc>
                <a:spcPct val="83000"/>
              </a:lnSpc>
              <a:defRPr sz="4700" b="1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Insert text</a:t>
            </a:r>
          </a:p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3775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4">
            <a:extLst>
              <a:ext uri="{FF2B5EF4-FFF2-40B4-BE49-F238E27FC236}">
                <a16:creationId xmlns:a16="http://schemas.microsoft.com/office/drawing/2014/main" id="{62E6E148-5F7E-6A90-F5E7-CAF43EF2FF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9875" y="866775"/>
            <a:ext cx="11652249" cy="5150546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20089-3297-4BE2-B75D-7802F1A971AD}" type="datetime1">
              <a:rPr lang="en-GB" noProof="0" smtClean="0"/>
              <a:t>13/03/2026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  <p:sp>
        <p:nvSpPr>
          <p:cNvPr id="3" name="Textplatzhalter 4">
            <a:extLst>
              <a:ext uri="{FF2B5EF4-FFF2-40B4-BE49-F238E27FC236}">
                <a16:creationId xmlns:a16="http://schemas.microsoft.com/office/drawing/2014/main" id="{7737E4CB-5032-63D9-B015-478DD21B13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4154437"/>
            <a:ext cx="1389084" cy="949904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2400" b="1"/>
            </a:lvl1pPr>
            <a:lvl2pPr marL="0" indent="0">
              <a:lnSpc>
                <a:spcPct val="103000"/>
              </a:lnSpc>
              <a:spcBef>
                <a:spcPts val="0"/>
              </a:spcBef>
              <a:buFontTx/>
              <a:buNone/>
              <a:defRPr sz="1600" b="0"/>
            </a:lvl2pPr>
            <a:lvl3pPr>
              <a:lnSpc>
                <a:spcPct val="83000"/>
              </a:lnSpc>
              <a:defRPr sz="4700" b="1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1"/>
            <a:r>
              <a:rPr lang="en-GB" noProof="0" dirty="0"/>
              <a:t>Insert text</a:t>
            </a:r>
          </a:p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77703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289224"/>
            <a:ext cx="11650663" cy="5935364"/>
          </a:xfrm>
          <a:solidFill>
            <a:schemeClr val="accent1"/>
          </a:solidFill>
        </p:spPr>
        <p:txBody>
          <a:bodyPr tIns="324000" rIns="0" anchor="t"/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50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174625" indent="-174625" algn="r">
              <a:buFont typeface="Source Sans Pro" panose="020B0503030403020204" pitchFamily="34" charset="0"/>
              <a:buChar char="―"/>
              <a:defRPr/>
            </a:lvl2pPr>
            <a:lvl3pPr marL="360363" indent="-185738" algn="r">
              <a:buFont typeface="Source Sans Pro" panose="020B0503030403020204" pitchFamily="34" charset="0"/>
              <a:buChar char="―"/>
              <a:defRPr/>
            </a:lvl3pPr>
            <a:lvl4pPr marL="534988" indent="-174625" algn="r">
              <a:buFont typeface="Source Sans Pro" panose="020B0503030403020204" pitchFamily="34" charset="0"/>
              <a:buChar char="―"/>
              <a:defRPr/>
            </a:lvl4pPr>
            <a:lvl5pPr marL="719138" indent="-184150" algn="r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de-CH" dirty="0"/>
              <a:t>0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65245-EA34-4D3A-B244-6B1F8D9D1BFC}" type="datetime1">
              <a:rPr lang="en-GB" smtClean="0"/>
              <a:t>13/03/2026</a:t>
            </a:fld>
            <a:endParaRPr lang="de-CH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Grgic Anto</a:t>
            </a:r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71409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70744"/>
            <a:ext cx="11650663" cy="51505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52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46893-FD8B-47A3-B1A8-FB4C75AB05E7}" type="datetime1">
              <a:rPr lang="en-GB" noProof="0" smtClean="0"/>
              <a:t>13/03/2026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1289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79570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66774"/>
            <a:ext cx="9324000" cy="4816476"/>
          </a:xfrm>
        </p:spPr>
        <p:txBody>
          <a:bodyPr anchor="ctr"/>
          <a:lstStyle>
            <a:lvl1pPr>
              <a:lnSpc>
                <a:spcPct val="97000"/>
              </a:lnSpc>
              <a:spcBef>
                <a:spcPts val="0"/>
              </a:spcBef>
              <a:defRPr sz="3000"/>
            </a:lvl1pPr>
            <a:lvl2pPr>
              <a:lnSpc>
                <a:spcPct val="97000"/>
              </a:lnSpc>
              <a:spcBef>
                <a:spcPts val="1000"/>
              </a:spcBef>
              <a:defRPr sz="3000"/>
            </a:lvl2pPr>
            <a:lvl3pPr>
              <a:lnSpc>
                <a:spcPct val="97000"/>
              </a:lnSpc>
              <a:spcBef>
                <a:spcPts val="1000"/>
              </a:spcBef>
              <a:defRPr sz="3000"/>
            </a:lvl3pPr>
            <a:lvl4pPr>
              <a:lnSpc>
                <a:spcPct val="97000"/>
              </a:lnSpc>
              <a:spcBef>
                <a:spcPts val="1000"/>
              </a:spcBef>
              <a:defRPr sz="3000"/>
            </a:lvl4pPr>
            <a:lvl5pPr>
              <a:lnSpc>
                <a:spcPct val="97000"/>
              </a:lnSpc>
              <a:spcBef>
                <a:spcPts val="1000"/>
              </a:spcBef>
              <a:defRPr sz="3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17B6A-5CC5-4D65-8051-2CD5B188935C}" type="datetime1">
              <a:rPr lang="en-GB" noProof="0" smtClean="0"/>
              <a:t>13/03/2026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62266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5722937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271463" y="866774"/>
            <a:ext cx="5722937" cy="5133447"/>
          </a:xfrm>
        </p:spPr>
        <p:txBody>
          <a:bodyPr/>
          <a:lstStyle>
            <a:lvl1pPr>
              <a:defRPr sz="16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6751F-4954-4452-BFF4-12ED94DF4FA2}" type="datetime1">
              <a:rPr lang="en-GB" noProof="0" smtClean="0"/>
              <a:t>13/03/2026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42888"/>
            <a:ext cx="5722937" cy="5981700"/>
          </a:xfrm>
        </p:spPr>
        <p:txBody>
          <a:bodyPr/>
          <a:lstStyle>
            <a:lvl1pPr>
              <a:defRPr sz="16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958C9C6E-122D-B369-EB0B-2386BA817C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9875" y="6000221"/>
            <a:ext cx="5722937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3318625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32DB27F-F071-4A95-9EEE-5C5CBF64EE26}" type="datetime1">
              <a:rPr lang="en-GB" noProof="0" smtClean="0"/>
              <a:t>13/03/2026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1462" y="1371600"/>
            <a:ext cx="5724000" cy="4628621"/>
          </a:xfrm>
        </p:spPr>
        <p:txBody>
          <a:bodyPr/>
          <a:lstStyle>
            <a:lvl1pPr>
              <a:spcAft>
                <a:spcPts val="0"/>
              </a:spcAft>
              <a:defRPr sz="16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defRPr sz="16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defRPr sz="1600"/>
            </a:lvl3pPr>
            <a:lvl4pPr marL="1090800" indent="-226800">
              <a:spcBef>
                <a:spcPts val="1000"/>
              </a:spcBef>
              <a:spcAft>
                <a:spcPts val="0"/>
              </a:spcAft>
              <a:defRPr sz="1600"/>
            </a:lvl4pPr>
            <a:lvl5pPr marL="1522800" indent="-342000">
              <a:spcBef>
                <a:spcPts val="1000"/>
              </a:spcBef>
              <a:spcAft>
                <a:spcPts val="0"/>
              </a:spcAft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00221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1697817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Inhalte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80781FC-1424-4209-8A6E-9A2144BB4E72}" type="datetime1">
              <a:rPr lang="en-GB" noProof="0" smtClean="0"/>
              <a:t>13/03/2026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D08B5C7-0B72-0F94-738C-A9B735A2519D}"/>
              </a:ext>
            </a:extLst>
          </p:cNvPr>
          <p:cNvCxnSpPr>
            <a:cxnSpLocks/>
          </p:cNvCxnSpPr>
          <p:nvPr userDrawn="1"/>
        </p:nvCxnSpPr>
        <p:spPr>
          <a:xfrm>
            <a:off x="273050" y="515507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6987E16-61C3-F16E-EBD2-164E17176CF4}"/>
              </a:ext>
            </a:extLst>
          </p:cNvPr>
          <p:cNvCxnSpPr>
            <a:cxnSpLocks/>
          </p:cNvCxnSpPr>
          <p:nvPr userDrawn="1"/>
        </p:nvCxnSpPr>
        <p:spPr>
          <a:xfrm>
            <a:off x="3228366" y="51550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B7071907-BBD2-40D4-55E0-1E83C4F6D6BC}"/>
              </a:ext>
            </a:extLst>
          </p:cNvPr>
          <p:cNvCxnSpPr>
            <a:cxnSpLocks/>
          </p:cNvCxnSpPr>
          <p:nvPr userDrawn="1"/>
        </p:nvCxnSpPr>
        <p:spPr>
          <a:xfrm>
            <a:off x="3233129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2CE74047-F734-D6A9-08E0-D291395944F0}"/>
              </a:ext>
            </a:extLst>
          </p:cNvPr>
          <p:cNvCxnSpPr>
            <a:cxnSpLocks/>
          </p:cNvCxnSpPr>
          <p:nvPr userDrawn="1"/>
        </p:nvCxnSpPr>
        <p:spPr>
          <a:xfrm>
            <a:off x="276265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5E45E1AF-C792-F20E-F289-890F955A6D57}"/>
              </a:ext>
            </a:extLst>
          </p:cNvPr>
          <p:cNvCxnSpPr>
            <a:cxnSpLocks/>
          </p:cNvCxnSpPr>
          <p:nvPr userDrawn="1"/>
        </p:nvCxnSpPr>
        <p:spPr>
          <a:xfrm>
            <a:off x="273449" y="172635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98DB0037-139C-0385-E03A-306D5169233B}"/>
              </a:ext>
            </a:extLst>
          </p:cNvPr>
          <p:cNvCxnSpPr>
            <a:cxnSpLocks/>
          </p:cNvCxnSpPr>
          <p:nvPr userDrawn="1"/>
        </p:nvCxnSpPr>
        <p:spPr>
          <a:xfrm>
            <a:off x="3230961" y="1721590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platzhalter 27">
            <a:extLst>
              <a:ext uri="{FF2B5EF4-FFF2-40B4-BE49-F238E27FC236}">
                <a16:creationId xmlns:a16="http://schemas.microsoft.com/office/drawing/2014/main" id="{30017B53-05EC-3989-249C-664AD90907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30670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7" name="Textplatzhalter 27">
            <a:extLst>
              <a:ext uri="{FF2B5EF4-FFF2-40B4-BE49-F238E27FC236}">
                <a16:creationId xmlns:a16="http://schemas.microsoft.com/office/drawing/2014/main" id="{714803E2-4C7F-CFE5-7B57-C3F213A3403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3050" y="531018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8" name="Textplatzhalter 27">
            <a:extLst>
              <a:ext uri="{FF2B5EF4-FFF2-40B4-BE49-F238E27FC236}">
                <a16:creationId xmlns:a16="http://schemas.microsoft.com/office/drawing/2014/main" id="{9C152131-ED74-0F59-B477-F10CE617C44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2838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1" name="Textplatzhalter 27">
            <a:extLst>
              <a:ext uri="{FF2B5EF4-FFF2-40B4-BE49-F238E27FC236}">
                <a16:creationId xmlns:a16="http://schemas.microsoft.com/office/drawing/2014/main" id="{1182E294-3DAE-8397-D78D-AE19E051369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8075" y="53101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2" name="Textplatzhalter 27">
            <a:extLst>
              <a:ext uri="{FF2B5EF4-FFF2-40B4-BE49-F238E27FC236}">
                <a16:creationId xmlns:a16="http://schemas.microsoft.com/office/drawing/2014/main" id="{F8CA09C2-6A74-C429-81F0-F2CA0C0A8B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8366" y="44043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3" name="Textplatzhalter 27">
            <a:extLst>
              <a:ext uri="{FF2B5EF4-FFF2-40B4-BE49-F238E27FC236}">
                <a16:creationId xmlns:a16="http://schemas.microsoft.com/office/drawing/2014/main" id="{79EF64BE-BAA5-7A03-2892-71B58B0FA7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3050" y="440436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B37CF961-4AA4-3E2D-1EEC-751B07F74E7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5" name="Textplatzhalter 27">
            <a:extLst>
              <a:ext uri="{FF2B5EF4-FFF2-40B4-BE49-F238E27FC236}">
                <a16:creationId xmlns:a16="http://schemas.microsoft.com/office/drawing/2014/main" id="{A75866BD-D0AA-3041-796D-1EB9B1F3A8A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3128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6" name="Textplatzhalter 27">
            <a:extLst>
              <a:ext uri="{FF2B5EF4-FFF2-40B4-BE49-F238E27FC236}">
                <a16:creationId xmlns:a16="http://schemas.microsoft.com/office/drawing/2014/main" id="{348CBF73-5164-67ED-100D-52F0577F0D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8" name="Textplatzhalter 27">
            <a:extLst>
              <a:ext uri="{FF2B5EF4-FFF2-40B4-BE49-F238E27FC236}">
                <a16:creationId xmlns:a16="http://schemas.microsoft.com/office/drawing/2014/main" id="{E413BFB1-BE2B-5698-D056-CFFE93D63A5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3448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9" name="Textplatzhalter 27">
            <a:extLst>
              <a:ext uri="{FF2B5EF4-FFF2-40B4-BE49-F238E27FC236}">
                <a16:creationId xmlns:a16="http://schemas.microsoft.com/office/drawing/2014/main" id="{A6AD1D29-4F20-7C67-177C-5F66137D5C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3448" y="9756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A60B2A3C-D051-ADD5-9279-F6C77B9515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0960" y="9708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2648628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F39C5B1-C2A0-4DDD-92D8-000840688964}" type="datetime1">
              <a:rPr lang="en-GB" noProof="0" smtClean="0"/>
              <a:t>13/03/2026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273378"/>
            <a:ext cx="5724000" cy="560164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88400" y="866774"/>
            <a:ext cx="5724000" cy="5357813"/>
          </a:xfrm>
        </p:spPr>
        <p:txBody>
          <a:bodyPr/>
          <a:lstStyle>
            <a:lvl1pPr>
              <a:spcAft>
                <a:spcPts val="0"/>
              </a:spcAft>
              <a:defRPr sz="16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3pPr>
            <a:lvl4pPr marL="101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400" y="244800"/>
            <a:ext cx="5723999" cy="519436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DABC8980-79BC-7792-05E5-871BA6059E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9875" y="6029325"/>
            <a:ext cx="5724525" cy="195263"/>
          </a:xfrm>
        </p:spPr>
        <p:txBody>
          <a:bodyPr anchor="b"/>
          <a:lstStyle>
            <a:lvl1pPr>
              <a:defRPr sz="1000" b="1"/>
            </a:lvl1pPr>
            <a:lvl2pPr>
              <a:defRPr sz="1000" b="1"/>
            </a:lvl2pPr>
            <a:lvl3pPr>
              <a:defRPr sz="100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en-GB" noProof="0" dirty="0"/>
              <a:t>Insert caption</a:t>
            </a:r>
          </a:p>
        </p:txBody>
      </p:sp>
    </p:spTree>
    <p:extLst>
      <p:ext uri="{BB962C8B-B14F-4D97-AF65-F5344CB8AC3E}">
        <p14:creationId xmlns:p14="http://schemas.microsoft.com/office/powerpoint/2010/main" val="2774246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, drei Flächen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4">
            <a:extLst>
              <a:ext uri="{FF2B5EF4-FFF2-40B4-BE49-F238E27FC236}">
                <a16:creationId xmlns:a16="http://schemas.microsoft.com/office/drawing/2014/main" id="{5A065272-38F7-A074-824D-FD6B0FAB5CA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866774"/>
            <a:ext cx="5724000" cy="535781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11648525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FE4C3-9C6E-4FD5-958F-990E93D47FB5}" type="datetime1">
              <a:rPr lang="en-GB" noProof="0" smtClean="0"/>
              <a:t>13/03/2026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602800"/>
            <a:ext cx="5722937" cy="3621787"/>
          </a:xfrm>
        </p:spPr>
        <p:txBody>
          <a:bodyPr/>
          <a:lstStyle>
            <a:lvl1pPr>
              <a:spcBef>
                <a:spcPts val="1000"/>
              </a:spcBef>
              <a:defRPr sz="1600"/>
            </a:lvl1pPr>
            <a:lvl2pPr marL="226800" indent="-226800">
              <a:spcBef>
                <a:spcPts val="0"/>
              </a:spcBef>
              <a:defRPr sz="1600"/>
            </a:lvl2pPr>
            <a:lvl3pPr marL="658800" indent="-226800">
              <a:spcBef>
                <a:spcPts val="0"/>
              </a:spcBef>
              <a:defRPr sz="1600"/>
            </a:lvl3pPr>
            <a:lvl4pPr marL="1090800" indent="-226800">
              <a:spcBef>
                <a:spcPts val="0"/>
              </a:spcBef>
              <a:defRPr sz="1600"/>
            </a:lvl4pPr>
            <a:lvl5pPr marL="1522800" indent="-226800">
              <a:spcBef>
                <a:spcPts val="0"/>
              </a:spcBef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5C25F038-C59A-91D3-5738-FA2D715B1D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8287" y="4738688"/>
            <a:ext cx="4734000" cy="1155600"/>
          </a:xfrm>
          <a:solidFill>
            <a:schemeClr val="bg1"/>
          </a:solidFill>
        </p:spPr>
        <p:txBody>
          <a:bodyPr lIns="180000" anchor="ctr"/>
          <a:lstStyle>
            <a:lvl1pPr>
              <a:lnSpc>
                <a:spcPct val="98000"/>
              </a:lnSpc>
              <a:defRPr sz="2400" b="0"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BFFCDAC-C838-ADD4-2284-837AC0DB7D32}"/>
              </a:ext>
            </a:extLst>
          </p:cNvPr>
          <p:cNvSpPr>
            <a:spLocks/>
          </p:cNvSpPr>
          <p:nvPr userDrawn="1"/>
        </p:nvSpPr>
        <p:spPr>
          <a:xfrm>
            <a:off x="6179816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5D52F735-79F5-3F42-160A-B27CDCC6ECBC}"/>
              </a:ext>
            </a:extLst>
          </p:cNvPr>
          <p:cNvCxnSpPr>
            <a:cxnSpLocks/>
          </p:cNvCxnSpPr>
          <p:nvPr userDrawn="1"/>
        </p:nvCxnSpPr>
        <p:spPr>
          <a:xfrm>
            <a:off x="6357417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5E8ED3B-58AB-278E-8FA6-54B5367691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79816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50E60B21-008A-2B6B-00EE-55A0A5704EC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79816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AB97A8F-A31B-71A8-6F59-6CF07FEC341B}"/>
              </a:ext>
            </a:extLst>
          </p:cNvPr>
          <p:cNvSpPr>
            <a:spLocks/>
          </p:cNvSpPr>
          <p:nvPr userDrawn="1"/>
        </p:nvSpPr>
        <p:spPr>
          <a:xfrm>
            <a:off x="8161200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20494D9F-526C-2E69-E603-70C47570B76A}"/>
              </a:ext>
            </a:extLst>
          </p:cNvPr>
          <p:cNvCxnSpPr>
            <a:cxnSpLocks/>
          </p:cNvCxnSpPr>
          <p:nvPr userDrawn="1"/>
        </p:nvCxnSpPr>
        <p:spPr>
          <a:xfrm>
            <a:off x="8350014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platzhalter 12">
            <a:extLst>
              <a:ext uri="{FF2B5EF4-FFF2-40B4-BE49-F238E27FC236}">
                <a16:creationId xmlns:a16="http://schemas.microsoft.com/office/drawing/2014/main" id="{CD54ACCC-E2D7-61F6-43F8-B08BB0DF890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61200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AE30B499-759C-236B-6D1C-6BCA6F207D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61200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2C39869D-3DD1-49E4-9B99-D5ADADC37626}"/>
              </a:ext>
            </a:extLst>
          </p:cNvPr>
          <p:cNvSpPr>
            <a:spLocks/>
          </p:cNvSpPr>
          <p:nvPr userDrawn="1"/>
        </p:nvSpPr>
        <p:spPr>
          <a:xfrm>
            <a:off x="10130400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DC74D9E1-33AE-B3A6-62C5-702A8706EDCA}"/>
              </a:ext>
            </a:extLst>
          </p:cNvPr>
          <p:cNvCxnSpPr>
            <a:cxnSpLocks/>
          </p:cNvCxnSpPr>
          <p:nvPr userDrawn="1"/>
        </p:nvCxnSpPr>
        <p:spPr>
          <a:xfrm>
            <a:off x="10319214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21172486-FB2A-0D37-20BD-766B69EC164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130400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1" name="Textplatzhalter 12">
            <a:extLst>
              <a:ext uri="{FF2B5EF4-FFF2-40B4-BE49-F238E27FC236}">
                <a16:creationId xmlns:a16="http://schemas.microsoft.com/office/drawing/2014/main" id="{A5D721FD-5C54-2030-F7DF-99F78870D3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130400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4425256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5F690C5-E137-4007-8D4D-76228B1F67DB}" type="datetime1">
              <a:rPr lang="en-GB" noProof="0" smtClean="0"/>
              <a:t>13/03/2026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Grgic Anto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777660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7AA47-EF2E-46FA-9B55-BB5AE14DC90C}" type="datetime1">
              <a:rPr lang="en-GB" noProof="0" smtClean="0"/>
              <a:t>13/03/2026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908720"/>
            <a:ext cx="7701073" cy="531586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79B29A34-DB3C-6631-0D19-C1C5DF5EA28A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53538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14205440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45A84FF-55FD-4307-A84C-1706BE180F7F}" type="datetime1">
              <a:rPr lang="en-GB" noProof="0" smtClean="0"/>
              <a:t>13/03/2026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5353844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5353844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53538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5713388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0507E7-22DC-4FF9-A96B-4B72D63E2C34}" type="datetime1">
              <a:rPr lang="en-GB" noProof="0" smtClean="0"/>
              <a:t>13/03/2026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7210839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19E2C6A-27AF-44E0-BCA7-589AA25EC4BE}" type="datetime1">
              <a:rPr lang="en-GB" noProof="0" smtClean="0"/>
              <a:t>13/03/2026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Grgic Anto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620069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0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BFC6-1E20-4BFB-AA94-CA2B6A0C001C}" type="datetime1">
              <a:rPr lang="en-GB" noProof="0" smtClean="0"/>
              <a:t>13/03/2026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0379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2115A716-7F0D-6001-BBDA-1C1AF55BDEB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28587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ADAF9B2C-8583-6129-0978-4CC7CC294B4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7506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5E0F70B3-FE43-EB4F-1A26-27C37577C87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85714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D8C6563C-12FB-DB8B-2352-BC6B519F354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94633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B4039616-C526-8550-70B5-FB949E593989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142840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51759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9304700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eben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81300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6F8EB-C510-46A4-AC06-3410590A9997}" type="datetime1">
              <a:rPr lang="en-GB" noProof="0" smtClean="0"/>
              <a:t>13/03/2026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0378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F20D1239-AC10-7CF3-7460-F409E82CBCF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35845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63E66951-4F0B-CBC1-A3F3-06E36980367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4923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B22D8516-82BF-C968-B99F-F2C48726086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90390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CC380BDB-57AA-395C-97C5-32258AD422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89468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AB12B8A9-2E40-004F-7D4B-DC830830213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144936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E8E60EDF-84BC-50DF-DF1D-12535BD165E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44014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271646C3-68B0-05A8-5C65-22D55CE4808F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270797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EC544524-67DF-E44E-A80D-DEF20D907A8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69875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E052A1FF-3C1D-18C9-FF8C-91D41AD5E46F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3225342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31" name="Bildplatzhalter 4">
            <a:extLst>
              <a:ext uri="{FF2B5EF4-FFF2-40B4-BE49-F238E27FC236}">
                <a16:creationId xmlns:a16="http://schemas.microsoft.com/office/drawing/2014/main" id="{CA8F6A59-A25E-5F43-6AC1-01A66F711A9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224420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704FB434-2B9A-C168-61EC-9AE6DBA6CE72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179887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33" name="Bildplatzhalter 4">
            <a:extLst>
              <a:ext uri="{FF2B5EF4-FFF2-40B4-BE49-F238E27FC236}">
                <a16:creationId xmlns:a16="http://schemas.microsoft.com/office/drawing/2014/main" id="{1D1811AD-FBE2-BBD0-4B34-A096DE429FE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78965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181047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0AAB7-925B-4FF0-9C4C-ED84A2794D7B}" type="datetime1">
              <a:rPr lang="en-GB" noProof="0" smtClean="0"/>
              <a:t>13/03/2026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69875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187440" y="1088740"/>
            <a:ext cx="5734685" cy="4287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80664E-DD47-F588-9AC5-7EF892BCCD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9875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F131E8F-F030-F634-B58C-C4083E313D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241952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CDDB8DD-2426-6FE0-DFEE-6DE9A58F07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41952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983435DF-10F7-65D6-87B3-02DB8987199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16411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C75924EC-5119-BC69-FAE4-4C5FAF979D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16411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8DBCB22B-C5B8-EE52-8843-F6E9148516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9A2A0FF-0E7C-DA80-3753-010625EC477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241952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CCD0893B-0A26-A40A-4BEC-E9688A497FA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16411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01C616E-CDC8-43AA-E3EA-1068A02735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4033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329A2272-896A-882E-5158-C54F5F68FD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41952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2522235C-97A4-2633-577F-C6E62223B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16411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8" name="Textplatzhalter 7">
            <a:extLst>
              <a:ext uri="{FF2B5EF4-FFF2-40B4-BE49-F238E27FC236}">
                <a16:creationId xmlns:a16="http://schemas.microsoft.com/office/drawing/2014/main" id="{31240D61-DAE3-BD06-237A-C12594445A3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0869" y="5508398"/>
            <a:ext cx="5734685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Team</a:t>
            </a:r>
          </a:p>
        </p:txBody>
      </p:sp>
    </p:spTree>
    <p:extLst>
      <p:ext uri="{BB962C8B-B14F-4D97-AF65-F5344CB8AC3E}">
        <p14:creationId xmlns:p14="http://schemas.microsoft.com/office/powerpoint/2010/main" val="41726659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o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6DD47-B5A0-4950-A19A-43F01AC30E13}" type="datetime1">
              <a:rPr lang="en-GB" noProof="0" smtClean="0"/>
              <a:t>13/03/2026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82789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1088740"/>
            <a:ext cx="5734685" cy="496916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80664E-DD47-F588-9AC5-7EF892BCCD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82789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F131E8F-F030-F634-B58C-C4083E313D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154866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CDDB8DD-2426-6FE0-DFEE-6DE9A58F07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4866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983435DF-10F7-65D6-87B3-02DB8987199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129325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C75924EC-5119-BC69-FAE4-4C5FAF979D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129325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8DBCB22B-C5B8-EE52-8843-F6E9148516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82789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9A2A0FF-0E7C-DA80-3753-010625EC477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54866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CCD0893B-0A26-A40A-4BEC-E9688A497FA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129325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01C616E-CDC8-43AA-E3EA-1068A02735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86947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329A2272-896A-882E-5158-C54F5F68FD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54866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2522235C-97A4-2633-577F-C6E62223B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29325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7620271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ud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7C6AB-D72C-4DB2-B412-E0727C77E8DE}" type="datetime1">
              <a:rPr lang="en-GB" noProof="0" smtClean="0"/>
              <a:t>13/03/2026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866775"/>
            <a:ext cx="7688373" cy="536257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FFC20296-E86A-3879-BD39-9F30E331947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48638" y="866775"/>
            <a:ext cx="3768835" cy="18715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64B2AD41-4DD5-6051-D34F-CA90E2343F5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48638" y="2938463"/>
            <a:ext cx="3768835" cy="293880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D10D92F6-CEED-9778-52E5-5789FA1E21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4000" y="6013950"/>
            <a:ext cx="3768835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Quelle </a:t>
            </a:r>
            <a:r>
              <a:rPr lang="en-GB" noProof="0" dirty="0" err="1"/>
              <a:t>hinzufügen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930016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Texte mit 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08F40-4162-43B2-8892-FE05E38730A8}" type="datetime1">
              <a:rPr lang="en-GB" noProof="0" smtClean="0"/>
              <a:t>13/03/2026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56522" y="876298"/>
            <a:ext cx="3765601" cy="5353052"/>
          </a:xfrm>
          <a:noFill/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19B00308-6650-D1AB-F5C5-991F60192BF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69877" y="876299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9" name="Inhaltsplatzhalter 10">
            <a:extLst>
              <a:ext uri="{FF2B5EF4-FFF2-40B4-BE49-F238E27FC236}">
                <a16:creationId xmlns:a16="http://schemas.microsoft.com/office/drawing/2014/main" id="{64747F6A-D136-3EFB-6E19-6A385022B99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13200" y="876298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Inhaltsplatzhalter 10">
            <a:extLst>
              <a:ext uri="{FF2B5EF4-FFF2-40B4-BE49-F238E27FC236}">
                <a16:creationId xmlns:a16="http://schemas.microsoft.com/office/drawing/2014/main" id="{B3A42B55-571E-7D35-8A1D-2EE06F2B25D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71068" y="2764546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45D49E17-FFEA-350F-4AF4-82760A288C5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214391" y="2764545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10">
            <a:extLst>
              <a:ext uri="{FF2B5EF4-FFF2-40B4-BE49-F238E27FC236}">
                <a16:creationId xmlns:a16="http://schemas.microsoft.com/office/drawing/2014/main" id="{02C0735D-E433-CC9E-BA2C-CE7019E863A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67953" y="4647380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4" name="Inhaltsplatzhalter 10">
            <a:extLst>
              <a:ext uri="{FF2B5EF4-FFF2-40B4-BE49-F238E27FC236}">
                <a16:creationId xmlns:a16="http://schemas.microsoft.com/office/drawing/2014/main" id="{57EE092B-F3B3-A0AB-6AF8-3C6F16032461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211276" y="4647379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16602253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ünf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2" y="244800"/>
            <a:ext cx="576000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122E3-8667-4CBC-89DA-665A2A12A766}" type="datetime1">
              <a:rPr lang="en-GB" noProof="0" smtClean="0"/>
              <a:t>13/03/2026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3716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264568" y="1371600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6BDEB48F-A5F4-E47E-A6CF-964F1398E89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9875" y="3105944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Bildplatzhalter 4">
            <a:extLst>
              <a:ext uri="{FF2B5EF4-FFF2-40B4-BE49-F238E27FC236}">
                <a16:creationId xmlns:a16="http://schemas.microsoft.com/office/drawing/2014/main" id="{4D8633B6-F883-1298-E515-91B31B28E3A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4840288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Bildplatzhalter 4">
            <a:extLst>
              <a:ext uri="{FF2B5EF4-FFF2-40B4-BE49-F238E27FC236}">
                <a16:creationId xmlns:a16="http://schemas.microsoft.com/office/drawing/2014/main" id="{0ED7E5AD-E183-82CD-F090-884A82A4B96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80532" y="13716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560DE703-9043-4D96-9589-6AB1C926574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180532" y="3105944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5B7962-C9CE-24B7-343C-9D504EEF1ADA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2264568" y="3105944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DFF4B996-5BF2-362E-6F3C-0472752C4919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2264568" y="4840288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23CD5622-E8DA-D57A-1F36-A80A2A8ACA69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8184232" y="3105944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60987D4F-9295-E825-B64B-CE16F9CC37E4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8184232" y="1371600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3898624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un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576000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1CAA3-0E26-4D77-9861-DAEB699CEE1D}" type="datetime1">
              <a:rPr lang="en-GB" noProof="0" smtClean="0"/>
              <a:t>13/03/2026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1254919" y="158626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622633EA-CE0F-D311-E9F8-E4FF04D03BC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6936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B2222D7F-5144-753F-7AF0-A8D709992A99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1254919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03285094-5EB7-BA03-462D-65224736565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6936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42C14EDF-15BE-41CE-9D5E-3D50F6B67AB4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1254919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DAC93A43-12FF-3F6B-DA7A-A04D2ECA735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02236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A696B000-854E-5397-BD25-46F024ACF0B6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5195900" y="158626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55C6D27-9F7F-A193-A31F-2412FB8334A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202236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80A26B48-243C-9DD6-BDC2-FE40212B1AAE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5195900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0E647CD5-DA5F-6055-1889-45FC8EA8E3A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02236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FFA660F0-3C7A-4C52-196B-D1FC1C4E12F1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5195900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2" name="Bildplatzhalter 4">
            <a:extLst>
              <a:ext uri="{FF2B5EF4-FFF2-40B4-BE49-F238E27FC236}">
                <a16:creationId xmlns:a16="http://schemas.microsoft.com/office/drawing/2014/main" id="{9AE88E45-2228-3BAB-B328-25AE00C8692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148811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8D6A0681-D929-2BA4-D3F8-B3541A94FD81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9136793" y="1586260"/>
            <a:ext cx="2785331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4" name="Bildplatzhalter 4">
            <a:extLst>
              <a:ext uri="{FF2B5EF4-FFF2-40B4-BE49-F238E27FC236}">
                <a16:creationId xmlns:a16="http://schemas.microsoft.com/office/drawing/2014/main" id="{8D809E36-7256-6CC2-0F4B-23E42C6B142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148811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FF8DEA4B-FE27-8A9E-FBBB-04944A377343}"/>
              </a:ext>
            </a:extLst>
          </p:cNvPr>
          <p:cNvSpPr>
            <a:spLocks noGrp="1"/>
          </p:cNvSpPr>
          <p:nvPr>
            <p:ph idx="39" hasCustomPrompt="1"/>
          </p:nvPr>
        </p:nvSpPr>
        <p:spPr>
          <a:xfrm>
            <a:off x="9136794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5AC54CE7-1DE9-FCC9-D36F-326C1CC978F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148811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7" name="Inhaltsplatzhalter 2">
            <a:extLst>
              <a:ext uri="{FF2B5EF4-FFF2-40B4-BE49-F238E27FC236}">
                <a16:creationId xmlns:a16="http://schemas.microsoft.com/office/drawing/2014/main" id="{CFFA07EE-B7CC-6673-18A8-938F608DD842}"/>
              </a:ext>
            </a:extLst>
          </p:cNvPr>
          <p:cNvSpPr>
            <a:spLocks noGrp="1"/>
          </p:cNvSpPr>
          <p:nvPr>
            <p:ph idx="41" hasCustomPrompt="1"/>
          </p:nvPr>
        </p:nvSpPr>
        <p:spPr>
          <a:xfrm>
            <a:off x="9136794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10039452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elf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6D8B0-C1F6-401E-A49C-9F8317A00928}" type="datetime1">
              <a:rPr lang="en-GB" noProof="0" smtClean="0"/>
              <a:t>13/03/2026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41" name="Inhaltsplatzhalter 30">
            <a:extLst>
              <a:ext uri="{FF2B5EF4-FFF2-40B4-BE49-F238E27FC236}">
                <a16:creationId xmlns:a16="http://schemas.microsoft.com/office/drawing/2014/main" id="{1FE9EFCD-7C86-A7FC-7CBA-C2A928454C0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71463" y="878400"/>
            <a:ext cx="2862063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2" name="Inhaltsplatzhalter 30">
            <a:extLst>
              <a:ext uri="{FF2B5EF4-FFF2-40B4-BE49-F238E27FC236}">
                <a16:creationId xmlns:a16="http://schemas.microsoft.com/office/drawing/2014/main" id="{B5AF2636-78AA-31AE-B767-CD1ED9E3083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131605" y="878400"/>
            <a:ext cx="2962866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3" name="Inhaltsplatzhalter 30">
            <a:extLst>
              <a:ext uri="{FF2B5EF4-FFF2-40B4-BE49-F238E27FC236}">
                <a16:creationId xmlns:a16="http://schemas.microsoft.com/office/drawing/2014/main" id="{8CD2FE50-AB2F-83AF-8B23-1260D26EF81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02458" y="878400"/>
            <a:ext cx="2948569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4" name="Inhaltsplatzhalter 30">
            <a:extLst>
              <a:ext uri="{FF2B5EF4-FFF2-40B4-BE49-F238E27FC236}">
                <a16:creationId xmlns:a16="http://schemas.microsoft.com/office/drawing/2014/main" id="{156B3F99-D56F-6D47-0C38-55E1C209F59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056315" y="878400"/>
            <a:ext cx="2861423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5" name="Inhaltsplatzhalter 30">
            <a:extLst>
              <a:ext uri="{FF2B5EF4-FFF2-40B4-BE49-F238E27FC236}">
                <a16:creationId xmlns:a16="http://schemas.microsoft.com/office/drawing/2014/main" id="{61CB84E3-822D-E7BF-88FA-B6CD8499742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71463" y="4942799"/>
            <a:ext cx="2862063" cy="128179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6" name="Inhaltsplatzhalter 30">
            <a:extLst>
              <a:ext uri="{FF2B5EF4-FFF2-40B4-BE49-F238E27FC236}">
                <a16:creationId xmlns:a16="http://schemas.microsoft.com/office/drawing/2014/main" id="{4BBD1101-501F-08B4-863D-4EC398FF4C2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131605" y="3577319"/>
            <a:ext cx="2962866" cy="2647269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7" name="Inhaltsplatzhalter 30">
            <a:extLst>
              <a:ext uri="{FF2B5EF4-FFF2-40B4-BE49-F238E27FC236}">
                <a16:creationId xmlns:a16="http://schemas.microsoft.com/office/drawing/2014/main" id="{799F2A81-65B3-AA66-95A8-AD7674ADA34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02458" y="3577319"/>
            <a:ext cx="2948569" cy="2647269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8" name="Inhaltsplatzhalter 30">
            <a:extLst>
              <a:ext uri="{FF2B5EF4-FFF2-40B4-BE49-F238E27FC236}">
                <a16:creationId xmlns:a16="http://schemas.microsoft.com/office/drawing/2014/main" id="{CD8C8901-62AC-56A4-B429-1C6C564195B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056315" y="4942798"/>
            <a:ext cx="2861423" cy="128179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9" name="Inhaltsplatzhalter 30">
            <a:extLst>
              <a:ext uri="{FF2B5EF4-FFF2-40B4-BE49-F238E27FC236}">
                <a16:creationId xmlns:a16="http://schemas.microsoft.com/office/drawing/2014/main" id="{FC91EDA6-5E9C-6D6C-EF9F-C7F0B68C4C0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71463" y="3577319"/>
            <a:ext cx="2862063" cy="1361404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50" name="Inhaltsplatzhalter 30">
            <a:extLst>
              <a:ext uri="{FF2B5EF4-FFF2-40B4-BE49-F238E27FC236}">
                <a16:creationId xmlns:a16="http://schemas.microsoft.com/office/drawing/2014/main" id="{51E99161-B839-91BE-206F-89792AD5F92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56315" y="3577319"/>
            <a:ext cx="2861423" cy="136080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31085434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4" y="244800"/>
            <a:ext cx="376209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53AD7-DD44-4CC1-898B-5978DEB5542A}" type="datetime1">
              <a:rPr lang="en-GB" noProof="0" smtClean="0"/>
              <a:t>13/03/2026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19B00308-6650-D1AB-F5C5-991F60192BF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69877" y="1371601"/>
            <a:ext cx="3765600" cy="15173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E8901B72-CDFB-6B04-2999-9B4D3BECDEB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222638" y="273051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6" name="Inhaltsplatzhalter 10">
            <a:extLst>
              <a:ext uri="{FF2B5EF4-FFF2-40B4-BE49-F238E27FC236}">
                <a16:creationId xmlns:a16="http://schemas.microsoft.com/office/drawing/2014/main" id="{5F7462AF-9418-FBED-AE2B-9097CD9893A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22638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93722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Inhaltsplatzhalter 10">
            <a:extLst>
              <a:ext uri="{FF2B5EF4-FFF2-40B4-BE49-F238E27FC236}">
                <a16:creationId xmlns:a16="http://schemas.microsoft.com/office/drawing/2014/main" id="{BE5D1B04-2BFA-33F3-C355-D8EB9E6F77DC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193722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8823469C-27C8-EF8F-4CC9-197675E31FB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64806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Inhaltsplatzhalter 10">
            <a:extLst>
              <a:ext uri="{FF2B5EF4-FFF2-40B4-BE49-F238E27FC236}">
                <a16:creationId xmlns:a16="http://schemas.microsoft.com/office/drawing/2014/main" id="{887C4011-3849-0B28-B9C6-CD6CCD2774AC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164806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CBEDB122-E4B4-DEAF-0C6D-61CF1C399FB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135890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2E8C9BDD-A256-932A-0451-8742BDF218CD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0135890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5648AA9A-5221-27F9-3191-6F0F1FEAF36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220167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4" name="Inhaltsplatzhalter 10">
            <a:extLst>
              <a:ext uri="{FF2B5EF4-FFF2-40B4-BE49-F238E27FC236}">
                <a16:creationId xmlns:a16="http://schemas.microsoft.com/office/drawing/2014/main" id="{92E2526C-7EE2-C9B9-E09C-E4124FE41C3A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220167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6836661A-7952-7ADE-BB22-08BB2B174D2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191251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Inhaltsplatzhalter 10">
            <a:extLst>
              <a:ext uri="{FF2B5EF4-FFF2-40B4-BE49-F238E27FC236}">
                <a16:creationId xmlns:a16="http://schemas.microsoft.com/office/drawing/2014/main" id="{C2CB294D-1078-8674-FF02-6A8C1FA8750C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191251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8" name="Bildplatzhalter 4">
            <a:extLst>
              <a:ext uri="{FF2B5EF4-FFF2-40B4-BE49-F238E27FC236}">
                <a16:creationId xmlns:a16="http://schemas.microsoft.com/office/drawing/2014/main" id="{478A5169-5857-1B03-543A-A692CECD282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62335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9" name="Inhaltsplatzhalter 10">
            <a:extLst>
              <a:ext uri="{FF2B5EF4-FFF2-40B4-BE49-F238E27FC236}">
                <a16:creationId xmlns:a16="http://schemas.microsoft.com/office/drawing/2014/main" id="{CCD55740-F556-6FFB-54B7-F02F33DD446D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62335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0" name="Bildplatzhalter 4">
            <a:extLst>
              <a:ext uri="{FF2B5EF4-FFF2-40B4-BE49-F238E27FC236}">
                <a16:creationId xmlns:a16="http://schemas.microsoft.com/office/drawing/2014/main" id="{C3C4A300-9C66-727B-BF1B-3FE78BA49252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10133419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1" name="Inhaltsplatzhalter 10">
            <a:extLst>
              <a:ext uri="{FF2B5EF4-FFF2-40B4-BE49-F238E27FC236}">
                <a16:creationId xmlns:a16="http://schemas.microsoft.com/office/drawing/2014/main" id="{A1A5D7D5-55B1-516C-7CED-BF26C79BE6B2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0133419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F4A6E408-2281-5C5F-C17D-009678C7B29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219981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7" name="Inhaltsplatzhalter 10">
            <a:extLst>
              <a:ext uri="{FF2B5EF4-FFF2-40B4-BE49-F238E27FC236}">
                <a16:creationId xmlns:a16="http://schemas.microsoft.com/office/drawing/2014/main" id="{106AA095-B514-8CB2-E655-796D9234A496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219981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8" name="Bildplatzhalter 4">
            <a:extLst>
              <a:ext uri="{FF2B5EF4-FFF2-40B4-BE49-F238E27FC236}">
                <a16:creationId xmlns:a16="http://schemas.microsoft.com/office/drawing/2014/main" id="{B22E5E6F-159C-366B-5296-441253F3F0B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191065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9" name="Inhaltsplatzhalter 10">
            <a:extLst>
              <a:ext uri="{FF2B5EF4-FFF2-40B4-BE49-F238E27FC236}">
                <a16:creationId xmlns:a16="http://schemas.microsoft.com/office/drawing/2014/main" id="{8F99875B-FC4F-7DCE-AACD-FF783DF1F8CC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6191065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0" name="Bildplatzhalter 4">
            <a:extLst>
              <a:ext uri="{FF2B5EF4-FFF2-40B4-BE49-F238E27FC236}">
                <a16:creationId xmlns:a16="http://schemas.microsoft.com/office/drawing/2014/main" id="{86D99F31-E97B-1DE8-80A6-FCE2268D750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162149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1" name="Inhaltsplatzhalter 10">
            <a:extLst>
              <a:ext uri="{FF2B5EF4-FFF2-40B4-BE49-F238E27FC236}">
                <a16:creationId xmlns:a16="http://schemas.microsoft.com/office/drawing/2014/main" id="{2AFB99F6-8B03-8325-85FE-ACF55FEF4C7E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8162149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2" name="Bildplatzhalter 4">
            <a:extLst>
              <a:ext uri="{FF2B5EF4-FFF2-40B4-BE49-F238E27FC236}">
                <a16:creationId xmlns:a16="http://schemas.microsoft.com/office/drawing/2014/main" id="{7B354065-93C3-8CD0-C6F7-EAD8915CFD21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10133233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3" name="Inhaltsplatzhalter 10">
            <a:extLst>
              <a:ext uri="{FF2B5EF4-FFF2-40B4-BE49-F238E27FC236}">
                <a16:creationId xmlns:a16="http://schemas.microsoft.com/office/drawing/2014/main" id="{D9B63D01-B563-7751-25F8-D9E1385E66D2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10133233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4" name="Bildplatzhalter 4">
            <a:extLst>
              <a:ext uri="{FF2B5EF4-FFF2-40B4-BE49-F238E27FC236}">
                <a16:creationId xmlns:a16="http://schemas.microsoft.com/office/drawing/2014/main" id="{3561E328-70B6-85DB-D07B-4E3133D9FE77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2247851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5" name="Inhaltsplatzhalter 10">
            <a:extLst>
              <a:ext uri="{FF2B5EF4-FFF2-40B4-BE49-F238E27FC236}">
                <a16:creationId xmlns:a16="http://schemas.microsoft.com/office/drawing/2014/main" id="{818DEC37-95E8-080D-AB4D-58F52BC284EC}"/>
              </a:ext>
            </a:extLst>
          </p:cNvPr>
          <p:cNvSpPr>
            <a:spLocks noGrp="1"/>
          </p:cNvSpPr>
          <p:nvPr>
            <p:ph sz="quarter" idx="48" hasCustomPrompt="1"/>
          </p:nvPr>
        </p:nvSpPr>
        <p:spPr>
          <a:xfrm>
            <a:off x="2247851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4116460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strah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536400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D30C8-24DA-4554-A89F-E5537E310C1A}" type="datetime1">
              <a:rPr lang="en-GB" noProof="0" smtClean="0"/>
              <a:t>13/03/2026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960DD06-5403-402D-6C88-53DCD45F16E1}"/>
              </a:ext>
            </a:extLst>
          </p:cNvPr>
          <p:cNvCxnSpPr/>
          <p:nvPr userDrawn="1"/>
        </p:nvCxnSpPr>
        <p:spPr>
          <a:xfrm>
            <a:off x="269875" y="3497585"/>
            <a:ext cx="1165225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Bildplatzhalter 4">
            <a:extLst>
              <a:ext uri="{FF2B5EF4-FFF2-40B4-BE49-F238E27FC236}">
                <a16:creationId xmlns:a16="http://schemas.microsoft.com/office/drawing/2014/main" id="{F49F2DB0-AB5C-6BD8-064D-373B4B1209A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6" name="Bildplatzhalter 4">
            <a:extLst>
              <a:ext uri="{FF2B5EF4-FFF2-40B4-BE49-F238E27FC236}">
                <a16:creationId xmlns:a16="http://schemas.microsoft.com/office/drawing/2014/main" id="{F0B6A180-6984-B9E7-7ADC-A121B77988B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974003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7" name="Bildplatzhalter 4">
            <a:extLst>
              <a:ext uri="{FF2B5EF4-FFF2-40B4-BE49-F238E27FC236}">
                <a16:creationId xmlns:a16="http://schemas.microsoft.com/office/drawing/2014/main" id="{38372887-04E8-C5D5-EF4C-1E25A260FB2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67159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8" name="Bildplatzhalter 4">
            <a:extLst>
              <a:ext uri="{FF2B5EF4-FFF2-40B4-BE49-F238E27FC236}">
                <a16:creationId xmlns:a16="http://schemas.microsoft.com/office/drawing/2014/main" id="{7A14FB65-6B89-A9C8-8DB1-7B1F7CBFAEC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360315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9" name="Bildplatzhalter 4">
            <a:extLst>
              <a:ext uri="{FF2B5EF4-FFF2-40B4-BE49-F238E27FC236}">
                <a16:creationId xmlns:a16="http://schemas.microsoft.com/office/drawing/2014/main" id="{CD8F59A9-69CA-1C2A-33D7-AD0BB64181B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053471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0" name="Bildplatzhalter 4">
            <a:extLst>
              <a:ext uri="{FF2B5EF4-FFF2-40B4-BE49-F238E27FC236}">
                <a16:creationId xmlns:a16="http://schemas.microsoft.com/office/drawing/2014/main" id="{B582FB2A-C51D-65C1-0203-3A5AB4DB0F4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746627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1" name="Bildplatzhalter 4">
            <a:extLst>
              <a:ext uri="{FF2B5EF4-FFF2-40B4-BE49-F238E27FC236}">
                <a16:creationId xmlns:a16="http://schemas.microsoft.com/office/drawing/2014/main" id="{18F14028-DA69-147A-C414-9146D8EAE5F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0439783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2" name="Bildplatzhalter 4">
            <a:extLst>
              <a:ext uri="{FF2B5EF4-FFF2-40B4-BE49-F238E27FC236}">
                <a16:creationId xmlns:a16="http://schemas.microsoft.com/office/drawing/2014/main" id="{3A11402F-1392-D5B0-DE17-2E270C800CA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136079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3" name="Bildplatzhalter 4">
            <a:extLst>
              <a:ext uri="{FF2B5EF4-FFF2-40B4-BE49-F238E27FC236}">
                <a16:creationId xmlns:a16="http://schemas.microsoft.com/office/drawing/2014/main" id="{92F84F7D-2669-46EA-F7E5-F5A3AE35C50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829006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4" name="Bildplatzhalter 4">
            <a:extLst>
              <a:ext uri="{FF2B5EF4-FFF2-40B4-BE49-F238E27FC236}">
                <a16:creationId xmlns:a16="http://schemas.microsoft.com/office/drawing/2014/main" id="{7F4B621D-593C-EF66-AAA8-260F24BB816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521933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5" name="Bildplatzhalter 4">
            <a:extLst>
              <a:ext uri="{FF2B5EF4-FFF2-40B4-BE49-F238E27FC236}">
                <a16:creationId xmlns:a16="http://schemas.microsoft.com/office/drawing/2014/main" id="{EAB29708-5948-93D3-1DAE-9AA4E5A03DC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14860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6" name="Bildplatzhalter 4">
            <a:extLst>
              <a:ext uri="{FF2B5EF4-FFF2-40B4-BE49-F238E27FC236}">
                <a16:creationId xmlns:a16="http://schemas.microsoft.com/office/drawing/2014/main" id="{6590CFDF-AA3F-86A0-462A-8B00EDC3EDD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907787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7" name="Bildplatzhalter 4">
            <a:extLst>
              <a:ext uri="{FF2B5EF4-FFF2-40B4-BE49-F238E27FC236}">
                <a16:creationId xmlns:a16="http://schemas.microsoft.com/office/drawing/2014/main" id="{F8D57941-57A2-78B6-C142-19F25D64A5F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600716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8" name="Inhaltsplatzhalter 10">
            <a:extLst>
              <a:ext uri="{FF2B5EF4-FFF2-40B4-BE49-F238E27FC236}">
                <a16:creationId xmlns:a16="http://schemas.microsoft.com/office/drawing/2014/main" id="{84D95677-0114-3854-2A06-CDDFDD440777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69875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9" name="Inhaltsplatzhalter 10">
            <a:extLst>
              <a:ext uri="{FF2B5EF4-FFF2-40B4-BE49-F238E27FC236}">
                <a16:creationId xmlns:a16="http://schemas.microsoft.com/office/drawing/2014/main" id="{830824E2-E1B0-01AE-F199-E13B717EE78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1974003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0" name="Inhaltsplatzhalter 10">
            <a:extLst>
              <a:ext uri="{FF2B5EF4-FFF2-40B4-BE49-F238E27FC236}">
                <a16:creationId xmlns:a16="http://schemas.microsoft.com/office/drawing/2014/main" id="{B661178F-E8BD-64EC-8DCE-B999B4D9EABD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3667159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1" name="Inhaltsplatzhalter 10">
            <a:extLst>
              <a:ext uri="{FF2B5EF4-FFF2-40B4-BE49-F238E27FC236}">
                <a16:creationId xmlns:a16="http://schemas.microsoft.com/office/drawing/2014/main" id="{A0685B94-A30D-8020-BFC0-B77022CBDE9F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5360315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2" name="Inhaltsplatzhalter 10">
            <a:extLst>
              <a:ext uri="{FF2B5EF4-FFF2-40B4-BE49-F238E27FC236}">
                <a16:creationId xmlns:a16="http://schemas.microsoft.com/office/drawing/2014/main" id="{7FB39B7C-36A1-9048-02BA-E03566F2EB1F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7053471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3" name="Inhaltsplatzhalter 10">
            <a:extLst>
              <a:ext uri="{FF2B5EF4-FFF2-40B4-BE49-F238E27FC236}">
                <a16:creationId xmlns:a16="http://schemas.microsoft.com/office/drawing/2014/main" id="{15CACBB6-4692-7C6A-8251-BEBD135224A0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746627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4" name="Inhaltsplatzhalter 10">
            <a:extLst>
              <a:ext uri="{FF2B5EF4-FFF2-40B4-BE49-F238E27FC236}">
                <a16:creationId xmlns:a16="http://schemas.microsoft.com/office/drawing/2014/main" id="{BECB31F3-1FF3-7738-D3E5-314BB6A831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10439783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5" name="Inhaltsplatzhalter 10">
            <a:extLst>
              <a:ext uri="{FF2B5EF4-FFF2-40B4-BE49-F238E27FC236}">
                <a16:creationId xmlns:a16="http://schemas.microsoft.com/office/drawing/2014/main" id="{62AF25DC-CA5E-4417-22E5-A964FF016F62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136079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6" name="Inhaltsplatzhalter 10">
            <a:extLst>
              <a:ext uri="{FF2B5EF4-FFF2-40B4-BE49-F238E27FC236}">
                <a16:creationId xmlns:a16="http://schemas.microsoft.com/office/drawing/2014/main" id="{90D56CD7-60EE-495F-ED4B-C31A87C45E84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2829006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7" name="Inhaltsplatzhalter 10">
            <a:extLst>
              <a:ext uri="{FF2B5EF4-FFF2-40B4-BE49-F238E27FC236}">
                <a16:creationId xmlns:a16="http://schemas.microsoft.com/office/drawing/2014/main" id="{28B0CB76-6D72-3E2E-056B-27DB3947102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4521933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8" name="Inhaltsplatzhalter 10">
            <a:extLst>
              <a:ext uri="{FF2B5EF4-FFF2-40B4-BE49-F238E27FC236}">
                <a16:creationId xmlns:a16="http://schemas.microsoft.com/office/drawing/2014/main" id="{57BA3158-F345-F5B5-83D3-6B1D5546CF2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6214860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9" name="Inhaltsplatzhalter 10">
            <a:extLst>
              <a:ext uri="{FF2B5EF4-FFF2-40B4-BE49-F238E27FC236}">
                <a16:creationId xmlns:a16="http://schemas.microsoft.com/office/drawing/2014/main" id="{FC40280B-F0D4-264E-C17E-3D2B98F5645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7907787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40" name="Inhaltsplatzhalter 10">
            <a:extLst>
              <a:ext uri="{FF2B5EF4-FFF2-40B4-BE49-F238E27FC236}">
                <a16:creationId xmlns:a16="http://schemas.microsoft.com/office/drawing/2014/main" id="{4B3C570F-341A-24E7-0226-5D3A693E9D76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9600716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5372604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273378"/>
            <a:ext cx="11652249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65019D3-7194-40B8-AC7F-62CE5FB72B83}" type="datetime1">
              <a:rPr lang="en-GB" noProof="0" smtClean="0"/>
              <a:t>13/03/2026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Grgic Anto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2773539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acht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4">
            <a:extLst>
              <a:ext uri="{FF2B5EF4-FFF2-40B4-BE49-F238E27FC236}">
                <a16:creationId xmlns:a16="http://schemas.microsoft.com/office/drawing/2014/main" id="{73EBFA33-E838-4FF1-1D0F-2B8F723A98F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5EDFDEC-7873-15BD-1B6F-5DAEB0755E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28398" y="6424761"/>
            <a:ext cx="1189348" cy="1440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3B95B4-305B-416A-97B6-6B425E07ADA1}" type="datetime1">
              <a:rPr lang="en-GB" noProof="0" smtClean="0"/>
              <a:t>13/03/2026</a:t>
            </a:fld>
            <a:r>
              <a:rPr lang="en-GB" noProof="0"/>
              <a:t>    </a:t>
            </a:r>
            <a:r>
              <a:rPr lang="en-GB" noProof="0" dirty="0"/>
              <a:t>|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04195A-F200-70E1-095F-04D38F551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Grgic Anto</a:t>
            </a:r>
            <a:endParaRPr lang="en-GB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F3564CC-433E-0F7E-78ED-4CBD5802F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3325" y="6424761"/>
            <a:ext cx="208800" cy="1440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43F26200-5089-80AE-C07E-2ADBBFCB862E}"/>
              </a:ext>
            </a:extLst>
          </p:cNvPr>
          <p:cNvCxnSpPr>
            <a:cxnSpLocks/>
          </p:cNvCxnSpPr>
          <p:nvPr userDrawn="1"/>
        </p:nvCxnSpPr>
        <p:spPr>
          <a:xfrm>
            <a:off x="1418938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795B1871-CB5E-1539-590E-A27B00A5B38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5372" y="6448574"/>
            <a:ext cx="1141200" cy="1368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tx1"/>
                </a:solidFill>
              </a:defRPr>
            </a:lvl1pPr>
            <a:lvl2pPr>
              <a:defRPr sz="100">
                <a:solidFill>
                  <a:schemeClr val="bg1"/>
                </a:solidFill>
              </a:defRPr>
            </a:lvl2pPr>
            <a:lvl3pPr>
              <a:defRPr sz="100">
                <a:solidFill>
                  <a:schemeClr val="bg1"/>
                </a:solidFill>
              </a:defRPr>
            </a:lvl3pPr>
            <a:lvl4pPr>
              <a:defRPr sz="100">
                <a:solidFill>
                  <a:schemeClr val="bg1"/>
                </a:solidFill>
              </a:defRPr>
            </a:lvl4pPr>
            <a:lvl5pPr>
              <a:defRPr sz="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 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F7249099-EAE8-15A9-5DD9-4B8BD6C113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11650662" cy="6259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8" name="Textplatzhalter 27">
            <a:extLst>
              <a:ext uri="{FF2B5EF4-FFF2-40B4-BE49-F238E27FC236}">
                <a16:creationId xmlns:a16="http://schemas.microsoft.com/office/drawing/2014/main" id="{9EB74D43-ABA5-E11E-DD85-85CF51186C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0670" y="27276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0" name="Textplatzhalter 27">
            <a:extLst>
              <a:ext uri="{FF2B5EF4-FFF2-40B4-BE49-F238E27FC236}">
                <a16:creationId xmlns:a16="http://schemas.microsoft.com/office/drawing/2014/main" id="{048FC5CC-2121-56F3-C3F5-B5C874FFB1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18265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1" name="Textplatzhalter 27">
            <a:extLst>
              <a:ext uri="{FF2B5EF4-FFF2-40B4-BE49-F238E27FC236}">
                <a16:creationId xmlns:a16="http://schemas.microsoft.com/office/drawing/2014/main" id="{BB0B7B4E-7C57-28E9-4CB9-B4570ABC59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0960" y="18217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4" name="Textplatzhalter 27">
            <a:extLst>
              <a:ext uri="{FF2B5EF4-FFF2-40B4-BE49-F238E27FC236}">
                <a16:creationId xmlns:a16="http://schemas.microsoft.com/office/drawing/2014/main" id="{A8FF8281-AD66-C77E-347B-07E4F503BA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273236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0" name="Textplatzhalter 27">
            <a:extLst>
              <a:ext uri="{FF2B5EF4-FFF2-40B4-BE49-F238E27FC236}">
                <a16:creationId xmlns:a16="http://schemas.microsoft.com/office/drawing/2014/main" id="{55EE194A-C397-2617-7780-D86A48CAE74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5974" y="4611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DBF35E7F-D953-CAA9-3A99-15E4880E3A1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2311" y="27420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692AC1F8-AB87-40B3-4118-64C6B6A63F0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95128" y="460862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1" name="Textplatzhalter 27">
            <a:extLst>
              <a:ext uri="{FF2B5EF4-FFF2-40B4-BE49-F238E27FC236}">
                <a16:creationId xmlns:a16="http://schemas.microsoft.com/office/drawing/2014/main" id="{8B875A59-87E2-329A-FECC-BEA7FE43BA9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32838" y="4611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2" name="Textplatzhalter 27">
            <a:extLst>
              <a:ext uri="{FF2B5EF4-FFF2-40B4-BE49-F238E27FC236}">
                <a16:creationId xmlns:a16="http://schemas.microsoft.com/office/drawing/2014/main" id="{69DCED49-C168-77C0-6547-0CADBD711B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33128" y="3705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3" name="Textplatzhalter 27">
            <a:extLst>
              <a:ext uri="{FF2B5EF4-FFF2-40B4-BE49-F238E27FC236}">
                <a16:creationId xmlns:a16="http://schemas.microsoft.com/office/drawing/2014/main" id="{E691F604-DB24-E1B1-CD8D-23BFFC1444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6264" y="3705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4" name="Textplatzhalter 27">
            <a:extLst>
              <a:ext uri="{FF2B5EF4-FFF2-40B4-BE49-F238E27FC236}">
                <a16:creationId xmlns:a16="http://schemas.microsoft.com/office/drawing/2014/main" id="{48B584AC-71CB-16D8-E722-8AC5553FE59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92602" y="183617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5" name="Textplatzhalter 27">
            <a:extLst>
              <a:ext uri="{FF2B5EF4-FFF2-40B4-BE49-F238E27FC236}">
                <a16:creationId xmlns:a16="http://schemas.microsoft.com/office/drawing/2014/main" id="{64EFC00D-C82F-63F3-901A-E32AA5563D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95418" y="370279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6" name="Textplatzhalter 27">
            <a:extLst>
              <a:ext uri="{FF2B5EF4-FFF2-40B4-BE49-F238E27FC236}">
                <a16:creationId xmlns:a16="http://schemas.microsoft.com/office/drawing/2014/main" id="{2F484B0C-2F5D-4A41-8BBA-C15A9F143EB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50114" y="1831417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7" name="Textplatzhalter 27">
            <a:extLst>
              <a:ext uri="{FF2B5EF4-FFF2-40B4-BE49-F238E27FC236}">
                <a16:creationId xmlns:a16="http://schemas.microsoft.com/office/drawing/2014/main" id="{4885B59F-449F-B852-F442-3B1C68A2AA6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9824" y="2737244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8" name="Textplatzhalter 27">
            <a:extLst>
              <a:ext uri="{FF2B5EF4-FFF2-40B4-BE49-F238E27FC236}">
                <a16:creationId xmlns:a16="http://schemas.microsoft.com/office/drawing/2014/main" id="{AA5DC075-9286-B8C4-CD9F-B561C39392C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282" y="370279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9" name="Textplatzhalter 27">
            <a:extLst>
              <a:ext uri="{FF2B5EF4-FFF2-40B4-BE49-F238E27FC236}">
                <a16:creationId xmlns:a16="http://schemas.microsoft.com/office/drawing/2014/main" id="{2B7C5942-88D4-4AE4-D493-E6EB256531B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51992" y="4608624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40939606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ht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0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A9771-FEDF-4EB5-8B31-317E659CFCEB}" type="datetime1">
              <a:rPr lang="en-GB" noProof="0" smtClean="0"/>
              <a:t>13/03/2026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AAED8CC9-45E8-1A12-FE4B-99B48514CF4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31317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B0E65F99-D41E-97A8-5B90-921DFF4F75C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91174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/>
            </a:lvl1pPr>
            <a:lvl2pPr>
              <a:defRPr lang="de-CH" noProof="0" dirty="0"/>
            </a:lvl2pPr>
            <a:lvl3pPr>
              <a:defRPr lang="de-CH"/>
            </a:lvl3pPr>
            <a:lvl4pPr>
              <a:defRPr lang="de-CH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2B30555-3BA5-1953-D982-C69CB839D8F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151032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/>
            </a:lvl1pPr>
            <a:lvl2pPr>
              <a:defRPr lang="de-CH" noProof="0" dirty="0"/>
            </a:lvl2pPr>
            <a:lvl3pPr>
              <a:defRPr lang="de-CH"/>
            </a:lvl3pPr>
            <a:lvl4pPr>
              <a:defRPr lang="de-CH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B4DAEC7F-9097-CC65-18FC-ABDF8656180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9151031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999A24F7-6F45-D408-172F-9FCB5D02667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191174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F564AFF4-7AFB-5D44-CE32-7B8A59C9117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231317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A71E75C8-391E-2558-3A91-AA1F31A93B05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71460" y="1371600"/>
            <a:ext cx="2775600" cy="1716981"/>
          </a:xfrm>
        </p:spPr>
        <p:txBody>
          <a:bodyPr/>
          <a:lstStyle>
            <a:lvl1pPr>
              <a:tabLst>
                <a:tab pos="1704975" algn="l"/>
              </a:tabLst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3E32DEA9-77CE-B434-4A3D-3AAB04FD78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000" y="6019388"/>
            <a:ext cx="5736917" cy="205200"/>
          </a:xfrm>
        </p:spPr>
        <p:txBody>
          <a:bodyPr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2220080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691FF8-B7CE-4EC3-A346-E51C1211B498}" type="datetime1">
              <a:rPr lang="en-GB" noProof="0" smtClean="0"/>
              <a:t>13/03/2026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A71E75C8-391E-2558-3A91-AA1F31A93B05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70582" y="2700000"/>
            <a:ext cx="2778003" cy="3524588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Contact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08ED976-BD70-59ED-B970-3FA256DEEE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DADD2F24-DA82-E6C1-DFC7-E7D6DA1F104A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276512" y="1389564"/>
            <a:ext cx="856800" cy="856800"/>
          </a:xfrm>
        </p:spPr>
        <p:txBody>
          <a:bodyPr anchor="ctr"/>
          <a:lstStyle>
            <a:lvl1pPr algn="ctr">
              <a:tabLst>
                <a:tab pos="1704975" algn="l"/>
              </a:tabLst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QR-Code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B8FD34BD-5602-5735-423C-351E3E46BFED}"/>
              </a:ext>
            </a:extLst>
          </p:cNvPr>
          <p:cNvCxnSpPr>
            <a:cxnSpLocks/>
          </p:cNvCxnSpPr>
          <p:nvPr userDrawn="1"/>
        </p:nvCxnSpPr>
        <p:spPr>
          <a:xfrm>
            <a:off x="270582" y="2492896"/>
            <a:ext cx="277800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5847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846EAAB-E9CC-4FBB-A777-DFD68618E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1CE76-746B-4D58-8B44-9105BE8285E3}" type="datetime1">
              <a:rPr lang="en-GB" noProof="0" smtClean="0"/>
              <a:t>13/03/2026</a:t>
            </a:fld>
            <a:endParaRPr lang="en-GB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90A60D-3123-4534-B4E1-1B214E40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A66DD1-3165-483D-99FB-202ADC04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379844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4E75BB-61FF-4F7E-9CDB-A5E34775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61F74-EB35-4861-A493-181201845457}" type="datetime1">
              <a:rPr lang="en-GB" noProof="0" smtClean="0"/>
              <a:t>13/03/2026</a:t>
            </a:fld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09AB7D-DBAB-4FFF-BA65-85B95211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9B7570-0B3E-4F91-B744-978CA7BD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05446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71463" y="244800"/>
            <a:ext cx="11650662" cy="6259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71461" y="870744"/>
            <a:ext cx="11650663" cy="53538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ACFC5840-8FE0-42F7-AFBC-7CEE90AF5A88}" type="datetime1">
              <a:rPr lang="en-GB" noProof="0" smtClean="0"/>
              <a:t>13/03/2026</a:t>
            </a:fld>
            <a:endParaRPr lang="en-GB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Grgic Anto</a:t>
            </a:r>
            <a:endParaRPr lang="en-GB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C703539-8E35-D069-DBD5-3A4DCC125A4D}"/>
              </a:ext>
            </a:extLst>
          </p:cNvPr>
          <p:cNvSpPr txBox="1"/>
          <p:nvPr userDrawn="1"/>
        </p:nvSpPr>
        <p:spPr>
          <a:xfrm rot="5400000">
            <a:off x="11394044" y="5941110"/>
            <a:ext cx="1753783" cy="61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CH" sz="400" spc="40" baseline="0" noProof="0">
                <a:solidFill>
                  <a:schemeClr val="bg1">
                    <a:lumMod val="85000"/>
                  </a:schemeClr>
                </a:solidFill>
              </a:rPr>
              <a:t>Erstellt durch Vorlagenbauer.ch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0F7A25C-6B57-E378-A273-BBFF709DB255}"/>
              </a:ext>
            </a:extLst>
          </p:cNvPr>
          <p:cNvCxnSpPr>
            <a:cxnSpLocks/>
          </p:cNvCxnSpPr>
          <p:nvPr userDrawn="1"/>
        </p:nvCxnSpPr>
        <p:spPr>
          <a:xfrm>
            <a:off x="11703099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428D97A1-67D4-8BCE-2C75-BEA0093CDA16}"/>
              </a:ext>
            </a:extLst>
          </p:cNvPr>
          <p:cNvSpPr txBox="1"/>
          <p:nvPr userDrawn="1"/>
        </p:nvSpPr>
        <p:spPr>
          <a:xfrm>
            <a:off x="269875" y="6424761"/>
            <a:ext cx="1060992" cy="1508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00" b="1" noProof="0" dirty="0">
                <a:latin typeface="Source Sans Pro SemiBold" panose="020B0603030403020204" pitchFamily="34" charset="0"/>
              </a:rPr>
              <a:t>University of Zurich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B7B29EB8-D7DC-4128-6431-E45C30786CE8}"/>
              </a:ext>
            </a:extLst>
          </p:cNvPr>
          <p:cNvCxnSpPr>
            <a:cxnSpLocks/>
          </p:cNvCxnSpPr>
          <p:nvPr userDrawn="1"/>
        </p:nvCxnSpPr>
        <p:spPr>
          <a:xfrm>
            <a:off x="1418938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66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58" r:id="rId2"/>
    <p:sldLayoutId id="2147483667" r:id="rId3"/>
    <p:sldLayoutId id="2147483683" r:id="rId4"/>
    <p:sldLayoutId id="2147483696" r:id="rId5"/>
    <p:sldLayoutId id="2147483695" r:id="rId6"/>
    <p:sldLayoutId id="2147483659" r:id="rId7"/>
    <p:sldLayoutId id="2147483669" r:id="rId8"/>
    <p:sldLayoutId id="2147483661" r:id="rId9"/>
    <p:sldLayoutId id="2147483674" r:id="rId10"/>
    <p:sldLayoutId id="2147483697" r:id="rId11"/>
    <p:sldLayoutId id="2147483675" r:id="rId12"/>
    <p:sldLayoutId id="2147483698" r:id="rId13"/>
    <p:sldLayoutId id="2147483671" r:id="rId14"/>
    <p:sldLayoutId id="2147483682" r:id="rId15"/>
    <p:sldLayoutId id="2147483684" r:id="rId16"/>
    <p:sldLayoutId id="2147483677" r:id="rId17"/>
    <p:sldLayoutId id="2147483672" r:id="rId18"/>
    <p:sldLayoutId id="2147483679" r:id="rId19"/>
    <p:sldLayoutId id="2147483685" r:id="rId20"/>
    <p:sldLayoutId id="2147483680" r:id="rId21"/>
    <p:sldLayoutId id="2147483681" r:id="rId22"/>
    <p:sldLayoutId id="2147483686" r:id="rId23"/>
    <p:sldLayoutId id="2147483687" r:id="rId24"/>
    <p:sldLayoutId id="2147483691" r:id="rId25"/>
    <p:sldLayoutId id="2147483690" r:id="rId26"/>
    <p:sldLayoutId id="2147483699" r:id="rId27"/>
    <p:sldLayoutId id="2147483688" r:id="rId28"/>
    <p:sldLayoutId id="2147483692" r:id="rId29"/>
    <p:sldLayoutId id="2147483670" r:id="rId30"/>
    <p:sldLayoutId id="2147483700" r:id="rId31"/>
    <p:sldLayoutId id="2147483678" r:id="rId32"/>
    <p:sldLayoutId id="2147483693" r:id="rId33"/>
    <p:sldLayoutId id="2147483663" r:id="rId34"/>
    <p:sldLayoutId id="2147483664" r:id="rId35"/>
  </p:sldLayoutIdLst>
  <p:hf hdr="0" dt="0"/>
  <p:txStyles>
    <p:titleStyle>
      <a:lvl1pPr algn="l" defTabSz="914400" rtl="0" eaLnBrk="1" latinLnBrk="0" hangingPunct="1">
        <a:lnSpc>
          <a:spcPct val="97000"/>
        </a:lnSpc>
        <a:spcBef>
          <a:spcPct val="0"/>
        </a:spcBef>
        <a:buNone/>
        <a:defRPr sz="2400" b="1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3000"/>
        </a:lnSpc>
        <a:spcBef>
          <a:spcPts val="0"/>
        </a:spcBef>
        <a:buFont typeface="+mj-lt"/>
        <a:buNone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226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8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1090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522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98000"/>
        </a:lnSpc>
        <a:spcBef>
          <a:spcPts val="0"/>
        </a:spcBef>
        <a:buFont typeface="+mj-lt"/>
        <a:buNone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174625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5738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70" userDrawn="1">
          <p15:clr>
            <a:srgbClr val="A4A3A4"/>
          </p15:clr>
        </p15:guide>
        <p15:guide id="2" pos="7510" userDrawn="1">
          <p15:clr>
            <a:srgbClr val="A4A3A4"/>
          </p15:clr>
        </p15:guide>
        <p15:guide id="3" orient="horz" pos="3921" userDrawn="1">
          <p15:clr>
            <a:srgbClr val="A4A3A4"/>
          </p15:clr>
        </p15:guide>
        <p15:guide id="4" orient="horz" pos="546" userDrawn="1">
          <p15:clr>
            <a:srgbClr val="A4A3A4"/>
          </p15:clr>
        </p15:guide>
        <p15:guide id="6" orient="horz" pos="172" userDrawn="1">
          <p15:clr>
            <a:srgbClr val="A4A3A4"/>
          </p15:clr>
        </p15:guide>
        <p15:guide id="7" orient="horz" pos="864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C6B5B82-CC2A-6D00-1F19-2CE5ACFBFF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b="1" dirty="0"/>
              <a:t>Department of informatics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3954A1B-BB1F-1482-3D90-E762B4C65B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" y="2440388"/>
            <a:ext cx="2918349" cy="1763716"/>
          </a:xfrm>
        </p:spPr>
        <p:txBody>
          <a:bodyPr/>
          <a:lstStyle/>
          <a:p>
            <a:r>
              <a:rPr lang="en-GB" noProof="0" dirty="0"/>
              <a:t>Informatics II</a:t>
            </a:r>
          </a:p>
          <a:p>
            <a:pPr lvl="1"/>
            <a:r>
              <a:rPr lang="en-GB" dirty="0"/>
              <a:t>Exercise 2</a:t>
            </a:r>
            <a:endParaRPr lang="en-GB" noProof="0" dirty="0"/>
          </a:p>
          <a:p>
            <a:pPr lvl="2"/>
            <a:r>
              <a:rPr lang="en-GB" dirty="0"/>
              <a:t>Grgic Anto</a:t>
            </a:r>
            <a:br>
              <a:rPr lang="en-GB" noProof="0" dirty="0"/>
            </a:br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89836-3FC1-2E7C-818B-1F3193092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Grgic Anto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D6D0C-2C7A-C50E-F3BF-13FABE8C8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noProof="0"/>
              <a:t> 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702509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B64101-747A-FDF3-6216-556138BEE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Schedule (Corrected)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AD68213-3F0E-AB01-62E0-3DA580E38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C99E1E-111F-88ED-C5C0-6A47829CE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2</a:t>
            </a:fld>
            <a:endParaRPr lang="en-GB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15946ECE-37E8-8B2E-C2FE-8429FF534D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0141573"/>
              </p:ext>
            </p:extLst>
          </p:nvPr>
        </p:nvGraphicFramePr>
        <p:xfrm>
          <a:off x="267738" y="628381"/>
          <a:ext cx="7017034" cy="5601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3770">
                  <a:extLst>
                    <a:ext uri="{9D8B030D-6E8A-4147-A177-3AD203B41FA5}">
                      <a16:colId xmlns:a16="http://schemas.microsoft.com/office/drawing/2014/main" val="81376604"/>
                    </a:ext>
                  </a:extLst>
                </a:gridCol>
                <a:gridCol w="6063264">
                  <a:extLst>
                    <a:ext uri="{9D8B030D-6E8A-4147-A177-3AD203B41FA5}">
                      <a16:colId xmlns:a16="http://schemas.microsoft.com/office/drawing/2014/main" val="42620070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Topic</a:t>
                      </a:r>
                      <a:endParaRPr lang="en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4593030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27. Feb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C environment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965701312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06. Mar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dirty="0">
                          <a:effectLst/>
                        </a:rPr>
                        <a:t> Ex1(Introduction to C, basic sorting)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63348291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13. Mar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Ex2 (Recursion)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01401354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20. Mar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Ex3 (Complexity, Correctness)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3241329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27. Mar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Ex4 (Divide and Conquer, Recurrence)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41914963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03. Apr</a:t>
                      </a:r>
                      <a:endParaRPr lang="en-CH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NO LAB (Please attend another class) – Spring break</a:t>
                      </a:r>
                      <a:endParaRPr lang="en-CH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74339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17. Apr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Ex6 (Pointers, Linked Lists)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78196130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24. Apr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Ex7(ADTs, Stacks, Queues)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10450074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01. May</a:t>
                      </a:r>
                      <a:endParaRPr lang="en-CH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NO LAB (Please attend another class) – Labor day</a:t>
                      </a:r>
                      <a:endParaRPr lang="en-CH" dirty="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76440526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dirty="0"/>
                        <a:t>08. May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Ex9 (Hash Tables)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38458159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15. May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Ex10 (Dynamic Programming)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24914372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22. May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Ex11 (Graphs)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90365515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/>
                        <a:t>29. </a:t>
                      </a:r>
                      <a:r>
                        <a:rPr lang="en-US" dirty="0"/>
                        <a:t>May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Recap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52682003"/>
                  </a:ext>
                </a:extLst>
              </a:tr>
              <a:tr h="376489">
                <a:tc>
                  <a:txBody>
                    <a:bodyPr/>
                    <a:lstStyle/>
                    <a:p>
                      <a:r>
                        <a:rPr lang="en-US" dirty="0"/>
                        <a:t>04. Jun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e-CH" dirty="0">
                          <a:effectLst/>
                        </a:rPr>
                        <a:t> Exam at Messe 16:00-19:00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8087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0098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FEFDC-B15D-DDEB-8B06-7311CC7F1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51B799-25B6-C742-7881-5FD1CF6FB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Recursion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C308DF-3C47-26F3-8446-833837E53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29A3B8-7407-0B90-37CB-6D57F7990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3</a:t>
            </a:fld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1092526-C4C3-CB71-A080-922F723E4476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1092526-C4C3-CB71-A080-922F723E447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A31CDB57-6294-EE14-72CE-B648209A73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344" y="2437123"/>
            <a:ext cx="6622576" cy="39556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A244DC1-F590-33C2-97CA-9C33F7F974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344" y="758696"/>
            <a:ext cx="5252437" cy="167842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427428F-9786-1F20-9608-577E9CF022A1}"/>
              </a:ext>
            </a:extLst>
          </p:cNvPr>
          <p:cNvSpPr txBox="1"/>
          <p:nvPr/>
        </p:nvSpPr>
        <p:spPr>
          <a:xfrm>
            <a:off x="5879976" y="748925"/>
            <a:ext cx="5832648" cy="4825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Base case: A simple value is returned. The calling “loop” 	  	   stops and the returning “loop” starts.</a:t>
            </a:r>
            <a:endParaRPr lang="en-CH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B80934-313C-7EAB-6232-3CCB83E9ABC9}"/>
              </a:ext>
            </a:extLst>
          </p:cNvPr>
          <p:cNvSpPr txBox="1"/>
          <p:nvPr/>
        </p:nvSpPr>
        <p:spPr>
          <a:xfrm>
            <a:off x="6341585" y="1345875"/>
            <a:ext cx="5688632" cy="4825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Body: Some kind of operation get applied (Often to the                       </a:t>
            </a:r>
            <a:r>
              <a:rPr lang="en-US" b="1" dirty="0">
                <a:solidFill>
                  <a:schemeClr val="bg1"/>
                </a:solidFill>
              </a:rPr>
              <a:t>r 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 recursive call’s returning value). </a:t>
            </a:r>
            <a:endParaRPr lang="en-CH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FEDFF5-AA5F-D1B1-A899-E5167F908568}"/>
              </a:ext>
            </a:extLst>
          </p:cNvPr>
          <p:cNvSpPr txBox="1"/>
          <p:nvPr/>
        </p:nvSpPr>
        <p:spPr>
          <a:xfrm>
            <a:off x="5505705" y="1988840"/>
            <a:ext cx="5616624" cy="7238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Recursive call: The function calls itself with a parameter 	    	          that depends on the parameter of the 	 	          current iteration. </a:t>
            </a:r>
            <a:endParaRPr lang="en-CH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747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AEBE1-97E4-6FB5-B006-7C718A24A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E09F68-C736-C09D-720A-9A4C9446D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Recursion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A2CD91-9EFE-C4A0-F70F-B107F178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B31756-48D8-EEB1-DD05-6C932365F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4</a:t>
            </a:fld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F1C1135-81B2-9749-672B-4AC6273BA96A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F1C1135-81B2-9749-672B-4AC6273BA9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810D9933-0616-131E-56DF-0F25830DC43E}"/>
              </a:ext>
            </a:extLst>
          </p:cNvPr>
          <p:cNvSpPr txBox="1"/>
          <p:nvPr/>
        </p:nvSpPr>
        <p:spPr>
          <a:xfrm>
            <a:off x="479376" y="1006705"/>
            <a:ext cx="11227848" cy="43431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/>
              <a:t>Why use recursion?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- Sometimes is easier to implement than iterative counterpart.</a:t>
            </a:r>
          </a:p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</a:t>
            </a:r>
          </a:p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- When using divide and </a:t>
            </a:r>
            <a:r>
              <a:rPr lang="de-CH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conquer</a:t>
            </a:r>
            <a:r>
              <a:rPr lang="de-CH" dirty="0"/>
              <a:t> 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algorithms or when solving DPs. (More of it in Ex.4 and Ex.10)</a:t>
            </a:r>
          </a:p>
          <a:p>
            <a:endParaRPr lang="en-US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b="1" dirty="0"/>
              <a:t>Why not use recursion?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- Requires memory space.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- Can perform same calculation multiple times (Without </a:t>
            </a:r>
            <a:r>
              <a:rPr lang="en-US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memoization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). 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- Harder to debug.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3617B9-B655-961F-68D7-284BD58162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3493" y="1583482"/>
            <a:ext cx="5400600" cy="13913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BE415C-59A8-6640-AA07-5E9C4FEAE5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8208" y="695501"/>
            <a:ext cx="3815576" cy="30352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2E821B5-FEF1-8C7F-C0BB-860AE962EF81}"/>
              </a:ext>
            </a:extLst>
          </p:cNvPr>
          <p:cNvSpPr txBox="1"/>
          <p:nvPr/>
        </p:nvSpPr>
        <p:spPr>
          <a:xfrm>
            <a:off x="7128640" y="1971841"/>
            <a:ext cx="795626" cy="4825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/>
              <a:t>VS</a:t>
            </a:r>
            <a:endParaRPr lang="en-CH" sz="3200" b="1" dirty="0"/>
          </a:p>
        </p:txBody>
      </p:sp>
    </p:spTree>
    <p:extLst>
      <p:ext uri="{BB962C8B-B14F-4D97-AF65-F5344CB8AC3E}">
        <p14:creationId xmlns:p14="http://schemas.microsoft.com/office/powerpoint/2010/main" val="3831409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79AEC-4361-626A-D0CE-2927E4074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71D15F-A189-9CEA-5D2E-5418233B0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1.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24E3D7-E7B3-DA74-C946-5471FFD84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AC057A-3CEA-53DE-5609-B313BEFE2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5</a:t>
            </a:fld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28BECC8-F668-F104-1F82-9E24E3827BBE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28BECC8-F668-F104-1F82-9E24E3827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AFF37223-0D84-9FB7-AF20-55D3923A0B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92" y="870744"/>
            <a:ext cx="3271356" cy="177320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FF8606C-5307-7D39-FCDB-CE8D71A6DF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7728" y="692696"/>
            <a:ext cx="3682482" cy="19512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F3DD5F8-8D92-52DD-B77B-E94EF507370F}"/>
              </a:ext>
            </a:extLst>
          </p:cNvPr>
          <p:cNvSpPr txBox="1"/>
          <p:nvPr/>
        </p:nvSpPr>
        <p:spPr>
          <a:xfrm>
            <a:off x="273600" y="3068960"/>
            <a:ext cx="8702720" cy="23857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-What is s, what is e and what is str when we call </a:t>
            </a:r>
            <a:r>
              <a:rPr lang="en-US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RecursiveAlgo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 the 1</a:t>
            </a:r>
            <a:r>
              <a:rPr lang="en-US" b="1" baseline="3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time?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-What are the possible returns of </a:t>
            </a:r>
            <a:r>
              <a:rPr lang="en-US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RecursiveAlgo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()?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-What are the base cases?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-What are the cases we do the recursive call?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-How does str, s and e change when we make the recursive call?</a:t>
            </a:r>
          </a:p>
        </p:txBody>
      </p:sp>
    </p:spTree>
    <p:extLst>
      <p:ext uri="{BB962C8B-B14F-4D97-AF65-F5344CB8AC3E}">
        <p14:creationId xmlns:p14="http://schemas.microsoft.com/office/powerpoint/2010/main" val="3590058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48F82-28C7-021B-F39F-FCFB1A5C7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8B837E-C8A3-94D4-1356-40C077A42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2.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6EBCCCC-F9EC-C840-E3A6-C3E64701E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580905-30AB-E89C-670B-40BEFB9FE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137776-34CF-D85F-E496-4B94D9548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600" y="4005064"/>
            <a:ext cx="11650663" cy="936105"/>
          </a:xfrm>
        </p:spPr>
        <p:txBody>
          <a:bodyPr/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- Compute is by hand.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- Remember the call stack.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DA4DD91-D0AD-928D-4FFC-34BF63C2296A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DA4DD91-D0AD-928D-4FFC-34BF63C229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E88DC111-3C12-4A6B-3BD9-A8267D46A4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68" y="870744"/>
            <a:ext cx="3353268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830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882E9-689D-0142-4424-D63B3FD7D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E574CA-B9AF-95BE-4A29-764A7C00B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3.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E2A08EC-5366-3A5B-4CD6-76F13A8E8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0187FF-28BF-6A09-15FC-75440D767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39BEB5-955A-5739-9335-A0671F2E9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870744"/>
            <a:ext cx="3448275" cy="1334120"/>
          </a:xfrm>
        </p:spPr>
        <p:txBody>
          <a:bodyPr/>
          <a:lstStyle/>
          <a:p>
            <a:r>
              <a:rPr lang="en-US" b="1" dirty="0"/>
              <a:t>- Use recursion:	</a:t>
            </a:r>
          </a:p>
          <a:p>
            <a:pPr lvl="1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- Base case?</a:t>
            </a:r>
          </a:p>
          <a:p>
            <a:pPr lvl="1" indent="0"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Body?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1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- Recursion step?</a:t>
            </a:r>
          </a:p>
          <a:p>
            <a:pPr lvl="1" indent="0">
              <a:buNone/>
            </a:pP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E396DC7-54B1-DE87-244F-0676C04D71DC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E396DC7-54B1-DE87-244F-0676C04D71D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0406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D3761-DFF0-B8A2-F845-634557B81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B72EB4-406C-057D-2790-39CA6B1E2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3.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FAC3D7-85BC-C06C-D6C5-BA2C0AFE2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755846-0358-A1BA-92C9-BDFE3DFA7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8</a:t>
            </a:fld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21A7446-6365-EB31-7778-35BEFD4890A2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21A7446-6365-EB31-7778-35BEFD4890A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0C1E9E91-D19C-E73D-1A7D-CA73D9A2BA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87" y="1628800"/>
            <a:ext cx="11308737" cy="45500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4DCAB3-566F-389F-EAD5-08ACDFFE8F1E}"/>
              </a:ext>
            </a:extLst>
          </p:cNvPr>
          <p:cNvSpPr txBox="1"/>
          <p:nvPr/>
        </p:nvSpPr>
        <p:spPr>
          <a:xfrm>
            <a:off x="403887" y="1012872"/>
            <a:ext cx="6480720" cy="2412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See animation on Olat:</a:t>
            </a:r>
            <a:endParaRPr lang="en-CH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301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4CDC5-591D-B656-E12B-F9F432D6E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B259B6-0E92-60E1-00E4-D82B2D2F9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3.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9E0C21E-C12C-35A7-161D-965054CBC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2590AD-FFC1-FB7D-7BDF-E64878E84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9</a:t>
            </a:fld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94601B8-4F2A-8290-DF85-ABD22527A3CD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94601B8-4F2A-8290-DF85-ABD22527A3C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EB76B22-7B49-2988-B4C6-249AC0F31668}"/>
              </a:ext>
            </a:extLst>
          </p:cNvPr>
          <p:cNvSpPr txBox="1"/>
          <p:nvPr/>
        </p:nvSpPr>
        <p:spPr>
          <a:xfrm>
            <a:off x="191344" y="990548"/>
            <a:ext cx="6480720" cy="2412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Understanding the solution:</a:t>
            </a:r>
            <a:endParaRPr lang="en-CH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799C1A-2E39-D032-710E-8714B103F2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344" y="1556792"/>
            <a:ext cx="11592928" cy="3589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649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0E117-D21D-CF3A-FF54-07F96C7C8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FCE0D0-5009-8E5F-D387-FACFDD2EA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4.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25C35C-18B1-BDEC-5A37-1AFB544A6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02662A-BEAA-2217-A01F-929085791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10</a:t>
            </a:fld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8238EF9-3C6E-8F4A-3E88-B06F56BD7867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8238EF9-3C6E-8F4A-3E88-B06F56BD78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EFC4CA45-1608-F5CD-2010-04DC00886C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39"/>
          <a:stretch>
            <a:fillRect/>
          </a:stretch>
        </p:blipFill>
        <p:spPr>
          <a:xfrm>
            <a:off x="203966" y="870743"/>
            <a:ext cx="7352264" cy="320632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F717EBA-B3DA-FD09-659D-49D4379C003C}"/>
              </a:ext>
            </a:extLst>
          </p:cNvPr>
          <p:cNvSpPr txBox="1"/>
          <p:nvPr/>
        </p:nvSpPr>
        <p:spPr>
          <a:xfrm flipH="1">
            <a:off x="273191" y="5215986"/>
            <a:ext cx="6223359" cy="48256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This is how you find out the size on an array in the main (it doesn’t work in functions)</a:t>
            </a:r>
            <a:endParaRPr lang="en-CH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8641EB0-AADD-9483-D981-8C21F2ACC5B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4429"/>
          <a:stretch>
            <a:fillRect/>
          </a:stretch>
        </p:blipFill>
        <p:spPr>
          <a:xfrm>
            <a:off x="123436" y="4637747"/>
            <a:ext cx="6373114" cy="331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517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5A69C-C81F-39DB-EA0F-E776E25B5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4C2971-EDBE-87A7-6BA5-410D9B8A8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Grgic Anto</a:t>
            </a:r>
            <a:endParaRPr lang="en-GB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39C969-EDC9-4034-C46E-9D56BCED2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B70483-9410-FACF-0934-51DAB32DD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461" y="870744"/>
            <a:ext cx="10648715" cy="515054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</a:t>
            </a: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Thank you for your attention.</a:t>
            </a:r>
            <a:b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b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If you have any question write in the Olat forum or come up to me.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EC6D648-79AD-958C-A6EA-55977F4CE9AC}"/>
                  </a:ext>
                </a:extLst>
              </p14:cNvPr>
              <p14:cNvContentPartPr/>
              <p14:nvPr/>
            </p14:nvContentPartPr>
            <p14:xfrm>
              <a:off x="-203250" y="4196930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EC6D648-79AD-958C-A6EA-55977F4CE9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209370" y="419081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116916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Uni Zürich">
      <a:dk1>
        <a:sysClr val="windowText" lastClr="000000"/>
      </a:dk1>
      <a:lt1>
        <a:sysClr val="window" lastClr="FFFFFF"/>
      </a:lt1>
      <a:dk2>
        <a:srgbClr val="666666"/>
      </a:dk2>
      <a:lt2>
        <a:srgbClr val="D7D7D7"/>
      </a:lt2>
      <a:accent1>
        <a:srgbClr val="0028A5"/>
      </a:accent1>
      <a:accent2>
        <a:srgbClr val="4AC9E3"/>
      </a:accent2>
      <a:accent3>
        <a:srgbClr val="A4D233"/>
      </a:accent3>
      <a:accent4>
        <a:srgbClr val="FFC845"/>
      </a:accent4>
      <a:accent5>
        <a:srgbClr val="FC4C02"/>
      </a:accent5>
      <a:accent6>
        <a:srgbClr val="BF0D3E"/>
      </a:accent6>
      <a:hlink>
        <a:srgbClr val="000000"/>
      </a:hlink>
      <a:folHlink>
        <a:srgbClr val="000000"/>
      </a:folHlink>
    </a:clrScheme>
    <a:fontScheme name="Uni Zürich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uzh-presentation-en" id="{1E472478-859B-544F-8FDA-30F40BD221B0}" vid="{E0316969-E371-664E-B793-DAC528073B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c24777f-78b6-4f3c-a73a-d5fa08e4d537" xsi:nil="true"/>
    <lcf76f155ced4ddcb4097134ff3c332f xmlns="c9077d15-72ed-4fec-bcfe-3472729e919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E594130A2AF244FBF3F304D904ED593" ma:contentTypeVersion="18" ma:contentTypeDescription="Ein neues Dokument erstellen." ma:contentTypeScope="" ma:versionID="9c227ad3ab8d826471e210bb857ebfda">
  <xsd:schema xmlns:xsd="http://www.w3.org/2001/XMLSchema" xmlns:xs="http://www.w3.org/2001/XMLSchema" xmlns:p="http://schemas.microsoft.com/office/2006/metadata/properties" xmlns:ns2="c9077d15-72ed-4fec-bcfe-3472729e9195" xmlns:ns3="bc24777f-78b6-4f3c-a73a-d5fa08e4d537" targetNamespace="http://schemas.microsoft.com/office/2006/metadata/properties" ma:root="true" ma:fieldsID="2a0acd45fe6cc66a06723547185abeb0" ns2:_="" ns3:_="">
    <xsd:import namespace="c9077d15-72ed-4fec-bcfe-3472729e9195"/>
    <xsd:import namespace="bc24777f-78b6-4f3c-a73a-d5fa08e4d5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077d15-72ed-4fec-bcfe-3472729e91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Bildmarkierungen" ma:readOnly="false" ma:fieldId="{5cf76f15-5ced-4ddc-b409-7134ff3c332f}" ma:taxonomyMulti="true" ma:sspId="7fbe3b91-0d7a-4fca-85de-75d49bc052c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24777f-78b6-4f3c-a73a-d5fa08e4d537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523888c3-3691-4ee2-9093-74875a1c94d8}" ma:internalName="TaxCatchAll" ma:showField="CatchAllData" ma:web="bc24777f-78b6-4f3c-a73a-d5fa08e4d5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26B806-0237-4942-A1FD-5C97285908C2}">
  <ds:schemaRefs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c9077d15-72ed-4fec-bcfe-3472729e9195"/>
    <ds:schemaRef ds:uri="http://purl.org/dc/dcmitype/"/>
    <ds:schemaRef ds:uri="bc24777f-78b6-4f3c-a73a-d5fa08e4d537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B6B7BE2-63AD-4C37-AC44-F0E4FC348E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B8C4983-C2B9-40A5-988A-6394CBDA55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077d15-72ed-4fec-bcfe-3472729e9195"/>
    <ds:schemaRef ds:uri="bc24777f-78b6-4f3c-a73a-d5fa08e4d5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uzh-presentation-en</Template>
  <TotalTime>1517</TotalTime>
  <Words>507</Words>
  <Application>Microsoft Office PowerPoint</Application>
  <PresentationFormat>Widescreen</PresentationFormat>
  <Paragraphs>103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Source Sans Pro</vt:lpstr>
      <vt:lpstr>Source Sans Pro SemiBold</vt:lpstr>
      <vt:lpstr>Benutzerdefiniertes Design</vt:lpstr>
      <vt:lpstr>PowerPoint Presentation</vt:lpstr>
      <vt:lpstr>Schedule (Corrected)</vt:lpstr>
      <vt:lpstr>Recursion</vt:lpstr>
      <vt:lpstr>Recursion</vt:lpstr>
      <vt:lpstr>Task 1.</vt:lpstr>
      <vt:lpstr>Task 2.</vt:lpstr>
      <vt:lpstr>Task 3.</vt:lpstr>
      <vt:lpstr>Task 3.</vt:lpstr>
      <vt:lpstr>Task 3.</vt:lpstr>
      <vt:lpstr>Task 4.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 Grgic</dc:creator>
  <dc:description>erstellt durch Vorlagenbauer.ch</dc:description>
  <cp:lastModifiedBy>Anto Grgic</cp:lastModifiedBy>
  <cp:revision>12</cp:revision>
  <dcterms:created xsi:type="dcterms:W3CDTF">2026-02-24T14:10:36Z</dcterms:created>
  <dcterms:modified xsi:type="dcterms:W3CDTF">2026-03-13T07:03:28Z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0x0101000E594130A2AF244FBF3F304D904ED593</vt:lpwstr>
  </property>
  <property fmtid="{D5CDD505-2E9C-101B-9397-08002B2CF9AE}" pid="3" name="MediaServiceImageTags">
    <vt:lpwstr/>
  </property>
</Properties>
</file>