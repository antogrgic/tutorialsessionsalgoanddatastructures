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4"/>
  </p:sldMasterIdLst>
  <p:notesMasterIdLst>
    <p:notesMasterId r:id="rId15"/>
  </p:notesMasterIdLst>
  <p:handoutMasterIdLst>
    <p:handoutMasterId r:id="rId16"/>
  </p:handoutMasterIdLst>
  <p:sldIdLst>
    <p:sldId id="346" r:id="rId5"/>
    <p:sldId id="335" r:id="rId6"/>
    <p:sldId id="350" r:id="rId7"/>
    <p:sldId id="351" r:id="rId8"/>
    <p:sldId id="352" r:id="rId9"/>
    <p:sldId id="353" r:id="rId10"/>
    <p:sldId id="355" r:id="rId11"/>
    <p:sldId id="354" r:id="rId12"/>
    <p:sldId id="356" r:id="rId13"/>
    <p:sldId id="357" r:id="rId14"/>
  </p:sldIdLst>
  <p:sldSz cx="12192000" cy="6858000"/>
  <p:notesSz cx="6858000" cy="9144000"/>
  <p:defaultTextStyle>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9152458D-D975-4659-9756-A6BAF0E2F024}">
          <p14:sldIdLst>
            <p14:sldId id="346"/>
            <p14:sldId id="335"/>
            <p14:sldId id="350"/>
            <p14:sldId id="351"/>
            <p14:sldId id="352"/>
            <p14:sldId id="353"/>
            <p14:sldId id="355"/>
            <p14:sldId id="354"/>
            <p14:sldId id="356"/>
            <p14:sldId id="35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7F7F7"/>
    <a:srgbClr val="0028A5"/>
    <a:srgbClr val="FF66FF"/>
    <a:srgbClr val="A4D233"/>
    <a:srgbClr val="FFFFFF"/>
    <a:srgbClr val="F1F3F3"/>
    <a:srgbClr val="E5EAE9"/>
    <a:srgbClr val="E1D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0E951-F767-40FB-8981-BDCADE0C3650}">
  <a:tblStyle styleId="{CA20E951-F767-40FB-8981-BDCADE0C3650}" styleName="UZH Standard">
    <a:wholeTbl>
      <a:tcTxStyle>
        <a:fontRef idx="minor">
          <a:prstClr val="black"/>
        </a:fontRef>
        <a:schemeClr val="dk1"/>
      </a:tcTxStyle>
      <a:tcStyle>
        <a:tcBdr>
          <a:left>
            <a:ln>
              <a:noFill/>
            </a:ln>
          </a:left>
          <a:right>
            <a:ln>
              <a:noFill/>
            </a:ln>
          </a:right>
          <a:top>
            <a:ln>
              <a:noFill/>
            </a:ln>
          </a:top>
          <a:bottom>
            <a:ln w="4233" cmpd="sng">
              <a:solidFill>
                <a:schemeClr val="dk1"/>
              </a:solidFill>
            </a:ln>
          </a:bottom>
          <a:insideH>
            <a:ln w="4233" cmpd="sng">
              <a:solidFill>
                <a:schemeClr val="dk1"/>
              </a:solidFill>
            </a:ln>
          </a:insideH>
          <a:insideV>
            <a:ln>
              <a:noFill/>
            </a:ln>
          </a:insideV>
        </a:tcBdr>
        <a:fill>
          <a:noFill/>
        </a:fill>
      </a:tcStyle>
    </a:wholeTbl>
    <a:band1H>
      <a:tcTxStyle>
        <a:schemeClr val="dk1"/>
      </a:tcTxStyle>
      <a:tcStyle>
        <a:tcBdr/>
        <a:fill>
          <a:noFill/>
        </a:fill>
      </a:tcStyle>
    </a:band1H>
    <a:band2H>
      <a:tcTxStyle>
        <a:schemeClr val="dk1"/>
      </a:tcTxStyle>
      <a:tcStyle>
        <a:tcBdr/>
        <a:fill>
          <a:noFill/>
        </a:fill>
      </a:tcStyle>
    </a:band2H>
    <a:band1V>
      <a:tcTxStyle>
        <a:schemeClr val="dk1"/>
      </a:tcTxStyle>
      <a:tcStyle>
        <a:tcBdr/>
        <a:fill>
          <a:noFill/>
        </a:fill>
      </a:tcStyle>
    </a:band1V>
    <a:band2V>
      <a:tcTxStyle>
        <a:schemeClr val="dk1"/>
      </a:tcTxStyle>
      <a:tcStyle>
        <a:tcBdr/>
        <a:fill>
          <a:noFill/>
        </a:fill>
      </a:tcStyle>
    </a:band2V>
    <a:lastCol>
      <a:tcTxStyle>
        <a:fontRef idx="major"/>
        <a:schemeClr val="dk1"/>
      </a:tcTxStyle>
      <a:tcStyle>
        <a:tcBdr/>
        <a:fill>
          <a:noFill/>
        </a:fill>
      </a:tcStyle>
    </a:lastCol>
    <a:firstCol>
      <a:tcTxStyle>
        <a:fontRef idx="major"/>
        <a:schemeClr val="dk1"/>
      </a:tcTxStyle>
      <a:tcStyle>
        <a:tcBdr/>
        <a:fill>
          <a:noFill/>
        </a:fill>
      </a:tcStyle>
    </a:firstCol>
    <a:lastRow>
      <a:tcTxStyle>
        <a:fontRef idx="major"/>
        <a:schemeClr val="dk1"/>
      </a:tcTxStyle>
      <a:tcStyle>
        <a:tcBdr>
          <a:top>
            <a:ln w="4233" cmpd="sng">
              <a:solidFill>
                <a:schemeClr val="dk1"/>
              </a:solidFill>
            </a:ln>
          </a:top>
          <a:bottom>
            <a:ln w="4233" cmpd="sng">
              <a:solidFill>
                <a:schemeClr val="dk1"/>
              </a:solidFill>
            </a:ln>
          </a:bottom>
        </a:tcBdr>
        <a:fill>
          <a:noFill/>
        </a:fill>
      </a:tcStyle>
    </a:lastRow>
    <a:firstRow>
      <a:tcTxStyle b="on">
        <a:fontRef idx="major"/>
        <a:schemeClr val="dk1"/>
      </a:tcTxStyle>
      <a:tcStyle>
        <a:tcBdr>
          <a:top>
            <a:ln>
              <a:noFill/>
            </a:ln>
          </a:top>
          <a:bottom>
            <a:ln w="12700" cmpd="sng">
              <a:solidFill>
                <a:schemeClr val="dk1"/>
              </a:solidFill>
            </a:ln>
          </a:bottom>
        </a:tcBdr>
        <a:fill>
          <a:no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48" autoAdjust="0"/>
    <p:restoredTop sz="94694" autoAdjust="0"/>
  </p:normalViewPr>
  <p:slideViewPr>
    <p:cSldViewPr showGuides="1">
      <p:cViewPr>
        <p:scale>
          <a:sx n="75" d="100"/>
          <a:sy n="75" d="100"/>
        </p:scale>
        <p:origin x="27" y="-237"/>
      </p:cViewPr>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3" d="100"/>
          <a:sy n="53" d="100"/>
        </p:scale>
        <p:origin x="2334" y="2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6672" y="229395"/>
            <a:ext cx="4320480" cy="310159"/>
          </a:xfrm>
          <a:prstGeom prst="rect">
            <a:avLst/>
          </a:prstGeom>
        </p:spPr>
        <p:txBody>
          <a:bodyPr vert="horz" lIns="0" tIns="0" rIns="0" bIns="0" rtlCol="0"/>
          <a:lstStyle>
            <a:lvl1pPr algn="l">
              <a:defRPr sz="1200"/>
            </a:lvl1pPr>
          </a:lstStyle>
          <a:p>
            <a:r>
              <a:rPr lang="de-CH" sz="900"/>
              <a:t>Kopfzeilentext</a:t>
            </a:r>
            <a:endParaRPr lang="de-CH" sz="900" dirty="0"/>
          </a:p>
        </p:txBody>
      </p:sp>
      <p:sp>
        <p:nvSpPr>
          <p:cNvPr id="3" name="Datumsplatzhalter 2"/>
          <p:cNvSpPr>
            <a:spLocks noGrp="1"/>
          </p:cNvSpPr>
          <p:nvPr>
            <p:ph type="dt" sz="quarter" idx="1"/>
          </p:nvPr>
        </p:nvSpPr>
        <p:spPr>
          <a:xfrm>
            <a:off x="5137720" y="229395"/>
            <a:ext cx="1243608" cy="310159"/>
          </a:xfrm>
          <a:prstGeom prst="rect">
            <a:avLst/>
          </a:prstGeom>
        </p:spPr>
        <p:txBody>
          <a:bodyPr vert="horz" lIns="0" tIns="0" rIns="0" bIns="0" rtlCol="0"/>
          <a:lstStyle>
            <a:lvl1pPr algn="r">
              <a:defRPr sz="1200"/>
            </a:lvl1pPr>
          </a:lstStyle>
          <a:p>
            <a:fld id="{EEC665CA-D682-48EC-95D2-126FD6449D65}" type="datetime1">
              <a:rPr lang="de-CH" sz="900" smtClean="0"/>
              <a:t>27.02.2026</a:t>
            </a:fld>
            <a:endParaRPr lang="de-CH" sz="900"/>
          </a:p>
        </p:txBody>
      </p:sp>
      <p:sp>
        <p:nvSpPr>
          <p:cNvPr id="4" name="Fußzeilenplatzhalter 3"/>
          <p:cNvSpPr>
            <a:spLocks noGrp="1"/>
          </p:cNvSpPr>
          <p:nvPr>
            <p:ph type="ftr" sz="quarter" idx="2"/>
          </p:nvPr>
        </p:nvSpPr>
        <p:spPr>
          <a:xfrm>
            <a:off x="476672" y="8489144"/>
            <a:ext cx="4320480" cy="331331"/>
          </a:xfrm>
          <a:prstGeom prst="rect">
            <a:avLst/>
          </a:prstGeom>
        </p:spPr>
        <p:txBody>
          <a:bodyPr vert="horz" lIns="0" tIns="0" rIns="0" bIns="0" rtlCol="0" anchor="b"/>
          <a:lstStyle>
            <a:lvl1pPr algn="l">
              <a:defRPr sz="1200"/>
            </a:lvl1pPr>
          </a:lstStyle>
          <a:p>
            <a:r>
              <a:rPr lang="de-CH" sz="900"/>
              <a:t>Fusszeilentext</a:t>
            </a:r>
            <a:endParaRPr lang="de-CH" sz="900" dirty="0"/>
          </a:p>
        </p:txBody>
      </p:sp>
      <p:sp>
        <p:nvSpPr>
          <p:cNvPr id="5" name="Foliennummernplatzhalter 4"/>
          <p:cNvSpPr>
            <a:spLocks noGrp="1"/>
          </p:cNvSpPr>
          <p:nvPr>
            <p:ph type="sldNum" sz="quarter" idx="3"/>
          </p:nvPr>
        </p:nvSpPr>
        <p:spPr>
          <a:xfrm>
            <a:off x="5137720" y="8489146"/>
            <a:ext cx="1243608" cy="331329"/>
          </a:xfrm>
          <a:prstGeom prst="rect">
            <a:avLst/>
          </a:prstGeom>
        </p:spPr>
        <p:txBody>
          <a:bodyPr vert="horz" lIns="0" tIns="0" rIns="0" bIns="0" rtlCol="0" anchor="b"/>
          <a:lstStyle>
            <a:lvl1pPr algn="r">
              <a:defRPr sz="1200"/>
            </a:lvl1pPr>
          </a:lstStyle>
          <a:p>
            <a:fld id="{2CEDAA2C-602C-494B-9BFF-F0D7FF14E319}" type="slidenum">
              <a:rPr lang="de-CH" sz="900" smtClean="0"/>
              <a:t>‹#›</a:t>
            </a:fld>
            <a:endParaRPr lang="de-CH" sz="900" dirty="0"/>
          </a:p>
        </p:txBody>
      </p:sp>
    </p:spTree>
    <p:extLst>
      <p:ext uri="{BB962C8B-B14F-4D97-AF65-F5344CB8AC3E}">
        <p14:creationId xmlns:p14="http://schemas.microsoft.com/office/powerpoint/2010/main" val="1625002673"/>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09:17:21.154"/>
    </inkml:context>
    <inkml:brush xml:id="br0">
      <inkml:brushProperty name="width" value="0.035" units="cm"/>
      <inkml:brushProperty name="height" value="0.035" units="cm"/>
      <inkml:brushProperty name="color" value="#E71224"/>
    </inkml:brush>
  </inkml:definitions>
  <inkml:trace contextRef="#ctx0" brushRef="#br0">1 7 24575,'42'1'0,"45"-2"0,-19-5 0,-20 5 0,47 2 0,-82 1 0,0 0 0,15 5 0,5 1 0,-21-6 0,0-1 0,22-1 0,8 0 0,42 7 0,-51-5 0,51-2 0,-30-1 0,-18 1 0,38 0 0,-44-3 0,30-1 0,-45 4 0,-9 1 0,1-1 0,-1 0 0,0-1 0,1 1 0,-1-1 0,0-1 0,10-2 0,-9 2 0,-1 1 0,0 0 0,1 0 0,-1 1 0,1 0 0,0 0 0,-1 0 0,13 3 0,15 0 0,-27-3-273,-1 0 0,0 1 0,0 0 0,8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09:17:24.550"/>
    </inkml:context>
    <inkml:brush xml:id="br0">
      <inkml:brushProperty name="width" value="0.035" units="cm"/>
      <inkml:brushProperty name="height" value="0.035" units="cm"/>
      <inkml:brushProperty name="color" value="#E71224"/>
    </inkml:brush>
  </inkml:definitions>
  <inkml:trace contextRef="#ctx0" brushRef="#br0">1 1 24575,'254'0'0,"-248"1"-1365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6T09:16:34.97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lienbildplatzhalter 11"/>
          <p:cNvSpPr>
            <a:spLocks noGrp="1" noRot="1" noChangeAspect="1"/>
          </p:cNvSpPr>
          <p:nvPr>
            <p:ph type="sldImg" idx="2"/>
          </p:nvPr>
        </p:nvSpPr>
        <p:spPr>
          <a:xfrm>
            <a:off x="764704" y="899592"/>
            <a:ext cx="5560412" cy="3127732"/>
          </a:xfrm>
          <a:prstGeom prst="rect">
            <a:avLst/>
          </a:prstGeom>
          <a:noFill/>
          <a:ln w="3175">
            <a:solidFill>
              <a:prstClr val="black"/>
            </a:solidFill>
          </a:ln>
        </p:spPr>
        <p:txBody>
          <a:bodyPr vert="horz" lIns="91440" tIns="45720" rIns="91440" bIns="45720" rtlCol="0" anchor="ctr"/>
          <a:lstStyle/>
          <a:p>
            <a:endParaRPr lang="de-CH"/>
          </a:p>
        </p:txBody>
      </p:sp>
      <p:sp>
        <p:nvSpPr>
          <p:cNvPr id="14" name="Fußzeilenplatzhalter 13"/>
          <p:cNvSpPr>
            <a:spLocks noGrp="1"/>
          </p:cNvSpPr>
          <p:nvPr>
            <p:ph type="ftr" sz="quarter" idx="4"/>
          </p:nvPr>
        </p:nvSpPr>
        <p:spPr>
          <a:xfrm>
            <a:off x="775244" y="8712000"/>
            <a:ext cx="2230428" cy="179512"/>
          </a:xfrm>
          <a:prstGeom prst="rect">
            <a:avLst/>
          </a:prstGeom>
        </p:spPr>
        <p:txBody>
          <a:bodyPr vert="horz" lIns="0" tIns="0" rIns="0" bIns="0" rtlCol="0" anchor="t"/>
          <a:lstStyle>
            <a:lvl1pPr algn="l">
              <a:defRPr sz="900"/>
            </a:lvl1pPr>
          </a:lstStyle>
          <a:p>
            <a:r>
              <a:rPr lang="de-CH" dirty="0"/>
              <a:t>Fusszeilentext</a:t>
            </a:r>
          </a:p>
        </p:txBody>
      </p:sp>
      <p:sp>
        <p:nvSpPr>
          <p:cNvPr id="15" name="Foliennummernplatzhalter 14"/>
          <p:cNvSpPr>
            <a:spLocks noGrp="1"/>
          </p:cNvSpPr>
          <p:nvPr>
            <p:ph type="sldNum" sz="quarter" idx="5"/>
          </p:nvPr>
        </p:nvSpPr>
        <p:spPr>
          <a:xfrm>
            <a:off x="5462663" y="8712000"/>
            <a:ext cx="871173" cy="179512"/>
          </a:xfrm>
          <a:prstGeom prst="rect">
            <a:avLst/>
          </a:prstGeom>
        </p:spPr>
        <p:txBody>
          <a:bodyPr vert="horz" lIns="0" tIns="0" rIns="0" bIns="0" rtlCol="0" anchor="t"/>
          <a:lstStyle>
            <a:lvl1pPr algn="r">
              <a:defRPr sz="900"/>
            </a:lvl1pPr>
          </a:lstStyle>
          <a:p>
            <a:fld id="{83C81C81-E364-4366-A610-2DB15FF98538}" type="slidenum">
              <a:rPr lang="de-CH" smtClean="0"/>
              <a:pPr/>
              <a:t>‹#›</a:t>
            </a:fld>
            <a:endParaRPr lang="de-CH" dirty="0"/>
          </a:p>
        </p:txBody>
      </p:sp>
      <p:sp>
        <p:nvSpPr>
          <p:cNvPr id="16" name="Notizenplatzhalter 15"/>
          <p:cNvSpPr>
            <a:spLocks noGrp="1"/>
          </p:cNvSpPr>
          <p:nvPr>
            <p:ph type="body" sz="quarter" idx="3"/>
          </p:nvPr>
        </p:nvSpPr>
        <p:spPr>
          <a:xfrm>
            <a:off x="773424" y="4283968"/>
            <a:ext cx="5560412" cy="4248472"/>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17" name="Datumsplatzhalter 16"/>
          <p:cNvSpPr>
            <a:spLocks noGrp="1"/>
          </p:cNvSpPr>
          <p:nvPr>
            <p:ph type="dt" idx="1"/>
          </p:nvPr>
        </p:nvSpPr>
        <p:spPr>
          <a:xfrm>
            <a:off x="4229809" y="425838"/>
            <a:ext cx="2095308" cy="185722"/>
          </a:xfrm>
          <a:prstGeom prst="rect">
            <a:avLst/>
          </a:prstGeom>
        </p:spPr>
        <p:txBody>
          <a:bodyPr vert="horz" lIns="0" tIns="0" rIns="0" bIns="0" rtlCol="0"/>
          <a:lstStyle>
            <a:lvl1pPr algn="r">
              <a:defRPr sz="900"/>
            </a:lvl1pPr>
          </a:lstStyle>
          <a:p>
            <a:fld id="{A17AAF7D-4283-4014-80F4-26E915FEACF8}" type="datetime1">
              <a:rPr lang="de-CH" smtClean="0"/>
              <a:t>27.02.2026</a:t>
            </a:fld>
            <a:endParaRPr lang="de-CH" dirty="0"/>
          </a:p>
        </p:txBody>
      </p:sp>
      <p:sp>
        <p:nvSpPr>
          <p:cNvPr id="18" name="Kopfzeilenplatzhalter 17"/>
          <p:cNvSpPr>
            <a:spLocks noGrp="1"/>
          </p:cNvSpPr>
          <p:nvPr>
            <p:ph type="hdr" sz="quarter"/>
          </p:nvPr>
        </p:nvSpPr>
        <p:spPr>
          <a:xfrm>
            <a:off x="764704" y="432000"/>
            <a:ext cx="3249080" cy="179560"/>
          </a:xfrm>
          <a:prstGeom prst="rect">
            <a:avLst/>
          </a:prstGeom>
        </p:spPr>
        <p:txBody>
          <a:bodyPr vert="horz" lIns="0" tIns="0" rIns="0" bIns="0" rtlCol="0"/>
          <a:lstStyle>
            <a:lvl1pPr algn="l">
              <a:defRPr sz="900"/>
            </a:lvl1pPr>
          </a:lstStyle>
          <a:p>
            <a:r>
              <a:rPr lang="de-CH"/>
              <a:t>Kopfzeilentext</a:t>
            </a:r>
            <a:endParaRPr lang="de-CH" dirty="0"/>
          </a:p>
        </p:txBody>
      </p:sp>
    </p:spTree>
    <p:extLst>
      <p:ext uri="{BB962C8B-B14F-4D97-AF65-F5344CB8AC3E}">
        <p14:creationId xmlns:p14="http://schemas.microsoft.com/office/powerpoint/2010/main" val="31170970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Aft>
        <a:spcPts val="600"/>
      </a:spcAft>
      <a:defRPr sz="1100" kern="1200">
        <a:solidFill>
          <a:schemeClr val="tx1"/>
        </a:solidFill>
        <a:latin typeface="+mn-lt"/>
        <a:ea typeface="+mn-ea"/>
        <a:cs typeface="+mn-cs"/>
      </a:defRPr>
    </a:lvl1pPr>
    <a:lvl2pPr marL="177800"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2pPr>
    <a:lvl3pPr marL="357188" indent="-17938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3pPr>
    <a:lvl4pPr marL="534988"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4pPr>
    <a:lvl5pPr marL="720725" indent="-18573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mit Universitätseinhei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80000"/>
            <a:ext cx="11652249" cy="5513115"/>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solidFill>
                  <a:schemeClr val="bg1"/>
                </a:solidFill>
              </a:defRPr>
            </a:lvl1pPr>
          </a:lstStyle>
          <a:p>
            <a:fld id="{C515E362-FD09-4668-88D0-DD938814C8D5}" type="datetime1">
              <a:rPr lang="en-GB" noProof="0" smtClean="0"/>
              <a:t>27/02/2026</a:t>
            </a:fld>
            <a:endParaRPr lang="en-GB" noProof="0"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p:spPr>
        <p:txBody>
          <a:bodyPr/>
          <a:lstStyle>
            <a:lvl1pPr>
              <a:defRPr sz="100">
                <a:solidFill>
                  <a:schemeClr val="bg1"/>
                </a:solidFill>
              </a:defRPr>
            </a:lvl1pPr>
          </a:lstStyle>
          <a:p>
            <a:r>
              <a:rPr lang="en-GB" noProof="0"/>
              <a:t>Grgic Anto</a:t>
            </a:r>
            <a:endParaRPr lang="en-GB" noProof="0" dirty="0"/>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solidFill>
                  <a:schemeClr val="bg1"/>
                </a:solidFill>
              </a:defRPr>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cxnSp>
        <p:nvCxnSpPr>
          <p:cNvPr id="14" name="Gerader Verbinder 13">
            <a:extLst>
              <a:ext uri="{FF2B5EF4-FFF2-40B4-BE49-F238E27FC236}">
                <a16:creationId xmlns:a16="http://schemas.microsoft.com/office/drawing/2014/main" id="{7D526C9F-D78C-A1C8-B22D-122736EC2F5E}"/>
              </a:ext>
            </a:extLst>
          </p:cNvPr>
          <p:cNvCxnSpPr/>
          <p:nvPr userDrawn="1"/>
        </p:nvCxnSpPr>
        <p:spPr>
          <a:xfrm>
            <a:off x="2134800" y="268547"/>
            <a:ext cx="0" cy="5400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5" name="Textplatzhalter 12">
            <a:extLst>
              <a:ext uri="{FF2B5EF4-FFF2-40B4-BE49-F238E27FC236}">
                <a16:creationId xmlns:a16="http://schemas.microsoft.com/office/drawing/2014/main" id="{7B00AE1C-C971-C5C1-1DCB-41F3370C34D2}"/>
              </a:ext>
            </a:extLst>
          </p:cNvPr>
          <p:cNvSpPr>
            <a:spLocks noGrp="1"/>
          </p:cNvSpPr>
          <p:nvPr>
            <p:ph type="body" sz="quarter" idx="14" hasCustomPrompt="1"/>
          </p:nvPr>
        </p:nvSpPr>
        <p:spPr>
          <a:xfrm>
            <a:off x="2412000" y="273600"/>
            <a:ext cx="3465505" cy="536400"/>
          </a:xfrm>
        </p:spPr>
        <p:txBody>
          <a:bodyPr anchor="ctr"/>
          <a:lstStyle>
            <a:lvl1pPr>
              <a:lnSpc>
                <a:spcPct val="97000"/>
              </a:lnSpc>
              <a:defRPr sz="1300" spc="-20" baseline="0">
                <a:latin typeface="Source Sans Pro SemiBold" panose="020B0603030403020204" pitchFamily="34" charset="0"/>
              </a:defRPr>
            </a:lvl1pPr>
          </a:lstStyle>
          <a:p>
            <a:pPr lvl="0"/>
            <a:r>
              <a:rPr lang="en-GB" noProof="0" dirty="0" err="1"/>
              <a:t>Organisationseinheit</a:t>
            </a:r>
            <a:endParaRPr lang="en-GB" noProof="0" dirty="0"/>
          </a:p>
        </p:txBody>
      </p:sp>
      <p:sp>
        <p:nvSpPr>
          <p:cNvPr id="5" name="Textplatzhalter 4">
            <a:extLst>
              <a:ext uri="{FF2B5EF4-FFF2-40B4-BE49-F238E27FC236}">
                <a16:creationId xmlns:a16="http://schemas.microsoft.com/office/drawing/2014/main" id="{AEEBEE38-90C0-68F8-53F6-37ACBFF1050F}"/>
              </a:ext>
            </a:extLst>
          </p:cNvPr>
          <p:cNvSpPr>
            <a:spLocks noGrp="1"/>
          </p:cNvSpPr>
          <p:nvPr>
            <p:ph type="body" sz="quarter" idx="15"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Tree>
    <p:extLst>
      <p:ext uri="{BB962C8B-B14F-4D97-AF65-F5344CB8AC3E}">
        <p14:creationId xmlns:p14="http://schemas.microsoft.com/office/powerpoint/2010/main" val="2970711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Logo">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78185"/>
            <a:ext cx="11652249" cy="5513115"/>
          </a:xfrm>
          <a:pattFill prst="lgCheck">
            <a:fgClr>
              <a:schemeClr val="bg1">
                <a:lumMod val="85000"/>
              </a:schemeClr>
            </a:fgClr>
            <a:bgClr>
              <a:schemeClr val="bg1"/>
            </a:bgClr>
          </a:pattFill>
        </p:spPr>
        <p:txBody>
          <a:bodyPr tIns="720000" anchor="ctr" anchorCtr="0"/>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lvl1pPr>
          </a:lstStyle>
          <a:p>
            <a:fld id="{B7827833-B3EB-4D22-BDF4-3587D1185BAB}" type="datetime1">
              <a:rPr lang="en-GB" noProof="0" smtClean="0"/>
              <a:t>27/02/2026</a:t>
            </a:fld>
            <a:endParaRPr lang="en-GB" noProof="0"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p:spPr>
        <p:txBody>
          <a:bodyPr/>
          <a:lstStyle>
            <a:lvl1pPr>
              <a:defRPr sz="100"/>
            </a:lvl1pPr>
          </a:lstStyle>
          <a:p>
            <a:r>
              <a:rPr lang="en-GB" noProof="0"/>
              <a:t>Grgic Anto</a:t>
            </a:r>
            <a:endParaRPr lang="en-GB" noProof="0" dirty="0"/>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5" name="Textplatzhalter 4">
            <a:extLst>
              <a:ext uri="{FF2B5EF4-FFF2-40B4-BE49-F238E27FC236}">
                <a16:creationId xmlns:a16="http://schemas.microsoft.com/office/drawing/2014/main" id="{8500B2A4-A548-86D9-6FFA-57A63AC10C67}"/>
              </a:ext>
            </a:extLst>
          </p:cNvPr>
          <p:cNvSpPr>
            <a:spLocks noGrp="1"/>
          </p:cNvSpPr>
          <p:nvPr>
            <p:ph type="body" sz="quarter" idx="14"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Tree>
    <p:extLst>
      <p:ext uri="{BB962C8B-B14F-4D97-AF65-F5344CB8AC3E}">
        <p14:creationId xmlns:p14="http://schemas.microsoft.com/office/powerpoint/2010/main" val="389188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mit Logos">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80000"/>
            <a:ext cx="11652249" cy="49788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solidFill>
                  <a:schemeClr val="bg1"/>
                </a:solidFill>
              </a:defRPr>
            </a:lvl1pPr>
          </a:lstStyle>
          <a:p>
            <a:fld id="{F8C16490-B6B0-45CE-820B-001EE801F293}" type="datetime1">
              <a:rPr lang="en-GB" noProof="0" smtClean="0"/>
              <a:t>27/02/2026</a:t>
            </a:fld>
            <a:endParaRPr lang="en-GB" noProof="0"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p:spPr>
        <p:txBody>
          <a:bodyPr/>
          <a:lstStyle>
            <a:lvl1pPr>
              <a:defRPr sz="100">
                <a:solidFill>
                  <a:schemeClr val="bg1"/>
                </a:solidFill>
              </a:defRPr>
            </a:lvl1pPr>
          </a:lstStyle>
          <a:p>
            <a:r>
              <a:rPr lang="en-GB" noProof="0"/>
              <a:t>Grgic Anto</a:t>
            </a:r>
            <a:endParaRPr lang="en-GB" noProof="0" dirty="0"/>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solidFill>
                  <a:schemeClr val="bg1"/>
                </a:solidFill>
              </a:defRPr>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13" name="Textplatzhalter 12">
            <a:extLst>
              <a:ext uri="{FF2B5EF4-FFF2-40B4-BE49-F238E27FC236}">
                <a16:creationId xmlns:a16="http://schemas.microsoft.com/office/drawing/2014/main" id="{311DA3BE-00CD-1BA7-A6C5-5D9732DE8861}"/>
              </a:ext>
            </a:extLst>
          </p:cNvPr>
          <p:cNvSpPr>
            <a:spLocks noGrp="1"/>
          </p:cNvSpPr>
          <p:nvPr>
            <p:ph type="body" sz="quarter" idx="14" hasCustomPrompt="1"/>
          </p:nvPr>
        </p:nvSpPr>
        <p:spPr>
          <a:xfrm>
            <a:off x="2412000" y="273600"/>
            <a:ext cx="3465505" cy="536400"/>
          </a:xfrm>
        </p:spPr>
        <p:txBody>
          <a:bodyPr anchor="ctr"/>
          <a:lstStyle>
            <a:lvl1pPr>
              <a:lnSpc>
                <a:spcPct val="97000"/>
              </a:lnSpc>
              <a:defRPr sz="1300" spc="-20" baseline="0">
                <a:latin typeface="Source Sans Pro SemiBold" panose="020B0603030403020204" pitchFamily="34" charset="0"/>
              </a:defRPr>
            </a:lvl1pPr>
          </a:lstStyle>
          <a:p>
            <a:pPr lvl="0"/>
            <a:r>
              <a:rPr lang="en-GB" noProof="0" dirty="0" err="1"/>
              <a:t>Organisationseinheit</a:t>
            </a:r>
            <a:endParaRPr lang="en-GB" noProof="0" dirty="0"/>
          </a:p>
        </p:txBody>
      </p:sp>
      <p:cxnSp>
        <p:nvCxnSpPr>
          <p:cNvPr id="2" name="Gerader Verbinder 1">
            <a:extLst>
              <a:ext uri="{FF2B5EF4-FFF2-40B4-BE49-F238E27FC236}">
                <a16:creationId xmlns:a16="http://schemas.microsoft.com/office/drawing/2014/main" id="{5A04CBAD-2C4F-A402-4949-1283FB197368}"/>
              </a:ext>
            </a:extLst>
          </p:cNvPr>
          <p:cNvCxnSpPr/>
          <p:nvPr userDrawn="1"/>
        </p:nvCxnSpPr>
        <p:spPr>
          <a:xfrm>
            <a:off x="2134800" y="268547"/>
            <a:ext cx="0" cy="5400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5" name="Textplatzhalter 4">
            <a:extLst>
              <a:ext uri="{FF2B5EF4-FFF2-40B4-BE49-F238E27FC236}">
                <a16:creationId xmlns:a16="http://schemas.microsoft.com/office/drawing/2014/main" id="{E22F3AE3-7ACB-2716-808B-C82789FE837D}"/>
              </a:ext>
            </a:extLst>
          </p:cNvPr>
          <p:cNvSpPr>
            <a:spLocks noGrp="1"/>
          </p:cNvSpPr>
          <p:nvPr>
            <p:ph type="body" sz="quarter" idx="15"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
        <p:nvSpPr>
          <p:cNvPr id="3" name="Bildplatzhalter 6">
            <a:extLst>
              <a:ext uri="{FF2B5EF4-FFF2-40B4-BE49-F238E27FC236}">
                <a16:creationId xmlns:a16="http://schemas.microsoft.com/office/drawing/2014/main" id="{3E33648C-CA30-D18F-AD19-488B5D389660}"/>
              </a:ext>
            </a:extLst>
          </p:cNvPr>
          <p:cNvSpPr>
            <a:spLocks noGrp="1"/>
          </p:cNvSpPr>
          <p:nvPr>
            <p:ph type="pic" sz="quarter" idx="17" hasCustomPrompt="1"/>
          </p:nvPr>
        </p:nvSpPr>
        <p:spPr>
          <a:xfrm>
            <a:off x="1710983" y="6224588"/>
            <a:ext cx="1021219" cy="352570"/>
          </a:xfrm>
        </p:spPr>
        <p:txBody>
          <a:bodyPr/>
          <a:lstStyle/>
          <a:p>
            <a:r>
              <a:rPr lang="de-DE" dirty="0"/>
              <a:t>Logo</a:t>
            </a:r>
          </a:p>
        </p:txBody>
      </p:sp>
      <p:sp>
        <p:nvSpPr>
          <p:cNvPr id="7" name="Bildplatzhalter 6">
            <a:extLst>
              <a:ext uri="{FF2B5EF4-FFF2-40B4-BE49-F238E27FC236}">
                <a16:creationId xmlns:a16="http://schemas.microsoft.com/office/drawing/2014/main" id="{A15B553A-D76B-BE50-5229-98B3298F67E7}"/>
              </a:ext>
            </a:extLst>
          </p:cNvPr>
          <p:cNvSpPr>
            <a:spLocks noGrp="1"/>
          </p:cNvSpPr>
          <p:nvPr>
            <p:ph type="pic" sz="quarter" idx="18" hasCustomPrompt="1"/>
          </p:nvPr>
        </p:nvSpPr>
        <p:spPr>
          <a:xfrm>
            <a:off x="3155868" y="6224588"/>
            <a:ext cx="1021219" cy="352570"/>
          </a:xfrm>
        </p:spPr>
        <p:txBody>
          <a:bodyPr/>
          <a:lstStyle/>
          <a:p>
            <a:r>
              <a:rPr lang="de-DE" dirty="0"/>
              <a:t>Logo</a:t>
            </a:r>
          </a:p>
        </p:txBody>
      </p:sp>
      <p:cxnSp>
        <p:nvCxnSpPr>
          <p:cNvPr id="10" name="Gerader Verbinder 13">
            <a:extLst>
              <a:ext uri="{FF2B5EF4-FFF2-40B4-BE49-F238E27FC236}">
                <a16:creationId xmlns:a16="http://schemas.microsoft.com/office/drawing/2014/main" id="{C8695E30-C682-657A-CE1E-BCDA5B2D888F}"/>
              </a:ext>
            </a:extLst>
          </p:cNvPr>
          <p:cNvCxnSpPr>
            <a:cxnSpLocks/>
          </p:cNvCxnSpPr>
          <p:nvPr userDrawn="1"/>
        </p:nvCxnSpPr>
        <p:spPr>
          <a:xfrm>
            <a:off x="1491966" y="6246812"/>
            <a:ext cx="0" cy="337344"/>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cxnSp>
        <p:nvCxnSpPr>
          <p:cNvPr id="12" name="Gerader Verbinder 16">
            <a:extLst>
              <a:ext uri="{FF2B5EF4-FFF2-40B4-BE49-F238E27FC236}">
                <a16:creationId xmlns:a16="http://schemas.microsoft.com/office/drawing/2014/main" id="{D97721AF-771D-3772-A516-40C8BD5539BE}"/>
              </a:ext>
            </a:extLst>
          </p:cNvPr>
          <p:cNvCxnSpPr>
            <a:cxnSpLocks/>
          </p:cNvCxnSpPr>
          <p:nvPr userDrawn="1"/>
        </p:nvCxnSpPr>
        <p:spPr>
          <a:xfrm>
            <a:off x="2951746" y="6246812"/>
            <a:ext cx="0" cy="337344"/>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5" name="Bildplatzhalter 6">
            <a:extLst>
              <a:ext uri="{FF2B5EF4-FFF2-40B4-BE49-F238E27FC236}">
                <a16:creationId xmlns:a16="http://schemas.microsoft.com/office/drawing/2014/main" id="{B7E424F3-B19E-8930-52AC-A85E22C10F26}"/>
              </a:ext>
            </a:extLst>
          </p:cNvPr>
          <p:cNvSpPr>
            <a:spLocks noGrp="1"/>
          </p:cNvSpPr>
          <p:nvPr>
            <p:ph type="pic" sz="quarter" idx="16" hasCustomPrompt="1"/>
          </p:nvPr>
        </p:nvSpPr>
        <p:spPr>
          <a:xfrm>
            <a:off x="266098" y="6224588"/>
            <a:ext cx="1021219" cy="352570"/>
          </a:xfrm>
        </p:spPr>
        <p:txBody>
          <a:bodyPr/>
          <a:lstStyle/>
          <a:p>
            <a:r>
              <a:rPr lang="de-DE" dirty="0"/>
              <a:t>Logo</a:t>
            </a:r>
          </a:p>
        </p:txBody>
      </p:sp>
    </p:spTree>
    <p:extLst>
      <p:ext uri="{BB962C8B-B14F-4D97-AF65-F5344CB8AC3E}">
        <p14:creationId xmlns:p14="http://schemas.microsoft.com/office/powerpoint/2010/main" val="872154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ild gross mit Tex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273378"/>
            <a:ext cx="11652249"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39B43C91-F0D8-4D10-AD7C-80106A87C29F}"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2" name="Textplatzhalter 4">
            <a:extLst>
              <a:ext uri="{FF2B5EF4-FFF2-40B4-BE49-F238E27FC236}">
                <a16:creationId xmlns:a16="http://schemas.microsoft.com/office/drawing/2014/main" id="{48EC57F8-2FF9-F2DC-C053-E44A7DBF457D}"/>
              </a:ext>
            </a:extLst>
          </p:cNvPr>
          <p:cNvSpPr>
            <a:spLocks noGrp="1"/>
          </p:cNvSpPr>
          <p:nvPr>
            <p:ph type="body" sz="quarter" idx="17" hasCustomPrompt="1"/>
          </p:nvPr>
        </p:nvSpPr>
        <p:spPr>
          <a:xfrm>
            <a:off x="0" y="1209675"/>
            <a:ext cx="1983799" cy="1308143"/>
          </a:xfrm>
          <a:solidFill>
            <a:schemeClr val="bg1"/>
          </a:solidFill>
        </p:spPr>
        <p:txBody>
          <a:bodyPr wrap="none" lIns="270000" tIns="154800" rIns="248400" bIns="180000">
            <a:spAutoFit/>
          </a:bodyPr>
          <a:lstStyle>
            <a:lvl1pPr>
              <a:lnSpc>
                <a:spcPct val="97000"/>
              </a:lnSpc>
              <a:defRPr sz="2400" b="1"/>
            </a:lvl1pPr>
            <a:lvl2pPr marL="0" indent="0">
              <a:lnSpc>
                <a:spcPct val="103000"/>
              </a:lnSpc>
              <a:spcBef>
                <a:spcPts val="0"/>
              </a:spcBef>
              <a:buFontTx/>
              <a:buNone/>
              <a:defRPr sz="1600" b="0"/>
            </a:lvl2pPr>
            <a:lvl3pPr>
              <a:lnSpc>
                <a:spcPct val="83000"/>
              </a:lnSpc>
              <a:defRPr sz="4700" b="1"/>
            </a:lvl3pPr>
            <a:lvl4pPr>
              <a:lnSpc>
                <a:spcPct val="83000"/>
              </a:lnSpc>
              <a:defRPr sz="4700" b="1"/>
            </a:lvl4pPr>
            <a:lvl5pPr>
              <a:lnSpc>
                <a:spcPct val="83000"/>
              </a:lnSpc>
              <a:defRPr sz="4700" b="1"/>
            </a:lvl5pPr>
          </a:lstStyle>
          <a:p>
            <a:pPr lvl="0"/>
            <a:r>
              <a:rPr lang="en-GB" noProof="0" dirty="0"/>
              <a:t>Insert title</a:t>
            </a:r>
          </a:p>
          <a:p>
            <a:pPr lvl="1"/>
            <a:r>
              <a:rPr lang="en-GB" noProof="0" dirty="0"/>
              <a:t>Insert text</a:t>
            </a:r>
          </a:p>
          <a:p>
            <a:pPr lvl="0"/>
            <a:endParaRPr lang="en-GB" noProof="0" dirty="0"/>
          </a:p>
        </p:txBody>
      </p:sp>
    </p:spTree>
    <p:extLst>
      <p:ext uri="{BB962C8B-B14F-4D97-AF65-F5344CB8AC3E}">
        <p14:creationId xmlns:p14="http://schemas.microsoft.com/office/powerpoint/2010/main" val="1837750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Bild und Text">
    <p:spTree>
      <p:nvGrpSpPr>
        <p:cNvPr id="1" name=""/>
        <p:cNvGrpSpPr/>
        <p:nvPr/>
      </p:nvGrpSpPr>
      <p:grpSpPr>
        <a:xfrm>
          <a:off x="0" y="0"/>
          <a:ext cx="0" cy="0"/>
          <a:chOff x="0" y="0"/>
          <a:chExt cx="0" cy="0"/>
        </a:xfrm>
      </p:grpSpPr>
      <p:sp>
        <p:nvSpPr>
          <p:cNvPr id="8" name="Bildplatzhalter 4">
            <a:extLst>
              <a:ext uri="{FF2B5EF4-FFF2-40B4-BE49-F238E27FC236}">
                <a16:creationId xmlns:a16="http://schemas.microsoft.com/office/drawing/2014/main" id="{62E6E148-5F7E-6A90-F5E7-CAF43EF2FFA4}"/>
              </a:ext>
            </a:extLst>
          </p:cNvPr>
          <p:cNvSpPr>
            <a:spLocks noGrp="1"/>
          </p:cNvSpPr>
          <p:nvPr>
            <p:ph type="pic" sz="quarter" idx="14"/>
          </p:nvPr>
        </p:nvSpPr>
        <p:spPr>
          <a:xfrm>
            <a:off x="269875" y="866775"/>
            <a:ext cx="11652249" cy="5150546"/>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Titel 1"/>
          <p:cNvSpPr>
            <a:spLocks noGrp="1"/>
          </p:cNvSpPr>
          <p:nvPr>
            <p:ph type="title" hasCustomPrompt="1"/>
          </p:nvPr>
        </p:nvSpPr>
        <p:spPr>
          <a:xfrm>
            <a:off x="273600" y="244800"/>
            <a:ext cx="11650662" cy="625944"/>
          </a:xfrm>
        </p:spPr>
        <p:txBody>
          <a:bodyPr/>
          <a:lstStyle>
            <a:lvl1pPr>
              <a:defRPr/>
            </a:lvl1p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C3D20089-3297-4BE2-B75D-7802F1A971AD}"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Textplatzhalter 8">
            <a:extLst>
              <a:ext uri="{FF2B5EF4-FFF2-40B4-BE49-F238E27FC236}">
                <a16:creationId xmlns:a16="http://schemas.microsoft.com/office/drawing/2014/main" id="{6CDD860C-EA71-505B-F39E-701CB8A00FF5}"/>
              </a:ext>
            </a:extLst>
          </p:cNvPr>
          <p:cNvSpPr>
            <a:spLocks noGrp="1"/>
          </p:cNvSpPr>
          <p:nvPr>
            <p:ph type="body" sz="quarter" idx="13" hasCustomPrompt="1"/>
          </p:nvPr>
        </p:nvSpPr>
        <p:spPr>
          <a:xfrm>
            <a:off x="270000" y="6022800"/>
            <a:ext cx="5826000" cy="203300"/>
          </a:xfrm>
        </p:spPr>
        <p:txBody>
          <a:bodyPr anchor="b"/>
          <a:lstStyle>
            <a:lvl1pPr>
              <a:lnSpc>
                <a:spcPct val="109000"/>
              </a:lnSpc>
              <a:defRPr sz="1000"/>
            </a:lvl1pPr>
            <a:lvl2pPr>
              <a:defRPr sz="1000"/>
            </a:lvl2pPr>
            <a:lvl3pPr>
              <a:defRPr sz="1000"/>
            </a:lvl3pPr>
            <a:lvl4pPr>
              <a:defRPr sz="1000"/>
            </a:lvl4pPr>
            <a:lvl5pPr>
              <a:defRPr sz="1000"/>
            </a:lvl5pPr>
          </a:lstStyle>
          <a:p>
            <a:pPr lvl="0"/>
            <a:r>
              <a:rPr lang="en-GB" noProof="0" dirty="0"/>
              <a:t>Insert source</a:t>
            </a:r>
          </a:p>
        </p:txBody>
      </p:sp>
      <p:sp>
        <p:nvSpPr>
          <p:cNvPr id="3" name="Textplatzhalter 4">
            <a:extLst>
              <a:ext uri="{FF2B5EF4-FFF2-40B4-BE49-F238E27FC236}">
                <a16:creationId xmlns:a16="http://schemas.microsoft.com/office/drawing/2014/main" id="{7737E4CB-5032-63D9-B015-478DD21B1364}"/>
              </a:ext>
            </a:extLst>
          </p:cNvPr>
          <p:cNvSpPr>
            <a:spLocks noGrp="1"/>
          </p:cNvSpPr>
          <p:nvPr>
            <p:ph type="body" sz="quarter" idx="17" hasCustomPrompt="1"/>
          </p:nvPr>
        </p:nvSpPr>
        <p:spPr>
          <a:xfrm>
            <a:off x="0" y="4154437"/>
            <a:ext cx="1389084" cy="949904"/>
          </a:xfrm>
          <a:solidFill>
            <a:schemeClr val="bg1"/>
          </a:solidFill>
        </p:spPr>
        <p:txBody>
          <a:bodyPr wrap="none" lIns="270000" tIns="154800" rIns="248400" bIns="180000">
            <a:spAutoFit/>
          </a:bodyPr>
          <a:lstStyle>
            <a:lvl1pPr>
              <a:lnSpc>
                <a:spcPct val="97000"/>
              </a:lnSpc>
              <a:defRPr sz="2400" b="1"/>
            </a:lvl1pPr>
            <a:lvl2pPr marL="0" indent="0">
              <a:lnSpc>
                <a:spcPct val="103000"/>
              </a:lnSpc>
              <a:spcBef>
                <a:spcPts val="0"/>
              </a:spcBef>
              <a:buFontTx/>
              <a:buNone/>
              <a:defRPr sz="1600" b="0"/>
            </a:lvl2pPr>
            <a:lvl3pPr>
              <a:lnSpc>
                <a:spcPct val="83000"/>
              </a:lnSpc>
              <a:defRPr sz="4700" b="1"/>
            </a:lvl3pPr>
            <a:lvl4pPr>
              <a:lnSpc>
                <a:spcPct val="83000"/>
              </a:lnSpc>
              <a:defRPr sz="4700" b="1"/>
            </a:lvl4pPr>
            <a:lvl5pPr>
              <a:lnSpc>
                <a:spcPct val="83000"/>
              </a:lnSpc>
              <a:defRPr sz="4700" b="1"/>
            </a:lvl5pPr>
          </a:lstStyle>
          <a:p>
            <a:pPr lvl="1"/>
            <a:r>
              <a:rPr lang="en-GB" noProof="0" dirty="0"/>
              <a:t>Insert text</a:t>
            </a:r>
          </a:p>
          <a:p>
            <a:pPr lvl="0"/>
            <a:endParaRPr lang="en-GB" noProof="0" dirty="0"/>
          </a:p>
        </p:txBody>
      </p:sp>
    </p:spTree>
    <p:extLst>
      <p:ext uri="{BB962C8B-B14F-4D97-AF65-F5344CB8AC3E}">
        <p14:creationId xmlns:p14="http://schemas.microsoft.com/office/powerpoint/2010/main" val="2677703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titel">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271461" y="289224"/>
            <a:ext cx="11650663" cy="5935364"/>
          </a:xfrm>
          <a:solidFill>
            <a:schemeClr val="accent1"/>
          </a:solidFill>
        </p:spPr>
        <p:txBody>
          <a:bodyPr tIns="324000" rIns="0" anchor="t"/>
          <a:lstStyle>
            <a:lvl1pPr algn="r">
              <a:lnSpc>
                <a:spcPct val="100000"/>
              </a:lnSpc>
              <a:spcBef>
                <a:spcPts val="0"/>
              </a:spcBef>
              <a:spcAft>
                <a:spcPts val="0"/>
              </a:spcAft>
              <a:defRPr sz="45000" b="1">
                <a:solidFill>
                  <a:schemeClr val="accent1">
                    <a:lumMod val="60000"/>
                    <a:lumOff val="40000"/>
                  </a:schemeClr>
                </a:solidFill>
              </a:defRPr>
            </a:lvl1pPr>
            <a:lvl2pPr marL="174625" indent="-174625" algn="r">
              <a:buFont typeface="Source Sans Pro" panose="020B0503030403020204" pitchFamily="34" charset="0"/>
              <a:buChar char="―"/>
              <a:defRPr/>
            </a:lvl2pPr>
            <a:lvl3pPr marL="360363" indent="-185738" algn="r">
              <a:buFont typeface="Source Sans Pro" panose="020B0503030403020204" pitchFamily="34" charset="0"/>
              <a:buChar char="―"/>
              <a:defRPr/>
            </a:lvl3pPr>
            <a:lvl4pPr marL="534988" indent="-174625" algn="r">
              <a:buFont typeface="Source Sans Pro" panose="020B0503030403020204" pitchFamily="34" charset="0"/>
              <a:buChar char="―"/>
              <a:defRPr/>
            </a:lvl4pPr>
            <a:lvl5pPr marL="719138" indent="-184150" algn="r">
              <a:buFont typeface="Source Sans Pro" panose="020B0503030403020204" pitchFamily="34" charset="0"/>
              <a:buChar char="―"/>
              <a:defRPr/>
            </a:lvl5pPr>
          </a:lstStyle>
          <a:p>
            <a:pPr lvl="0"/>
            <a:r>
              <a:rPr lang="de-CH" dirty="0"/>
              <a:t>0</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AE965245-EA34-4D3A-B244-6B1F8D9D1BFC}" type="datetime1">
              <a:rPr lang="en-GB" smtClean="0"/>
              <a:t>27/02/2026</a:t>
            </a:fld>
            <a:endParaRPr lang="de-CH"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a:t>Grgic Anto</a:t>
            </a:r>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de-CH" smtClean="0"/>
              <a:pPr/>
              <a:t>‹#›</a:t>
            </a:fld>
            <a:endParaRPr lang="de-CH" dirty="0"/>
          </a:p>
        </p:txBody>
      </p:sp>
    </p:spTree>
    <p:extLst>
      <p:ext uri="{BB962C8B-B14F-4D97-AF65-F5344CB8AC3E}">
        <p14:creationId xmlns:p14="http://schemas.microsoft.com/office/powerpoint/2010/main" val="4271409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800"/>
            <a:ext cx="11650662" cy="625944"/>
          </a:xfrm>
        </p:spPr>
        <p:txBody>
          <a:bodyPr/>
          <a:lstStyle>
            <a:lvl1pPr>
              <a:defRPr/>
            </a:lvl1pPr>
          </a:lstStyle>
          <a:p>
            <a:r>
              <a:rPr lang="en-GB" noProof="0" dirty="0"/>
              <a:t>Insert title</a:t>
            </a:r>
          </a:p>
        </p:txBody>
      </p:sp>
      <p:sp>
        <p:nvSpPr>
          <p:cNvPr id="3" name="Inhaltsplatzhalter 2"/>
          <p:cNvSpPr>
            <a:spLocks noGrp="1"/>
          </p:cNvSpPr>
          <p:nvPr>
            <p:ph idx="1" hasCustomPrompt="1"/>
          </p:nvPr>
        </p:nvSpPr>
        <p:spPr>
          <a:xfrm>
            <a:off x="271461" y="870744"/>
            <a:ext cx="11650663" cy="51505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52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2BB46893-FD8B-47A3-B1A8-FB4C75AB05E7}"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Textplatzhalter 8">
            <a:extLst>
              <a:ext uri="{FF2B5EF4-FFF2-40B4-BE49-F238E27FC236}">
                <a16:creationId xmlns:a16="http://schemas.microsoft.com/office/drawing/2014/main" id="{6CDD860C-EA71-505B-F39E-701CB8A00FF5}"/>
              </a:ext>
            </a:extLst>
          </p:cNvPr>
          <p:cNvSpPr>
            <a:spLocks noGrp="1"/>
          </p:cNvSpPr>
          <p:nvPr>
            <p:ph type="body" sz="quarter" idx="13" hasCustomPrompt="1"/>
          </p:nvPr>
        </p:nvSpPr>
        <p:spPr>
          <a:xfrm>
            <a:off x="270000" y="6021289"/>
            <a:ext cx="5826000" cy="2033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479570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271461" y="866774"/>
            <a:ext cx="9324000" cy="4816476"/>
          </a:xfrm>
        </p:spPr>
        <p:txBody>
          <a:bodyPr anchor="ctr"/>
          <a:lstStyle>
            <a:lvl1pPr>
              <a:lnSpc>
                <a:spcPct val="97000"/>
              </a:lnSpc>
              <a:spcBef>
                <a:spcPts val="0"/>
              </a:spcBef>
              <a:defRPr sz="3000"/>
            </a:lvl1pPr>
            <a:lvl2pPr>
              <a:lnSpc>
                <a:spcPct val="97000"/>
              </a:lnSpc>
              <a:spcBef>
                <a:spcPts val="1000"/>
              </a:spcBef>
              <a:defRPr sz="3000"/>
            </a:lvl2pPr>
            <a:lvl3pPr>
              <a:lnSpc>
                <a:spcPct val="97000"/>
              </a:lnSpc>
              <a:spcBef>
                <a:spcPts val="1000"/>
              </a:spcBef>
              <a:defRPr sz="3000"/>
            </a:lvl3pPr>
            <a:lvl4pPr>
              <a:lnSpc>
                <a:spcPct val="97000"/>
              </a:lnSpc>
              <a:spcBef>
                <a:spcPts val="1000"/>
              </a:spcBef>
              <a:defRPr sz="3000"/>
            </a:lvl4pPr>
            <a:lvl5pPr>
              <a:lnSpc>
                <a:spcPct val="97000"/>
              </a:lnSpc>
              <a:spcBef>
                <a:spcPts val="1000"/>
              </a:spcBef>
              <a:defRPr sz="3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A217B6A-5CC5-4D65-8051-2CD5B188935C}"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3162266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799"/>
            <a:ext cx="5722937" cy="621975"/>
          </a:xfrm>
        </p:spPr>
        <p:txBody>
          <a:bodyPr/>
          <a:lstStyle>
            <a:lvl1pPr>
              <a:defRPr/>
            </a:lvl1pPr>
          </a:lstStyle>
          <a:p>
            <a:r>
              <a:rPr lang="en-GB" noProof="0" dirty="0"/>
              <a:t>Insert chapter title</a:t>
            </a:r>
          </a:p>
        </p:txBody>
      </p:sp>
      <p:sp>
        <p:nvSpPr>
          <p:cNvPr id="3" name="Inhaltsplatzhalter 2"/>
          <p:cNvSpPr>
            <a:spLocks noGrp="1"/>
          </p:cNvSpPr>
          <p:nvPr>
            <p:ph sz="half" idx="1" hasCustomPrompt="1"/>
          </p:nvPr>
        </p:nvSpPr>
        <p:spPr>
          <a:xfrm>
            <a:off x="271463" y="866774"/>
            <a:ext cx="5722937" cy="5133447"/>
          </a:xfrm>
        </p:spPr>
        <p:txBody>
          <a:bodyPr/>
          <a:lstStyle>
            <a:lvl1pPr>
              <a:defRPr sz="1600"/>
            </a:lvl1pPr>
            <a:lvl2pPr marL="226800" indent="-226800">
              <a:defRPr sz="1600"/>
            </a:lvl2pPr>
            <a:lvl3pPr marL="658800" indent="-226800">
              <a:defRPr sz="1600"/>
            </a:lvl3pPr>
            <a:lvl4pPr marL="1090800" indent="-226800">
              <a:defRPr sz="1600"/>
            </a:lvl4pPr>
            <a:lvl5pPr marL="1522800" indent="-226800">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B906751F-4954-4452-BFF4-12ED94DF4FA2}" type="datetime1">
              <a:rPr lang="en-GB" noProof="0" smtClean="0"/>
              <a:t>27/02/2026</a:t>
            </a:fld>
            <a:endParaRPr lang="en-GB" noProof="0"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2">
            <a:extLst>
              <a:ext uri="{FF2B5EF4-FFF2-40B4-BE49-F238E27FC236}">
                <a16:creationId xmlns:a16="http://schemas.microsoft.com/office/drawing/2014/main" id="{0F08660E-5135-A84E-B689-DDFA75A72BBA}"/>
              </a:ext>
            </a:extLst>
          </p:cNvPr>
          <p:cNvSpPr>
            <a:spLocks noGrp="1"/>
          </p:cNvSpPr>
          <p:nvPr>
            <p:ph sz="half" idx="13" hasCustomPrompt="1"/>
          </p:nvPr>
        </p:nvSpPr>
        <p:spPr>
          <a:xfrm>
            <a:off x="6197600" y="242888"/>
            <a:ext cx="5722937" cy="5981700"/>
          </a:xfrm>
        </p:spPr>
        <p:txBody>
          <a:bodyPr/>
          <a:lstStyle>
            <a:lvl1pPr>
              <a:defRPr sz="1600"/>
            </a:lvl1pPr>
            <a:lvl2pPr marL="226800" indent="-226800">
              <a:defRPr sz="1600"/>
            </a:lvl2pPr>
            <a:lvl3pPr marL="658800" indent="-226800">
              <a:defRPr sz="1600"/>
            </a:lvl3pPr>
            <a:lvl4pPr marL="1090800" indent="-226800">
              <a:defRPr sz="1600"/>
            </a:lvl4pPr>
            <a:lvl5pPr marL="1522800" indent="-226800">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extplatzhalter 8">
            <a:extLst>
              <a:ext uri="{FF2B5EF4-FFF2-40B4-BE49-F238E27FC236}">
                <a16:creationId xmlns:a16="http://schemas.microsoft.com/office/drawing/2014/main" id="{958C9C6E-122D-B369-EB0B-2386BA817C26}"/>
              </a:ext>
            </a:extLst>
          </p:cNvPr>
          <p:cNvSpPr>
            <a:spLocks noGrp="1"/>
          </p:cNvSpPr>
          <p:nvPr>
            <p:ph type="body" sz="quarter" idx="14" hasCustomPrompt="1"/>
          </p:nvPr>
        </p:nvSpPr>
        <p:spPr>
          <a:xfrm>
            <a:off x="269875" y="6000221"/>
            <a:ext cx="5722937" cy="2052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3318625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und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932DB27F-F071-4A95-9EEE-5C5CBF64EE26}"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Inhaltsplatzhalter 2">
            <a:extLst>
              <a:ext uri="{FF2B5EF4-FFF2-40B4-BE49-F238E27FC236}">
                <a16:creationId xmlns:a16="http://schemas.microsoft.com/office/drawing/2014/main" id="{99EEEEF7-8E4F-3C55-5E7A-50A2A740DE06}"/>
              </a:ext>
            </a:extLst>
          </p:cNvPr>
          <p:cNvSpPr>
            <a:spLocks noGrp="1"/>
          </p:cNvSpPr>
          <p:nvPr>
            <p:ph idx="1" hasCustomPrompt="1"/>
          </p:nvPr>
        </p:nvSpPr>
        <p:spPr>
          <a:xfrm>
            <a:off x="271462" y="1371600"/>
            <a:ext cx="5724000" cy="4628621"/>
          </a:xfrm>
        </p:spPr>
        <p:txBody>
          <a:bodyPr/>
          <a:lstStyle>
            <a:lvl1pPr>
              <a:spcAft>
                <a:spcPts val="0"/>
              </a:spcAft>
              <a:defRPr sz="1600"/>
            </a:lvl1pPr>
            <a:lvl2pPr marL="226800" indent="-226800">
              <a:spcBef>
                <a:spcPts val="1000"/>
              </a:spcBef>
              <a:spcAft>
                <a:spcPts val="0"/>
              </a:spcAft>
              <a:defRPr sz="1600"/>
            </a:lvl2pPr>
            <a:lvl3pPr marL="658800" indent="-226800">
              <a:spcBef>
                <a:spcPts val="1000"/>
              </a:spcBef>
              <a:spcAft>
                <a:spcPts val="0"/>
              </a:spcAft>
              <a:defRPr sz="1600"/>
            </a:lvl3pPr>
            <a:lvl4pPr marL="1090800" indent="-226800">
              <a:spcBef>
                <a:spcPts val="1000"/>
              </a:spcBef>
              <a:spcAft>
                <a:spcPts val="0"/>
              </a:spcAft>
              <a:defRPr sz="1600"/>
            </a:lvl4pPr>
            <a:lvl5pPr marL="1522800" indent="-342000">
              <a:spcBef>
                <a:spcPts val="1000"/>
              </a:spcBef>
              <a:spcAft>
                <a:spcPts val="0"/>
              </a:spcAft>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273600" y="245268"/>
            <a:ext cx="5723999" cy="845567"/>
          </a:xfrm>
        </p:spPr>
        <p:txBody>
          <a:bodyPr/>
          <a:lstStyle>
            <a:lvl1pPr>
              <a:lnSpc>
                <a:spcPct val="97000"/>
              </a:lnSpc>
              <a:defRPr/>
            </a:lvl1pPr>
          </a:lstStyle>
          <a:p>
            <a:r>
              <a:rPr lang="en-GB" noProof="0" dirty="0"/>
              <a:t>Insert chapter title</a:t>
            </a:r>
          </a:p>
        </p:txBody>
      </p:sp>
      <p:sp>
        <p:nvSpPr>
          <p:cNvPr id="8" name="Textplatzhalter 8">
            <a:extLst>
              <a:ext uri="{FF2B5EF4-FFF2-40B4-BE49-F238E27FC236}">
                <a16:creationId xmlns:a16="http://schemas.microsoft.com/office/drawing/2014/main" id="{EAAB97D8-67DD-4A1A-E7E3-B479715D9C9F}"/>
              </a:ext>
            </a:extLst>
          </p:cNvPr>
          <p:cNvSpPr>
            <a:spLocks noGrp="1"/>
          </p:cNvSpPr>
          <p:nvPr>
            <p:ph type="body" sz="quarter" idx="13" hasCustomPrompt="1"/>
          </p:nvPr>
        </p:nvSpPr>
        <p:spPr>
          <a:xfrm>
            <a:off x="270000" y="6000221"/>
            <a:ext cx="5734380" cy="2052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416978173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hs Inhalte und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D80781FC-1424-4209-8A6E-9A2144BB4E72}"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273600" y="245268"/>
            <a:ext cx="5723999" cy="845567"/>
          </a:xfrm>
        </p:spPr>
        <p:txBody>
          <a:bodyPr/>
          <a:lstStyle>
            <a:lvl1pPr>
              <a:lnSpc>
                <a:spcPct val="97000"/>
              </a:lnSpc>
              <a:defRPr/>
            </a:lvl1pPr>
          </a:lstStyle>
          <a:p>
            <a:r>
              <a:rPr lang="en-GB" noProof="0" dirty="0"/>
              <a:t>Insert title</a:t>
            </a:r>
          </a:p>
        </p:txBody>
      </p:sp>
      <p:sp>
        <p:nvSpPr>
          <p:cNvPr id="8" name="Textplatzhalter 8">
            <a:extLst>
              <a:ext uri="{FF2B5EF4-FFF2-40B4-BE49-F238E27FC236}">
                <a16:creationId xmlns:a16="http://schemas.microsoft.com/office/drawing/2014/main" id="{EAAB97D8-67DD-4A1A-E7E3-B479715D9C9F}"/>
              </a:ext>
            </a:extLst>
          </p:cNvPr>
          <p:cNvSpPr>
            <a:spLocks noGrp="1"/>
          </p:cNvSpPr>
          <p:nvPr>
            <p:ph type="body" sz="quarter" idx="13" hasCustomPrompt="1"/>
          </p:nvPr>
        </p:nvSpPr>
        <p:spPr>
          <a:xfrm>
            <a:off x="270000" y="6022800"/>
            <a:ext cx="5734380" cy="205200"/>
          </a:xfrm>
        </p:spPr>
        <p:txBody>
          <a:bodyPr anchor="b"/>
          <a:lstStyle>
            <a:lvl1pPr>
              <a:lnSpc>
                <a:spcPct val="109000"/>
              </a:lnSpc>
              <a:defRPr sz="1000"/>
            </a:lvl1pPr>
            <a:lvl2pPr>
              <a:defRPr sz="1000"/>
            </a:lvl2pPr>
            <a:lvl3pPr>
              <a:defRPr sz="1000"/>
            </a:lvl3pPr>
            <a:lvl4pPr>
              <a:defRPr sz="1000"/>
            </a:lvl4pPr>
            <a:lvl5pPr>
              <a:defRPr sz="1000"/>
            </a:lvl5pPr>
          </a:lstStyle>
          <a:p>
            <a:pPr lvl="0"/>
            <a:r>
              <a:rPr lang="en-GB" noProof="0" dirty="0"/>
              <a:t>Insert source</a:t>
            </a:r>
          </a:p>
        </p:txBody>
      </p:sp>
      <p:cxnSp>
        <p:nvCxnSpPr>
          <p:cNvPr id="11" name="Gerader Verbinder 10">
            <a:extLst>
              <a:ext uri="{FF2B5EF4-FFF2-40B4-BE49-F238E27FC236}">
                <a16:creationId xmlns:a16="http://schemas.microsoft.com/office/drawing/2014/main" id="{DD08B5C7-0B72-0F94-738C-A9B735A2519D}"/>
              </a:ext>
            </a:extLst>
          </p:cNvPr>
          <p:cNvCxnSpPr>
            <a:cxnSpLocks/>
          </p:cNvCxnSpPr>
          <p:nvPr userDrawn="1"/>
        </p:nvCxnSpPr>
        <p:spPr>
          <a:xfrm>
            <a:off x="273050" y="5155072"/>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36987E16-61C3-F16E-EBD2-164E17176CF4}"/>
              </a:ext>
            </a:extLst>
          </p:cNvPr>
          <p:cNvCxnSpPr>
            <a:cxnSpLocks/>
          </p:cNvCxnSpPr>
          <p:nvPr userDrawn="1"/>
        </p:nvCxnSpPr>
        <p:spPr>
          <a:xfrm>
            <a:off x="3228366" y="51550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B7071907-BBD2-40D4-55E0-1E83C4F6D6BC}"/>
              </a:ext>
            </a:extLst>
          </p:cNvPr>
          <p:cNvCxnSpPr>
            <a:cxnSpLocks/>
          </p:cNvCxnSpPr>
          <p:nvPr userDrawn="1"/>
        </p:nvCxnSpPr>
        <p:spPr>
          <a:xfrm>
            <a:off x="3233129" y="34405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2CE74047-F734-D6A9-08E0-D291395944F0}"/>
              </a:ext>
            </a:extLst>
          </p:cNvPr>
          <p:cNvCxnSpPr>
            <a:cxnSpLocks/>
          </p:cNvCxnSpPr>
          <p:nvPr userDrawn="1"/>
        </p:nvCxnSpPr>
        <p:spPr>
          <a:xfrm>
            <a:off x="276265" y="34405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5E45E1AF-C792-F20E-F289-890F955A6D57}"/>
              </a:ext>
            </a:extLst>
          </p:cNvPr>
          <p:cNvCxnSpPr>
            <a:cxnSpLocks/>
          </p:cNvCxnSpPr>
          <p:nvPr userDrawn="1"/>
        </p:nvCxnSpPr>
        <p:spPr>
          <a:xfrm>
            <a:off x="273449" y="1726352"/>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98DB0037-139C-0385-E03A-306D5169233B}"/>
              </a:ext>
            </a:extLst>
          </p:cNvPr>
          <p:cNvCxnSpPr>
            <a:cxnSpLocks/>
          </p:cNvCxnSpPr>
          <p:nvPr userDrawn="1"/>
        </p:nvCxnSpPr>
        <p:spPr>
          <a:xfrm>
            <a:off x="3230961" y="1721590"/>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platzhalter 27">
            <a:extLst>
              <a:ext uri="{FF2B5EF4-FFF2-40B4-BE49-F238E27FC236}">
                <a16:creationId xmlns:a16="http://schemas.microsoft.com/office/drawing/2014/main" id="{30017B53-05EC-3989-249C-664AD90907AB}"/>
              </a:ext>
            </a:extLst>
          </p:cNvPr>
          <p:cNvSpPr>
            <a:spLocks noGrp="1"/>
          </p:cNvSpPr>
          <p:nvPr>
            <p:ph type="body" sz="quarter" idx="25" hasCustomPrompt="1"/>
          </p:nvPr>
        </p:nvSpPr>
        <p:spPr>
          <a:xfrm>
            <a:off x="3230670" y="1876705"/>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37" name="Textplatzhalter 27">
            <a:extLst>
              <a:ext uri="{FF2B5EF4-FFF2-40B4-BE49-F238E27FC236}">
                <a16:creationId xmlns:a16="http://schemas.microsoft.com/office/drawing/2014/main" id="{714803E2-4C7F-CFE5-7B57-C3F213A34037}"/>
              </a:ext>
            </a:extLst>
          </p:cNvPr>
          <p:cNvSpPr>
            <a:spLocks noGrp="1"/>
          </p:cNvSpPr>
          <p:nvPr>
            <p:ph type="body" sz="quarter" idx="27" hasCustomPrompt="1"/>
          </p:nvPr>
        </p:nvSpPr>
        <p:spPr>
          <a:xfrm>
            <a:off x="273050" y="5310187"/>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38" name="Textplatzhalter 27">
            <a:extLst>
              <a:ext uri="{FF2B5EF4-FFF2-40B4-BE49-F238E27FC236}">
                <a16:creationId xmlns:a16="http://schemas.microsoft.com/office/drawing/2014/main" id="{9C152131-ED74-0F59-B477-F10CE617C44A}"/>
              </a:ext>
            </a:extLst>
          </p:cNvPr>
          <p:cNvSpPr>
            <a:spLocks noGrp="1"/>
          </p:cNvSpPr>
          <p:nvPr>
            <p:ph type="body" sz="quarter" idx="28" hasCustomPrompt="1"/>
          </p:nvPr>
        </p:nvSpPr>
        <p:spPr>
          <a:xfrm>
            <a:off x="3232838" y="35956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1" name="Textplatzhalter 27">
            <a:extLst>
              <a:ext uri="{FF2B5EF4-FFF2-40B4-BE49-F238E27FC236}">
                <a16:creationId xmlns:a16="http://schemas.microsoft.com/office/drawing/2014/main" id="{1182E294-3DAE-8397-D78D-AE19E051369E}"/>
              </a:ext>
            </a:extLst>
          </p:cNvPr>
          <p:cNvSpPr>
            <a:spLocks noGrp="1"/>
          </p:cNvSpPr>
          <p:nvPr>
            <p:ph type="body" sz="quarter" idx="31" hasCustomPrompt="1"/>
          </p:nvPr>
        </p:nvSpPr>
        <p:spPr>
          <a:xfrm>
            <a:off x="3228075" y="53101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2" name="Textplatzhalter 27">
            <a:extLst>
              <a:ext uri="{FF2B5EF4-FFF2-40B4-BE49-F238E27FC236}">
                <a16:creationId xmlns:a16="http://schemas.microsoft.com/office/drawing/2014/main" id="{F8CA09C2-6A74-C429-81F0-F2CA0C0A8B87}"/>
              </a:ext>
            </a:extLst>
          </p:cNvPr>
          <p:cNvSpPr>
            <a:spLocks noGrp="1"/>
          </p:cNvSpPr>
          <p:nvPr>
            <p:ph type="body" sz="quarter" idx="22" hasCustomPrompt="1"/>
          </p:nvPr>
        </p:nvSpPr>
        <p:spPr>
          <a:xfrm>
            <a:off x="3228366" y="44043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3" name="Textplatzhalter 27">
            <a:extLst>
              <a:ext uri="{FF2B5EF4-FFF2-40B4-BE49-F238E27FC236}">
                <a16:creationId xmlns:a16="http://schemas.microsoft.com/office/drawing/2014/main" id="{79EF64BE-BAA5-7A03-2892-71B58B0FA777}"/>
              </a:ext>
            </a:extLst>
          </p:cNvPr>
          <p:cNvSpPr>
            <a:spLocks noGrp="1"/>
          </p:cNvSpPr>
          <p:nvPr>
            <p:ph type="body" sz="quarter" idx="23" hasCustomPrompt="1"/>
          </p:nvPr>
        </p:nvSpPr>
        <p:spPr>
          <a:xfrm>
            <a:off x="273050" y="4404360"/>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4" name="Textplatzhalter 27">
            <a:extLst>
              <a:ext uri="{FF2B5EF4-FFF2-40B4-BE49-F238E27FC236}">
                <a16:creationId xmlns:a16="http://schemas.microsoft.com/office/drawing/2014/main" id="{B37CF961-4AA4-3E2D-1EEC-751B07F74E7F}"/>
              </a:ext>
            </a:extLst>
          </p:cNvPr>
          <p:cNvSpPr>
            <a:spLocks noGrp="1"/>
          </p:cNvSpPr>
          <p:nvPr>
            <p:ph type="body" sz="quarter" idx="19" hasCustomPrompt="1"/>
          </p:nvPr>
        </p:nvSpPr>
        <p:spPr>
          <a:xfrm>
            <a:off x="276264" y="26898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5" name="Textplatzhalter 27">
            <a:extLst>
              <a:ext uri="{FF2B5EF4-FFF2-40B4-BE49-F238E27FC236}">
                <a16:creationId xmlns:a16="http://schemas.microsoft.com/office/drawing/2014/main" id="{A75866BD-D0AA-3041-796D-1EB9B1F3A8AE}"/>
              </a:ext>
            </a:extLst>
          </p:cNvPr>
          <p:cNvSpPr>
            <a:spLocks noGrp="1"/>
          </p:cNvSpPr>
          <p:nvPr>
            <p:ph type="body" sz="quarter" idx="21" hasCustomPrompt="1"/>
          </p:nvPr>
        </p:nvSpPr>
        <p:spPr>
          <a:xfrm>
            <a:off x="3233128" y="26898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6" name="Textplatzhalter 27">
            <a:extLst>
              <a:ext uri="{FF2B5EF4-FFF2-40B4-BE49-F238E27FC236}">
                <a16:creationId xmlns:a16="http://schemas.microsoft.com/office/drawing/2014/main" id="{348CBF73-5164-67ED-100D-52F0577F0DFC}"/>
              </a:ext>
            </a:extLst>
          </p:cNvPr>
          <p:cNvSpPr>
            <a:spLocks noGrp="1"/>
          </p:cNvSpPr>
          <p:nvPr>
            <p:ph type="body" sz="quarter" idx="26" hasCustomPrompt="1"/>
          </p:nvPr>
        </p:nvSpPr>
        <p:spPr>
          <a:xfrm>
            <a:off x="276264" y="35956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8" name="Textplatzhalter 27">
            <a:extLst>
              <a:ext uri="{FF2B5EF4-FFF2-40B4-BE49-F238E27FC236}">
                <a16:creationId xmlns:a16="http://schemas.microsoft.com/office/drawing/2014/main" id="{E413BFB1-BE2B-5698-D056-CFFE93D63A55}"/>
              </a:ext>
            </a:extLst>
          </p:cNvPr>
          <p:cNvSpPr>
            <a:spLocks noGrp="1"/>
          </p:cNvSpPr>
          <p:nvPr>
            <p:ph type="body" sz="quarter" idx="24" hasCustomPrompt="1"/>
          </p:nvPr>
        </p:nvSpPr>
        <p:spPr>
          <a:xfrm>
            <a:off x="273448" y="1876705"/>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9" name="Textplatzhalter 27">
            <a:extLst>
              <a:ext uri="{FF2B5EF4-FFF2-40B4-BE49-F238E27FC236}">
                <a16:creationId xmlns:a16="http://schemas.microsoft.com/office/drawing/2014/main" id="{A6AD1D29-4F20-7C67-177C-5F66137D5CB4}"/>
              </a:ext>
            </a:extLst>
          </p:cNvPr>
          <p:cNvSpPr>
            <a:spLocks noGrp="1"/>
          </p:cNvSpPr>
          <p:nvPr>
            <p:ph type="body" sz="quarter" idx="18" hasCustomPrompt="1"/>
          </p:nvPr>
        </p:nvSpPr>
        <p:spPr>
          <a:xfrm>
            <a:off x="273448" y="975640"/>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0" name="Textplatzhalter 27">
            <a:extLst>
              <a:ext uri="{FF2B5EF4-FFF2-40B4-BE49-F238E27FC236}">
                <a16:creationId xmlns:a16="http://schemas.microsoft.com/office/drawing/2014/main" id="{A60B2A3C-D051-ADD5-9279-F6C77B951560}"/>
              </a:ext>
            </a:extLst>
          </p:cNvPr>
          <p:cNvSpPr>
            <a:spLocks noGrp="1"/>
          </p:cNvSpPr>
          <p:nvPr>
            <p:ph type="body" sz="quarter" idx="20" hasCustomPrompt="1"/>
          </p:nvPr>
        </p:nvSpPr>
        <p:spPr>
          <a:xfrm>
            <a:off x="3230960" y="970878"/>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Tree>
    <p:extLst>
      <p:ext uri="{BB962C8B-B14F-4D97-AF65-F5344CB8AC3E}">
        <p14:creationId xmlns:p14="http://schemas.microsoft.com/office/powerpoint/2010/main" val="226486285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 und Inhal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4F39C5B1-C2A0-4DDD-92D8-000840688964}"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269875" y="273378"/>
            <a:ext cx="5724000" cy="560164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Inhaltsplatzhalter 2">
            <a:extLst>
              <a:ext uri="{FF2B5EF4-FFF2-40B4-BE49-F238E27FC236}">
                <a16:creationId xmlns:a16="http://schemas.microsoft.com/office/drawing/2014/main" id="{99EEEEF7-8E4F-3C55-5E7A-50A2A740DE06}"/>
              </a:ext>
            </a:extLst>
          </p:cNvPr>
          <p:cNvSpPr>
            <a:spLocks noGrp="1"/>
          </p:cNvSpPr>
          <p:nvPr>
            <p:ph idx="1" hasCustomPrompt="1"/>
          </p:nvPr>
        </p:nvSpPr>
        <p:spPr>
          <a:xfrm>
            <a:off x="6188400" y="866774"/>
            <a:ext cx="5724000" cy="5357813"/>
          </a:xfrm>
        </p:spPr>
        <p:txBody>
          <a:bodyPr/>
          <a:lstStyle>
            <a:lvl1pPr>
              <a:spcAft>
                <a:spcPts val="0"/>
              </a:spcAft>
              <a:defRPr sz="1600"/>
            </a:lvl1pPr>
            <a:lvl2pPr marL="226800" indent="-226800">
              <a:spcBef>
                <a:spcPts val="1000"/>
              </a:spcBef>
              <a:spcAft>
                <a:spcPts val="0"/>
              </a:spcAft>
              <a:buFont typeface="Source Sans Pro" panose="020B0503030403020204" pitchFamily="34" charset="0"/>
              <a:buChar char="―"/>
              <a:defRPr sz="1600"/>
            </a:lvl2pPr>
            <a:lvl3pPr marL="658800" indent="-226800">
              <a:spcBef>
                <a:spcPts val="1000"/>
              </a:spcBef>
              <a:spcAft>
                <a:spcPts val="0"/>
              </a:spcAft>
              <a:buFont typeface="Source Sans Pro" panose="020B0503030403020204" pitchFamily="34" charset="0"/>
              <a:buChar char="―"/>
              <a:defRPr sz="1600"/>
            </a:lvl3pPr>
            <a:lvl4pPr marL="1018800" indent="-226800">
              <a:spcBef>
                <a:spcPts val="1000"/>
              </a:spcBef>
              <a:spcAft>
                <a:spcPts val="0"/>
              </a:spcAft>
              <a:buFont typeface="Source Sans Pro" panose="020B0503030403020204" pitchFamily="34" charset="0"/>
              <a:buChar char="―"/>
              <a:defRPr sz="1600"/>
            </a:lvl4pPr>
            <a:lvl5pPr marL="1522800" indent="-226800">
              <a:spcBef>
                <a:spcPts val="1000"/>
              </a:spcBef>
              <a:spcAft>
                <a:spcPts val="0"/>
              </a:spcAft>
              <a:buFont typeface="Source Sans Pro" panose="020B0503030403020204" pitchFamily="34" charset="0"/>
              <a:buChar char="―"/>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6188400" y="244800"/>
            <a:ext cx="5723999" cy="519436"/>
          </a:xfrm>
        </p:spPr>
        <p:txBody>
          <a:bodyPr/>
          <a:lstStyle>
            <a:lvl1pPr>
              <a:lnSpc>
                <a:spcPct val="97000"/>
              </a:lnSpc>
              <a:defRPr/>
            </a:lvl1pPr>
          </a:lstStyle>
          <a:p>
            <a:r>
              <a:rPr lang="en-GB" noProof="0" dirty="0"/>
              <a:t>Insert chapter title</a:t>
            </a:r>
          </a:p>
        </p:txBody>
      </p:sp>
      <p:sp>
        <p:nvSpPr>
          <p:cNvPr id="12" name="Textplatzhalter 11">
            <a:extLst>
              <a:ext uri="{FF2B5EF4-FFF2-40B4-BE49-F238E27FC236}">
                <a16:creationId xmlns:a16="http://schemas.microsoft.com/office/drawing/2014/main" id="{DABC8980-79BC-7792-05E5-871BA6059E89}"/>
              </a:ext>
            </a:extLst>
          </p:cNvPr>
          <p:cNvSpPr>
            <a:spLocks noGrp="1"/>
          </p:cNvSpPr>
          <p:nvPr>
            <p:ph type="body" sz="quarter" idx="18" hasCustomPrompt="1"/>
          </p:nvPr>
        </p:nvSpPr>
        <p:spPr>
          <a:xfrm>
            <a:off x="269875" y="6029325"/>
            <a:ext cx="5724525" cy="195263"/>
          </a:xfrm>
        </p:spPr>
        <p:txBody>
          <a:bodyPr anchor="b"/>
          <a:lstStyle>
            <a:lvl1pPr>
              <a:defRPr sz="1000" b="1"/>
            </a:lvl1pPr>
            <a:lvl2pPr>
              <a:defRPr sz="1000" b="1"/>
            </a:lvl2pPr>
            <a:lvl3pPr>
              <a:defRPr sz="1000" b="1"/>
            </a:lvl3pPr>
            <a:lvl4pPr>
              <a:defRPr sz="1000" b="1"/>
            </a:lvl4pPr>
            <a:lvl5pPr>
              <a:defRPr sz="1000" b="1"/>
            </a:lvl5pPr>
          </a:lstStyle>
          <a:p>
            <a:pPr lvl="0"/>
            <a:r>
              <a:rPr lang="en-GB" noProof="0" dirty="0"/>
              <a:t>Insert caption</a:t>
            </a:r>
          </a:p>
        </p:txBody>
      </p:sp>
    </p:spTree>
    <p:extLst>
      <p:ext uri="{BB962C8B-B14F-4D97-AF65-F5344CB8AC3E}">
        <p14:creationId xmlns:p14="http://schemas.microsoft.com/office/powerpoint/2010/main" val="2774246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Bild, drei Flächen und Inhalt">
    <p:spTree>
      <p:nvGrpSpPr>
        <p:cNvPr id="1" name=""/>
        <p:cNvGrpSpPr/>
        <p:nvPr/>
      </p:nvGrpSpPr>
      <p:grpSpPr>
        <a:xfrm>
          <a:off x="0" y="0"/>
          <a:ext cx="0" cy="0"/>
          <a:chOff x="0" y="0"/>
          <a:chExt cx="0" cy="0"/>
        </a:xfrm>
      </p:grpSpPr>
      <p:sp>
        <p:nvSpPr>
          <p:cNvPr id="9" name="Bildplatzhalter 4">
            <a:extLst>
              <a:ext uri="{FF2B5EF4-FFF2-40B4-BE49-F238E27FC236}">
                <a16:creationId xmlns:a16="http://schemas.microsoft.com/office/drawing/2014/main" id="{5A065272-38F7-A074-824D-FD6B0FAB5CA4}"/>
              </a:ext>
            </a:extLst>
          </p:cNvPr>
          <p:cNvSpPr>
            <a:spLocks noGrp="1"/>
          </p:cNvSpPr>
          <p:nvPr>
            <p:ph type="pic" sz="quarter" idx="17"/>
          </p:nvPr>
        </p:nvSpPr>
        <p:spPr>
          <a:xfrm>
            <a:off x="269875" y="866774"/>
            <a:ext cx="5724000" cy="5357813"/>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Titel 1"/>
          <p:cNvSpPr>
            <a:spLocks noGrp="1"/>
          </p:cNvSpPr>
          <p:nvPr>
            <p:ph type="title" hasCustomPrompt="1"/>
          </p:nvPr>
        </p:nvSpPr>
        <p:spPr>
          <a:xfrm>
            <a:off x="273600" y="244799"/>
            <a:ext cx="11648525" cy="621975"/>
          </a:xfrm>
        </p:spPr>
        <p:txBody>
          <a:bodyPr/>
          <a:lstStyle>
            <a:lvl1pPr>
              <a:defRPr/>
            </a:lvl1pPr>
          </a:lstStyle>
          <a:p>
            <a:r>
              <a:rPr lang="en-GB" noProof="0" dirty="0"/>
              <a:t>Insert title</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6CDFE4C3-9C6E-4FD5-958F-990E93D47FB5}" type="datetime1">
              <a:rPr lang="en-GB" noProof="0" smtClean="0"/>
              <a:t>27/02/2026</a:t>
            </a:fld>
            <a:endParaRPr lang="en-GB" noProof="0"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2">
            <a:extLst>
              <a:ext uri="{FF2B5EF4-FFF2-40B4-BE49-F238E27FC236}">
                <a16:creationId xmlns:a16="http://schemas.microsoft.com/office/drawing/2014/main" id="{0F08660E-5135-A84E-B689-DDFA75A72BBA}"/>
              </a:ext>
            </a:extLst>
          </p:cNvPr>
          <p:cNvSpPr>
            <a:spLocks noGrp="1"/>
          </p:cNvSpPr>
          <p:nvPr>
            <p:ph sz="half" idx="13" hasCustomPrompt="1"/>
          </p:nvPr>
        </p:nvSpPr>
        <p:spPr>
          <a:xfrm>
            <a:off x="6197600" y="2602800"/>
            <a:ext cx="5722937" cy="3621787"/>
          </a:xfrm>
        </p:spPr>
        <p:txBody>
          <a:bodyPr/>
          <a:lstStyle>
            <a:lvl1pPr>
              <a:spcBef>
                <a:spcPts val="1000"/>
              </a:spcBef>
              <a:defRPr sz="1600"/>
            </a:lvl1pPr>
            <a:lvl2pPr marL="226800" indent="-226800">
              <a:spcBef>
                <a:spcPts val="0"/>
              </a:spcBef>
              <a:defRPr sz="1600"/>
            </a:lvl2pPr>
            <a:lvl3pPr marL="658800" indent="-226800">
              <a:spcBef>
                <a:spcPts val="0"/>
              </a:spcBef>
              <a:defRPr sz="1600"/>
            </a:lvl3pPr>
            <a:lvl4pPr marL="1090800" indent="-226800">
              <a:spcBef>
                <a:spcPts val="0"/>
              </a:spcBef>
              <a:defRPr sz="1600"/>
            </a:lvl4pPr>
            <a:lvl5pPr marL="1522800" indent="-226800">
              <a:spcBef>
                <a:spcPts val="0"/>
              </a:spcBef>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extplatzhalter 5">
            <a:extLst>
              <a:ext uri="{FF2B5EF4-FFF2-40B4-BE49-F238E27FC236}">
                <a16:creationId xmlns:a16="http://schemas.microsoft.com/office/drawing/2014/main" id="{5C25F038-C59A-91D3-5738-FA2D715B1DFE}"/>
              </a:ext>
            </a:extLst>
          </p:cNvPr>
          <p:cNvSpPr>
            <a:spLocks noGrp="1"/>
          </p:cNvSpPr>
          <p:nvPr>
            <p:ph type="body" sz="quarter" idx="23" hasCustomPrompt="1"/>
          </p:nvPr>
        </p:nvSpPr>
        <p:spPr>
          <a:xfrm>
            <a:off x="268287" y="4738688"/>
            <a:ext cx="4734000" cy="1155600"/>
          </a:xfrm>
          <a:solidFill>
            <a:schemeClr val="bg1"/>
          </a:solidFill>
        </p:spPr>
        <p:txBody>
          <a:bodyPr lIns="180000" anchor="ctr"/>
          <a:lstStyle>
            <a:lvl1pPr>
              <a:lnSpc>
                <a:spcPct val="98000"/>
              </a:lnSpc>
              <a:defRPr sz="2400" b="0"/>
            </a:lvl1pPr>
          </a:lstStyle>
          <a:p>
            <a:pPr lvl="0"/>
            <a:r>
              <a:rPr lang="en-GB" noProof="0" dirty="0"/>
              <a:t>Insert content</a:t>
            </a:r>
          </a:p>
        </p:txBody>
      </p:sp>
      <p:sp>
        <p:nvSpPr>
          <p:cNvPr id="3" name="Rechteck 2">
            <a:extLst>
              <a:ext uri="{FF2B5EF4-FFF2-40B4-BE49-F238E27FC236}">
                <a16:creationId xmlns:a16="http://schemas.microsoft.com/office/drawing/2014/main" id="{1BFFCDAC-C838-ADD4-2284-837AC0DB7D32}"/>
              </a:ext>
            </a:extLst>
          </p:cNvPr>
          <p:cNvSpPr>
            <a:spLocks/>
          </p:cNvSpPr>
          <p:nvPr userDrawn="1"/>
        </p:nvSpPr>
        <p:spPr>
          <a:xfrm>
            <a:off x="6179816"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11" name="Gerader Verbinder 10">
            <a:extLst>
              <a:ext uri="{FF2B5EF4-FFF2-40B4-BE49-F238E27FC236}">
                <a16:creationId xmlns:a16="http://schemas.microsoft.com/office/drawing/2014/main" id="{5D52F735-79F5-3F42-160A-B27CDCC6ECBC}"/>
              </a:ext>
            </a:extLst>
          </p:cNvPr>
          <p:cNvCxnSpPr>
            <a:cxnSpLocks/>
          </p:cNvCxnSpPr>
          <p:nvPr userDrawn="1"/>
        </p:nvCxnSpPr>
        <p:spPr>
          <a:xfrm>
            <a:off x="6357417"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platzhalter 12">
            <a:extLst>
              <a:ext uri="{FF2B5EF4-FFF2-40B4-BE49-F238E27FC236}">
                <a16:creationId xmlns:a16="http://schemas.microsoft.com/office/drawing/2014/main" id="{15E8ED3B-58AB-278E-8FA6-54B53676917B}"/>
              </a:ext>
            </a:extLst>
          </p:cNvPr>
          <p:cNvSpPr>
            <a:spLocks noGrp="1"/>
          </p:cNvSpPr>
          <p:nvPr>
            <p:ph type="body" sz="quarter" idx="24" hasCustomPrompt="1"/>
          </p:nvPr>
        </p:nvSpPr>
        <p:spPr>
          <a:xfrm>
            <a:off x="6179816"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15" name="Textplatzhalter 12">
            <a:extLst>
              <a:ext uri="{FF2B5EF4-FFF2-40B4-BE49-F238E27FC236}">
                <a16:creationId xmlns:a16="http://schemas.microsoft.com/office/drawing/2014/main" id="{50E60B21-008A-2B6B-00EE-55A0A5704EC1}"/>
              </a:ext>
            </a:extLst>
          </p:cNvPr>
          <p:cNvSpPr>
            <a:spLocks noGrp="1"/>
          </p:cNvSpPr>
          <p:nvPr>
            <p:ph type="body" sz="quarter" idx="25" hasCustomPrompt="1"/>
          </p:nvPr>
        </p:nvSpPr>
        <p:spPr>
          <a:xfrm>
            <a:off x="6179816"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
        <p:nvSpPr>
          <p:cNvPr id="24" name="Rechteck 23">
            <a:extLst>
              <a:ext uri="{FF2B5EF4-FFF2-40B4-BE49-F238E27FC236}">
                <a16:creationId xmlns:a16="http://schemas.microsoft.com/office/drawing/2014/main" id="{CAB97A8F-A31B-71A8-6F59-6CF07FEC341B}"/>
              </a:ext>
            </a:extLst>
          </p:cNvPr>
          <p:cNvSpPr>
            <a:spLocks/>
          </p:cNvSpPr>
          <p:nvPr userDrawn="1"/>
        </p:nvSpPr>
        <p:spPr>
          <a:xfrm>
            <a:off x="8161200"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25" name="Gerader Verbinder 24">
            <a:extLst>
              <a:ext uri="{FF2B5EF4-FFF2-40B4-BE49-F238E27FC236}">
                <a16:creationId xmlns:a16="http://schemas.microsoft.com/office/drawing/2014/main" id="{20494D9F-526C-2E69-E603-70C47570B76A}"/>
              </a:ext>
            </a:extLst>
          </p:cNvPr>
          <p:cNvCxnSpPr>
            <a:cxnSpLocks/>
          </p:cNvCxnSpPr>
          <p:nvPr userDrawn="1"/>
        </p:nvCxnSpPr>
        <p:spPr>
          <a:xfrm>
            <a:off x="8350014"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platzhalter 12">
            <a:extLst>
              <a:ext uri="{FF2B5EF4-FFF2-40B4-BE49-F238E27FC236}">
                <a16:creationId xmlns:a16="http://schemas.microsoft.com/office/drawing/2014/main" id="{CD54ACCC-E2D7-61F6-43F8-B08BB0DF8902}"/>
              </a:ext>
            </a:extLst>
          </p:cNvPr>
          <p:cNvSpPr>
            <a:spLocks noGrp="1"/>
          </p:cNvSpPr>
          <p:nvPr>
            <p:ph type="body" sz="quarter" idx="26" hasCustomPrompt="1"/>
          </p:nvPr>
        </p:nvSpPr>
        <p:spPr>
          <a:xfrm>
            <a:off x="8161200"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27" name="Textplatzhalter 12">
            <a:extLst>
              <a:ext uri="{FF2B5EF4-FFF2-40B4-BE49-F238E27FC236}">
                <a16:creationId xmlns:a16="http://schemas.microsoft.com/office/drawing/2014/main" id="{AE30B499-759C-236B-6D1C-6BCA6F207DFA}"/>
              </a:ext>
            </a:extLst>
          </p:cNvPr>
          <p:cNvSpPr>
            <a:spLocks noGrp="1"/>
          </p:cNvSpPr>
          <p:nvPr>
            <p:ph type="body" sz="quarter" idx="27" hasCustomPrompt="1"/>
          </p:nvPr>
        </p:nvSpPr>
        <p:spPr>
          <a:xfrm>
            <a:off x="8161200"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
        <p:nvSpPr>
          <p:cNvPr id="28" name="Rechteck 27">
            <a:extLst>
              <a:ext uri="{FF2B5EF4-FFF2-40B4-BE49-F238E27FC236}">
                <a16:creationId xmlns:a16="http://schemas.microsoft.com/office/drawing/2014/main" id="{2C39869D-3DD1-49E4-9B99-D5ADADC37626}"/>
              </a:ext>
            </a:extLst>
          </p:cNvPr>
          <p:cNvSpPr>
            <a:spLocks/>
          </p:cNvSpPr>
          <p:nvPr userDrawn="1"/>
        </p:nvSpPr>
        <p:spPr>
          <a:xfrm>
            <a:off x="10130400"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29" name="Gerader Verbinder 28">
            <a:extLst>
              <a:ext uri="{FF2B5EF4-FFF2-40B4-BE49-F238E27FC236}">
                <a16:creationId xmlns:a16="http://schemas.microsoft.com/office/drawing/2014/main" id="{DC74D9E1-33AE-B3A6-62C5-702A8706EDCA}"/>
              </a:ext>
            </a:extLst>
          </p:cNvPr>
          <p:cNvCxnSpPr>
            <a:cxnSpLocks/>
          </p:cNvCxnSpPr>
          <p:nvPr userDrawn="1"/>
        </p:nvCxnSpPr>
        <p:spPr>
          <a:xfrm>
            <a:off x="10319214"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platzhalter 12">
            <a:extLst>
              <a:ext uri="{FF2B5EF4-FFF2-40B4-BE49-F238E27FC236}">
                <a16:creationId xmlns:a16="http://schemas.microsoft.com/office/drawing/2014/main" id="{21172486-FB2A-0D37-20BD-766B69EC1648}"/>
              </a:ext>
            </a:extLst>
          </p:cNvPr>
          <p:cNvSpPr>
            <a:spLocks noGrp="1"/>
          </p:cNvSpPr>
          <p:nvPr>
            <p:ph type="body" sz="quarter" idx="28" hasCustomPrompt="1"/>
          </p:nvPr>
        </p:nvSpPr>
        <p:spPr>
          <a:xfrm>
            <a:off x="10130400"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31" name="Textplatzhalter 12">
            <a:extLst>
              <a:ext uri="{FF2B5EF4-FFF2-40B4-BE49-F238E27FC236}">
                <a16:creationId xmlns:a16="http://schemas.microsoft.com/office/drawing/2014/main" id="{A5D721FD-5C54-2030-F7DF-99F78870D3F0}"/>
              </a:ext>
            </a:extLst>
          </p:cNvPr>
          <p:cNvSpPr>
            <a:spLocks noGrp="1"/>
          </p:cNvSpPr>
          <p:nvPr>
            <p:ph type="body" sz="quarter" idx="29" hasCustomPrompt="1"/>
          </p:nvPr>
        </p:nvSpPr>
        <p:spPr>
          <a:xfrm>
            <a:off x="10130400"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Tree>
    <p:extLst>
      <p:ext uri="{BB962C8B-B14F-4D97-AF65-F5344CB8AC3E}">
        <p14:creationId xmlns:p14="http://schemas.microsoft.com/office/powerpoint/2010/main" val="3442525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B5F690C5-E137-4007-8D4D-76228B1F67DB}" type="datetime1">
              <a:rPr lang="en-GB" noProof="0" smtClean="0"/>
              <a:t>27/02/2026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Grgic Anto</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Tree>
    <p:extLst>
      <p:ext uri="{BB962C8B-B14F-4D97-AF65-F5344CB8AC3E}">
        <p14:creationId xmlns:p14="http://schemas.microsoft.com/office/powerpoint/2010/main" val="777660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ld und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chapter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7997AA47-EF2E-46FA-9B55-BB5AE14DC90C}"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908720"/>
            <a:ext cx="7701073" cy="531586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7" name="Inhaltsplatzhalter 2">
            <a:extLst>
              <a:ext uri="{FF2B5EF4-FFF2-40B4-BE49-F238E27FC236}">
                <a16:creationId xmlns:a16="http://schemas.microsoft.com/office/drawing/2014/main" id="{79B29A34-DB3C-6631-0D19-C1C5DF5EA28A}"/>
              </a:ext>
            </a:extLst>
          </p:cNvPr>
          <p:cNvSpPr>
            <a:spLocks noGrp="1"/>
          </p:cNvSpPr>
          <p:nvPr>
            <p:ph idx="20" hasCustomPrompt="1"/>
          </p:nvPr>
        </p:nvSpPr>
        <p:spPr>
          <a:xfrm>
            <a:off x="8156525" y="870743"/>
            <a:ext cx="3765600" cy="53538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1420544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rei Inhal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B45A84FF-55FD-4307-A84C-1706BE180F7F}"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9" name="Inhaltsplatzhalter 2">
            <a:extLst>
              <a:ext uri="{FF2B5EF4-FFF2-40B4-BE49-F238E27FC236}">
                <a16:creationId xmlns:a16="http://schemas.microsoft.com/office/drawing/2014/main" id="{5A128A8A-1E20-0372-6952-A37B014C0229}"/>
              </a:ext>
            </a:extLst>
          </p:cNvPr>
          <p:cNvSpPr>
            <a:spLocks noGrp="1"/>
          </p:cNvSpPr>
          <p:nvPr>
            <p:ph idx="1" hasCustomPrompt="1"/>
          </p:nvPr>
        </p:nvSpPr>
        <p:spPr>
          <a:xfrm>
            <a:off x="280379" y="870744"/>
            <a:ext cx="3765600" cy="5353844"/>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itel 1">
            <a:extLst>
              <a:ext uri="{FF2B5EF4-FFF2-40B4-BE49-F238E27FC236}">
                <a16:creationId xmlns:a16="http://schemas.microsoft.com/office/drawing/2014/main" id="{8E16A7B1-D6D5-1F45-5873-56D50909A60B}"/>
              </a:ext>
            </a:extLst>
          </p:cNvPr>
          <p:cNvSpPr>
            <a:spLocks noGrp="1"/>
          </p:cNvSpPr>
          <p:nvPr>
            <p:ph type="title" hasCustomPrompt="1"/>
          </p:nvPr>
        </p:nvSpPr>
        <p:spPr>
          <a:xfrm>
            <a:off x="271463" y="245269"/>
            <a:ext cx="11650662" cy="531056"/>
          </a:xfrm>
        </p:spPr>
        <p:txBody>
          <a:bodyPr/>
          <a:lstStyle>
            <a:lvl1pPr>
              <a:defRPr/>
            </a:lvl1pPr>
          </a:lstStyle>
          <a:p>
            <a:r>
              <a:rPr lang="en-GB" noProof="0" dirty="0"/>
              <a:t>Insert chapter title</a:t>
            </a:r>
          </a:p>
        </p:txBody>
      </p:sp>
      <p:sp>
        <p:nvSpPr>
          <p:cNvPr id="12" name="Inhaltsplatzhalter 2">
            <a:extLst>
              <a:ext uri="{FF2B5EF4-FFF2-40B4-BE49-F238E27FC236}">
                <a16:creationId xmlns:a16="http://schemas.microsoft.com/office/drawing/2014/main" id="{B08945CC-0D4F-0056-B059-E53C8D583D78}"/>
              </a:ext>
            </a:extLst>
          </p:cNvPr>
          <p:cNvSpPr>
            <a:spLocks noGrp="1"/>
          </p:cNvSpPr>
          <p:nvPr>
            <p:ph idx="19" hasCustomPrompt="1"/>
          </p:nvPr>
        </p:nvSpPr>
        <p:spPr>
          <a:xfrm>
            <a:off x="4218452" y="870744"/>
            <a:ext cx="3765600" cy="5353844"/>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2">
            <a:extLst>
              <a:ext uri="{FF2B5EF4-FFF2-40B4-BE49-F238E27FC236}">
                <a16:creationId xmlns:a16="http://schemas.microsoft.com/office/drawing/2014/main" id="{991A9BC9-91DF-B4F2-E0C5-C2578FBF8926}"/>
              </a:ext>
            </a:extLst>
          </p:cNvPr>
          <p:cNvSpPr>
            <a:spLocks noGrp="1"/>
          </p:cNvSpPr>
          <p:nvPr>
            <p:ph idx="20" hasCustomPrompt="1"/>
          </p:nvPr>
        </p:nvSpPr>
        <p:spPr>
          <a:xfrm>
            <a:off x="8156525" y="870743"/>
            <a:ext cx="3765600" cy="53538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5713388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rei Bilder mit Tex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850507E7-22DC-4FF9-A96B-4B72D63E2C34}"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a:t>Grgic Anto</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2" name="Bildplatzhalter 4">
            <a:extLst>
              <a:ext uri="{FF2B5EF4-FFF2-40B4-BE49-F238E27FC236}">
                <a16:creationId xmlns:a16="http://schemas.microsoft.com/office/drawing/2014/main" id="{BB21450C-9A0A-DE52-A711-C6A4E254A2DE}"/>
              </a:ext>
            </a:extLst>
          </p:cNvPr>
          <p:cNvSpPr>
            <a:spLocks noGrp="1"/>
          </p:cNvSpPr>
          <p:nvPr>
            <p:ph type="pic" sz="quarter" idx="17"/>
          </p:nvPr>
        </p:nvSpPr>
        <p:spPr>
          <a:xfrm>
            <a:off x="4218452"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Bildplatzhalter 4">
            <a:extLst>
              <a:ext uri="{FF2B5EF4-FFF2-40B4-BE49-F238E27FC236}">
                <a16:creationId xmlns:a16="http://schemas.microsoft.com/office/drawing/2014/main" id="{40369691-93C7-0711-9987-747ABDF5BEE9}"/>
              </a:ext>
            </a:extLst>
          </p:cNvPr>
          <p:cNvSpPr>
            <a:spLocks noGrp="1"/>
          </p:cNvSpPr>
          <p:nvPr>
            <p:ph type="pic" sz="quarter" idx="18"/>
          </p:nvPr>
        </p:nvSpPr>
        <p:spPr>
          <a:xfrm>
            <a:off x="8156525"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5A128A8A-1E20-0372-6952-A37B014C0229}"/>
              </a:ext>
            </a:extLst>
          </p:cNvPr>
          <p:cNvSpPr>
            <a:spLocks noGrp="1"/>
          </p:cNvSpPr>
          <p:nvPr>
            <p:ph idx="1" hasCustomPrompt="1"/>
          </p:nvPr>
        </p:nvSpPr>
        <p:spPr>
          <a:xfrm>
            <a:off x="280379" y="870744"/>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itel 1">
            <a:extLst>
              <a:ext uri="{FF2B5EF4-FFF2-40B4-BE49-F238E27FC236}">
                <a16:creationId xmlns:a16="http://schemas.microsoft.com/office/drawing/2014/main" id="{8E16A7B1-D6D5-1F45-5873-56D50909A60B}"/>
              </a:ext>
            </a:extLst>
          </p:cNvPr>
          <p:cNvSpPr>
            <a:spLocks noGrp="1"/>
          </p:cNvSpPr>
          <p:nvPr>
            <p:ph type="title" hasCustomPrompt="1"/>
          </p:nvPr>
        </p:nvSpPr>
        <p:spPr>
          <a:xfrm>
            <a:off x="271463" y="245269"/>
            <a:ext cx="11650662" cy="531056"/>
          </a:xfrm>
        </p:spPr>
        <p:txBody>
          <a:bodyPr/>
          <a:lstStyle>
            <a:lvl1pPr>
              <a:defRPr/>
            </a:lvl1pPr>
          </a:lstStyle>
          <a:p>
            <a:r>
              <a:rPr lang="en-GB" noProof="0" dirty="0"/>
              <a:t>Insert chapter title</a:t>
            </a:r>
          </a:p>
        </p:txBody>
      </p:sp>
      <p:sp>
        <p:nvSpPr>
          <p:cNvPr id="12" name="Inhaltsplatzhalter 2">
            <a:extLst>
              <a:ext uri="{FF2B5EF4-FFF2-40B4-BE49-F238E27FC236}">
                <a16:creationId xmlns:a16="http://schemas.microsoft.com/office/drawing/2014/main" id="{B08945CC-0D4F-0056-B059-E53C8D583D78}"/>
              </a:ext>
            </a:extLst>
          </p:cNvPr>
          <p:cNvSpPr>
            <a:spLocks noGrp="1"/>
          </p:cNvSpPr>
          <p:nvPr>
            <p:ph idx="19" hasCustomPrompt="1"/>
          </p:nvPr>
        </p:nvSpPr>
        <p:spPr>
          <a:xfrm>
            <a:off x="4218452" y="870744"/>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2">
            <a:extLst>
              <a:ext uri="{FF2B5EF4-FFF2-40B4-BE49-F238E27FC236}">
                <a16:creationId xmlns:a16="http://schemas.microsoft.com/office/drawing/2014/main" id="{991A9BC9-91DF-B4F2-E0C5-C2578FBF8926}"/>
              </a:ext>
            </a:extLst>
          </p:cNvPr>
          <p:cNvSpPr>
            <a:spLocks noGrp="1"/>
          </p:cNvSpPr>
          <p:nvPr>
            <p:ph idx="20" hasCustomPrompt="1"/>
          </p:nvPr>
        </p:nvSpPr>
        <p:spPr>
          <a:xfrm>
            <a:off x="8156525" y="870743"/>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7210839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rei Bilder">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719E2C6A-27AF-44E0-BCA7-589AA25EC4BE}" type="datetime1">
              <a:rPr lang="en-GB" noProof="0" smtClean="0"/>
              <a:t>27/02/2026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Grgic Anto</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
        <p:nvSpPr>
          <p:cNvPr id="2" name="Bildplatzhalter 4">
            <a:extLst>
              <a:ext uri="{FF2B5EF4-FFF2-40B4-BE49-F238E27FC236}">
                <a16:creationId xmlns:a16="http://schemas.microsoft.com/office/drawing/2014/main" id="{BB21450C-9A0A-DE52-A711-C6A4E254A2DE}"/>
              </a:ext>
            </a:extLst>
          </p:cNvPr>
          <p:cNvSpPr>
            <a:spLocks noGrp="1"/>
          </p:cNvSpPr>
          <p:nvPr>
            <p:ph type="pic" sz="quarter" idx="17"/>
          </p:nvPr>
        </p:nvSpPr>
        <p:spPr>
          <a:xfrm>
            <a:off x="4218452"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4" name="Bildplatzhalter 4">
            <a:extLst>
              <a:ext uri="{FF2B5EF4-FFF2-40B4-BE49-F238E27FC236}">
                <a16:creationId xmlns:a16="http://schemas.microsoft.com/office/drawing/2014/main" id="{40369691-93C7-0711-9987-747ABDF5BEE9}"/>
              </a:ext>
            </a:extLst>
          </p:cNvPr>
          <p:cNvSpPr>
            <a:spLocks noGrp="1"/>
          </p:cNvSpPr>
          <p:nvPr>
            <p:ph type="pic" sz="quarter" idx="18"/>
          </p:nvPr>
        </p:nvSpPr>
        <p:spPr>
          <a:xfrm>
            <a:off x="8156525"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Tree>
    <p:extLst>
      <p:ext uri="{BB962C8B-B14F-4D97-AF65-F5344CB8AC3E}">
        <p14:creationId xmlns:p14="http://schemas.microsoft.com/office/powerpoint/2010/main" val="1620069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Vier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title</a:t>
            </a:r>
          </a:p>
        </p:txBody>
      </p:sp>
      <p:sp>
        <p:nvSpPr>
          <p:cNvPr id="3" name="Inhaltsplatzhalter 2"/>
          <p:cNvSpPr>
            <a:spLocks noGrp="1"/>
          </p:cNvSpPr>
          <p:nvPr>
            <p:ph idx="1" hasCustomPrompt="1"/>
          </p:nvPr>
        </p:nvSpPr>
        <p:spPr>
          <a:xfrm>
            <a:off x="271460"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2D90BFC6-1E20-4BFB-AA94-CA2B6A0C001C}"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80379"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2" name="Inhaltsplatzhalter 2">
            <a:extLst>
              <a:ext uri="{FF2B5EF4-FFF2-40B4-BE49-F238E27FC236}">
                <a16:creationId xmlns:a16="http://schemas.microsoft.com/office/drawing/2014/main" id="{2115A716-7F0D-6001-BBDA-1C1AF55BDEB0}"/>
              </a:ext>
            </a:extLst>
          </p:cNvPr>
          <p:cNvSpPr>
            <a:spLocks noGrp="1"/>
          </p:cNvSpPr>
          <p:nvPr>
            <p:ph idx="17" hasCustomPrompt="1"/>
          </p:nvPr>
        </p:nvSpPr>
        <p:spPr>
          <a:xfrm>
            <a:off x="3228587"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3" name="Bildplatzhalter 4">
            <a:extLst>
              <a:ext uri="{FF2B5EF4-FFF2-40B4-BE49-F238E27FC236}">
                <a16:creationId xmlns:a16="http://schemas.microsoft.com/office/drawing/2014/main" id="{ADAF9B2C-8583-6129-0978-4CC7CC294B45}"/>
              </a:ext>
            </a:extLst>
          </p:cNvPr>
          <p:cNvSpPr>
            <a:spLocks noGrp="1"/>
          </p:cNvSpPr>
          <p:nvPr>
            <p:ph type="pic" sz="quarter" idx="18"/>
          </p:nvPr>
        </p:nvSpPr>
        <p:spPr>
          <a:xfrm>
            <a:off x="3237506"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4" name="Inhaltsplatzhalter 2">
            <a:extLst>
              <a:ext uri="{FF2B5EF4-FFF2-40B4-BE49-F238E27FC236}">
                <a16:creationId xmlns:a16="http://schemas.microsoft.com/office/drawing/2014/main" id="{5E0F70B3-FE43-EB4F-1A26-27C37577C871}"/>
              </a:ext>
            </a:extLst>
          </p:cNvPr>
          <p:cNvSpPr>
            <a:spLocks noGrp="1"/>
          </p:cNvSpPr>
          <p:nvPr>
            <p:ph idx="19" hasCustomPrompt="1"/>
          </p:nvPr>
        </p:nvSpPr>
        <p:spPr>
          <a:xfrm>
            <a:off x="6185714"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5" name="Bildplatzhalter 4">
            <a:extLst>
              <a:ext uri="{FF2B5EF4-FFF2-40B4-BE49-F238E27FC236}">
                <a16:creationId xmlns:a16="http://schemas.microsoft.com/office/drawing/2014/main" id="{D8C6563C-12FB-DB8B-2352-BC6B519F3546}"/>
              </a:ext>
            </a:extLst>
          </p:cNvPr>
          <p:cNvSpPr>
            <a:spLocks noGrp="1"/>
          </p:cNvSpPr>
          <p:nvPr>
            <p:ph type="pic" sz="quarter" idx="20"/>
          </p:nvPr>
        </p:nvSpPr>
        <p:spPr>
          <a:xfrm>
            <a:off x="6194633"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6" name="Inhaltsplatzhalter 2">
            <a:extLst>
              <a:ext uri="{FF2B5EF4-FFF2-40B4-BE49-F238E27FC236}">
                <a16:creationId xmlns:a16="http://schemas.microsoft.com/office/drawing/2014/main" id="{B4039616-C526-8550-70B5-FB949E593989}"/>
              </a:ext>
            </a:extLst>
          </p:cNvPr>
          <p:cNvSpPr>
            <a:spLocks noGrp="1"/>
          </p:cNvSpPr>
          <p:nvPr>
            <p:ph idx="21" hasCustomPrompt="1"/>
          </p:nvPr>
        </p:nvSpPr>
        <p:spPr>
          <a:xfrm>
            <a:off x="9142840"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9151759"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Tree>
    <p:extLst>
      <p:ext uri="{BB962C8B-B14F-4D97-AF65-F5344CB8AC3E}">
        <p14:creationId xmlns:p14="http://schemas.microsoft.com/office/powerpoint/2010/main" val="930470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eben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3" name="Inhaltsplatzhalter 2"/>
          <p:cNvSpPr>
            <a:spLocks noGrp="1"/>
          </p:cNvSpPr>
          <p:nvPr>
            <p:ph idx="1" hasCustomPrompt="1"/>
          </p:nvPr>
        </p:nvSpPr>
        <p:spPr>
          <a:xfrm>
            <a:off x="281300"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6B6F8EB-C510-46A4-AC06-3410590A9997}"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80378"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6" name="Inhaltsplatzhalter 2">
            <a:extLst>
              <a:ext uri="{FF2B5EF4-FFF2-40B4-BE49-F238E27FC236}">
                <a16:creationId xmlns:a16="http://schemas.microsoft.com/office/drawing/2014/main" id="{F20D1239-AC10-7CF3-7460-F409E82CBCF4}"/>
              </a:ext>
            </a:extLst>
          </p:cNvPr>
          <p:cNvSpPr>
            <a:spLocks noGrp="1"/>
          </p:cNvSpPr>
          <p:nvPr>
            <p:ph idx="17" hasCustomPrompt="1"/>
          </p:nvPr>
        </p:nvSpPr>
        <p:spPr>
          <a:xfrm>
            <a:off x="3235845"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17" name="Bildplatzhalter 4">
            <a:extLst>
              <a:ext uri="{FF2B5EF4-FFF2-40B4-BE49-F238E27FC236}">
                <a16:creationId xmlns:a16="http://schemas.microsoft.com/office/drawing/2014/main" id="{63E66951-4F0B-CBC1-A3F3-06E36980367D}"/>
              </a:ext>
            </a:extLst>
          </p:cNvPr>
          <p:cNvSpPr>
            <a:spLocks noGrp="1"/>
          </p:cNvSpPr>
          <p:nvPr>
            <p:ph type="pic" sz="quarter" idx="18"/>
          </p:nvPr>
        </p:nvSpPr>
        <p:spPr>
          <a:xfrm>
            <a:off x="3234923"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Inhaltsplatzhalter 2">
            <a:extLst>
              <a:ext uri="{FF2B5EF4-FFF2-40B4-BE49-F238E27FC236}">
                <a16:creationId xmlns:a16="http://schemas.microsoft.com/office/drawing/2014/main" id="{B22D8516-82BF-C968-B99F-F2C48726086A}"/>
              </a:ext>
            </a:extLst>
          </p:cNvPr>
          <p:cNvSpPr>
            <a:spLocks noGrp="1"/>
          </p:cNvSpPr>
          <p:nvPr>
            <p:ph idx="19" hasCustomPrompt="1"/>
          </p:nvPr>
        </p:nvSpPr>
        <p:spPr>
          <a:xfrm>
            <a:off x="6190390"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19" name="Bildplatzhalter 4">
            <a:extLst>
              <a:ext uri="{FF2B5EF4-FFF2-40B4-BE49-F238E27FC236}">
                <a16:creationId xmlns:a16="http://schemas.microsoft.com/office/drawing/2014/main" id="{CC380BDB-57AA-395C-97C5-32258AD42292}"/>
              </a:ext>
            </a:extLst>
          </p:cNvPr>
          <p:cNvSpPr>
            <a:spLocks noGrp="1"/>
          </p:cNvSpPr>
          <p:nvPr>
            <p:ph type="pic" sz="quarter" idx="20"/>
          </p:nvPr>
        </p:nvSpPr>
        <p:spPr>
          <a:xfrm>
            <a:off x="6189468"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0" name="Inhaltsplatzhalter 2">
            <a:extLst>
              <a:ext uri="{FF2B5EF4-FFF2-40B4-BE49-F238E27FC236}">
                <a16:creationId xmlns:a16="http://schemas.microsoft.com/office/drawing/2014/main" id="{AB12B8A9-2E40-004F-7D4B-DC8308302138}"/>
              </a:ext>
            </a:extLst>
          </p:cNvPr>
          <p:cNvSpPr>
            <a:spLocks noGrp="1"/>
          </p:cNvSpPr>
          <p:nvPr>
            <p:ph idx="21" hasCustomPrompt="1"/>
          </p:nvPr>
        </p:nvSpPr>
        <p:spPr>
          <a:xfrm>
            <a:off x="9144936"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1" name="Bildplatzhalter 4">
            <a:extLst>
              <a:ext uri="{FF2B5EF4-FFF2-40B4-BE49-F238E27FC236}">
                <a16:creationId xmlns:a16="http://schemas.microsoft.com/office/drawing/2014/main" id="{E8E60EDF-84BC-50DF-DF1D-12535BD165EA}"/>
              </a:ext>
            </a:extLst>
          </p:cNvPr>
          <p:cNvSpPr>
            <a:spLocks noGrp="1"/>
          </p:cNvSpPr>
          <p:nvPr>
            <p:ph type="pic" sz="quarter" idx="22"/>
          </p:nvPr>
        </p:nvSpPr>
        <p:spPr>
          <a:xfrm>
            <a:off x="9144014"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8" name="Inhaltsplatzhalter 2">
            <a:extLst>
              <a:ext uri="{FF2B5EF4-FFF2-40B4-BE49-F238E27FC236}">
                <a16:creationId xmlns:a16="http://schemas.microsoft.com/office/drawing/2014/main" id="{271646C3-68B0-05A8-5C65-22D55CE4808F}"/>
              </a:ext>
            </a:extLst>
          </p:cNvPr>
          <p:cNvSpPr>
            <a:spLocks noGrp="1"/>
          </p:cNvSpPr>
          <p:nvPr>
            <p:ph idx="23" hasCustomPrompt="1"/>
          </p:nvPr>
        </p:nvSpPr>
        <p:spPr>
          <a:xfrm>
            <a:off x="270797"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9" name="Bildplatzhalter 4">
            <a:extLst>
              <a:ext uri="{FF2B5EF4-FFF2-40B4-BE49-F238E27FC236}">
                <a16:creationId xmlns:a16="http://schemas.microsoft.com/office/drawing/2014/main" id="{EC544524-67DF-E44E-A80D-DEF20D907A89}"/>
              </a:ext>
            </a:extLst>
          </p:cNvPr>
          <p:cNvSpPr>
            <a:spLocks noGrp="1"/>
          </p:cNvSpPr>
          <p:nvPr>
            <p:ph type="pic" sz="quarter" idx="24"/>
          </p:nvPr>
        </p:nvSpPr>
        <p:spPr>
          <a:xfrm>
            <a:off x="269875"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0" name="Inhaltsplatzhalter 2">
            <a:extLst>
              <a:ext uri="{FF2B5EF4-FFF2-40B4-BE49-F238E27FC236}">
                <a16:creationId xmlns:a16="http://schemas.microsoft.com/office/drawing/2014/main" id="{E052A1FF-3C1D-18C9-FF8C-91D41AD5E46F}"/>
              </a:ext>
            </a:extLst>
          </p:cNvPr>
          <p:cNvSpPr>
            <a:spLocks noGrp="1"/>
          </p:cNvSpPr>
          <p:nvPr>
            <p:ph idx="25" hasCustomPrompt="1"/>
          </p:nvPr>
        </p:nvSpPr>
        <p:spPr>
          <a:xfrm>
            <a:off x="3225342"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31" name="Bildplatzhalter 4">
            <a:extLst>
              <a:ext uri="{FF2B5EF4-FFF2-40B4-BE49-F238E27FC236}">
                <a16:creationId xmlns:a16="http://schemas.microsoft.com/office/drawing/2014/main" id="{CA8F6A59-A25E-5F43-6AC1-01A66F711A97}"/>
              </a:ext>
            </a:extLst>
          </p:cNvPr>
          <p:cNvSpPr>
            <a:spLocks noGrp="1"/>
          </p:cNvSpPr>
          <p:nvPr>
            <p:ph type="pic" sz="quarter" idx="26"/>
          </p:nvPr>
        </p:nvSpPr>
        <p:spPr>
          <a:xfrm>
            <a:off x="3224420"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2" name="Inhaltsplatzhalter 2">
            <a:extLst>
              <a:ext uri="{FF2B5EF4-FFF2-40B4-BE49-F238E27FC236}">
                <a16:creationId xmlns:a16="http://schemas.microsoft.com/office/drawing/2014/main" id="{704FB434-2B9A-C168-61EC-9AE6DBA6CE72}"/>
              </a:ext>
            </a:extLst>
          </p:cNvPr>
          <p:cNvSpPr>
            <a:spLocks noGrp="1"/>
          </p:cNvSpPr>
          <p:nvPr>
            <p:ph idx="27" hasCustomPrompt="1"/>
          </p:nvPr>
        </p:nvSpPr>
        <p:spPr>
          <a:xfrm>
            <a:off x="6179887"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33" name="Bildplatzhalter 4">
            <a:extLst>
              <a:ext uri="{FF2B5EF4-FFF2-40B4-BE49-F238E27FC236}">
                <a16:creationId xmlns:a16="http://schemas.microsoft.com/office/drawing/2014/main" id="{1D1811AD-FBE2-BBD0-4B34-A096DE429FE1}"/>
              </a:ext>
            </a:extLst>
          </p:cNvPr>
          <p:cNvSpPr>
            <a:spLocks noGrp="1"/>
          </p:cNvSpPr>
          <p:nvPr>
            <p:ph type="pic" sz="quarter" idx="28"/>
          </p:nvPr>
        </p:nvSpPr>
        <p:spPr>
          <a:xfrm>
            <a:off x="6178965"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Tree>
    <p:extLst>
      <p:ext uri="{BB962C8B-B14F-4D97-AF65-F5344CB8AC3E}">
        <p14:creationId xmlns:p14="http://schemas.microsoft.com/office/powerpoint/2010/main" val="38181047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BE30AAB7-925B-4FF0-9C4C-ED84A2794D7B}"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69875"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6187440" y="1088740"/>
            <a:ext cx="5734685" cy="4287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8" name="Textplatzhalter 7">
            <a:extLst>
              <a:ext uri="{FF2B5EF4-FFF2-40B4-BE49-F238E27FC236}">
                <a16:creationId xmlns:a16="http://schemas.microsoft.com/office/drawing/2014/main" id="{4280664E-DD47-F588-9AC5-7EF892BCCD6D}"/>
              </a:ext>
            </a:extLst>
          </p:cNvPr>
          <p:cNvSpPr>
            <a:spLocks noGrp="1"/>
          </p:cNvSpPr>
          <p:nvPr>
            <p:ph type="body" sz="quarter" idx="23" hasCustomPrompt="1"/>
          </p:nvPr>
        </p:nvSpPr>
        <p:spPr>
          <a:xfrm>
            <a:off x="269875"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2" name="Bildplatzhalter 4">
            <a:extLst>
              <a:ext uri="{FF2B5EF4-FFF2-40B4-BE49-F238E27FC236}">
                <a16:creationId xmlns:a16="http://schemas.microsoft.com/office/drawing/2014/main" id="{BF131E8F-F030-F634-B58C-C4083E313DB0}"/>
              </a:ext>
            </a:extLst>
          </p:cNvPr>
          <p:cNvSpPr>
            <a:spLocks noGrp="1"/>
          </p:cNvSpPr>
          <p:nvPr>
            <p:ph type="pic" sz="quarter" idx="24"/>
          </p:nvPr>
        </p:nvSpPr>
        <p:spPr>
          <a:xfrm>
            <a:off x="2241952"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3" name="Textplatzhalter 7">
            <a:extLst>
              <a:ext uri="{FF2B5EF4-FFF2-40B4-BE49-F238E27FC236}">
                <a16:creationId xmlns:a16="http://schemas.microsoft.com/office/drawing/2014/main" id="{CCDDB8DD-2426-6FE0-DFEE-6DE9A58F0769}"/>
              </a:ext>
            </a:extLst>
          </p:cNvPr>
          <p:cNvSpPr>
            <a:spLocks noGrp="1"/>
          </p:cNvSpPr>
          <p:nvPr>
            <p:ph type="body" sz="quarter" idx="25" hasCustomPrompt="1"/>
          </p:nvPr>
        </p:nvSpPr>
        <p:spPr>
          <a:xfrm>
            <a:off x="2241952"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4" name="Bildplatzhalter 4">
            <a:extLst>
              <a:ext uri="{FF2B5EF4-FFF2-40B4-BE49-F238E27FC236}">
                <a16:creationId xmlns:a16="http://schemas.microsoft.com/office/drawing/2014/main" id="{983435DF-10F7-65D6-87B3-02DB8987199E}"/>
              </a:ext>
            </a:extLst>
          </p:cNvPr>
          <p:cNvSpPr>
            <a:spLocks noGrp="1"/>
          </p:cNvSpPr>
          <p:nvPr>
            <p:ph type="pic" sz="quarter" idx="26"/>
          </p:nvPr>
        </p:nvSpPr>
        <p:spPr>
          <a:xfrm>
            <a:off x="4216411"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5" name="Textplatzhalter 7">
            <a:extLst>
              <a:ext uri="{FF2B5EF4-FFF2-40B4-BE49-F238E27FC236}">
                <a16:creationId xmlns:a16="http://schemas.microsoft.com/office/drawing/2014/main" id="{C75924EC-5119-BC69-FAE4-4C5FAF979D6A}"/>
              </a:ext>
            </a:extLst>
          </p:cNvPr>
          <p:cNvSpPr>
            <a:spLocks noGrp="1"/>
          </p:cNvSpPr>
          <p:nvPr>
            <p:ph type="body" sz="quarter" idx="27" hasCustomPrompt="1"/>
          </p:nvPr>
        </p:nvSpPr>
        <p:spPr>
          <a:xfrm>
            <a:off x="4216411"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6" name="Bildplatzhalter 4">
            <a:extLst>
              <a:ext uri="{FF2B5EF4-FFF2-40B4-BE49-F238E27FC236}">
                <a16:creationId xmlns:a16="http://schemas.microsoft.com/office/drawing/2014/main" id="{8DBCB22B-C5B8-EE52-8843-F6E91485161D}"/>
              </a:ext>
            </a:extLst>
          </p:cNvPr>
          <p:cNvSpPr>
            <a:spLocks noGrp="1"/>
          </p:cNvSpPr>
          <p:nvPr>
            <p:ph type="pic" sz="quarter" idx="28"/>
          </p:nvPr>
        </p:nvSpPr>
        <p:spPr>
          <a:xfrm>
            <a:off x="269875"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7" name="Bildplatzhalter 4">
            <a:extLst>
              <a:ext uri="{FF2B5EF4-FFF2-40B4-BE49-F238E27FC236}">
                <a16:creationId xmlns:a16="http://schemas.microsoft.com/office/drawing/2014/main" id="{E9A2A0FF-0E7C-DA80-3753-010625EC4777}"/>
              </a:ext>
            </a:extLst>
          </p:cNvPr>
          <p:cNvSpPr>
            <a:spLocks noGrp="1"/>
          </p:cNvSpPr>
          <p:nvPr>
            <p:ph type="pic" sz="quarter" idx="29"/>
          </p:nvPr>
        </p:nvSpPr>
        <p:spPr>
          <a:xfrm>
            <a:off x="2241952"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Bildplatzhalter 4">
            <a:extLst>
              <a:ext uri="{FF2B5EF4-FFF2-40B4-BE49-F238E27FC236}">
                <a16:creationId xmlns:a16="http://schemas.microsoft.com/office/drawing/2014/main" id="{CCD0893B-0A26-A40A-4BEC-E9688A497FAD}"/>
              </a:ext>
            </a:extLst>
          </p:cNvPr>
          <p:cNvSpPr>
            <a:spLocks noGrp="1"/>
          </p:cNvSpPr>
          <p:nvPr>
            <p:ph type="pic" sz="quarter" idx="30"/>
          </p:nvPr>
        </p:nvSpPr>
        <p:spPr>
          <a:xfrm>
            <a:off x="4216411"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9" name="Textplatzhalter 7">
            <a:extLst>
              <a:ext uri="{FF2B5EF4-FFF2-40B4-BE49-F238E27FC236}">
                <a16:creationId xmlns:a16="http://schemas.microsoft.com/office/drawing/2014/main" id="{C01C616E-CDC8-43AA-E3EA-1068A0273501}"/>
              </a:ext>
            </a:extLst>
          </p:cNvPr>
          <p:cNvSpPr>
            <a:spLocks noGrp="1"/>
          </p:cNvSpPr>
          <p:nvPr>
            <p:ph type="body" sz="quarter" idx="31" hasCustomPrompt="1"/>
          </p:nvPr>
        </p:nvSpPr>
        <p:spPr>
          <a:xfrm>
            <a:off x="274033"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0" name="Textplatzhalter 7">
            <a:extLst>
              <a:ext uri="{FF2B5EF4-FFF2-40B4-BE49-F238E27FC236}">
                <a16:creationId xmlns:a16="http://schemas.microsoft.com/office/drawing/2014/main" id="{329A2272-896A-882E-5158-C54F5F68FD07}"/>
              </a:ext>
            </a:extLst>
          </p:cNvPr>
          <p:cNvSpPr>
            <a:spLocks noGrp="1"/>
          </p:cNvSpPr>
          <p:nvPr>
            <p:ph type="body" sz="quarter" idx="32" hasCustomPrompt="1"/>
          </p:nvPr>
        </p:nvSpPr>
        <p:spPr>
          <a:xfrm>
            <a:off x="2241952"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1" name="Textplatzhalter 7">
            <a:extLst>
              <a:ext uri="{FF2B5EF4-FFF2-40B4-BE49-F238E27FC236}">
                <a16:creationId xmlns:a16="http://schemas.microsoft.com/office/drawing/2014/main" id="{2522235C-97A4-2633-577F-C6E62223BE14}"/>
              </a:ext>
            </a:extLst>
          </p:cNvPr>
          <p:cNvSpPr>
            <a:spLocks noGrp="1"/>
          </p:cNvSpPr>
          <p:nvPr>
            <p:ph type="body" sz="quarter" idx="33" hasCustomPrompt="1"/>
          </p:nvPr>
        </p:nvSpPr>
        <p:spPr>
          <a:xfrm>
            <a:off x="4216411"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8" name="Textplatzhalter 7">
            <a:extLst>
              <a:ext uri="{FF2B5EF4-FFF2-40B4-BE49-F238E27FC236}">
                <a16:creationId xmlns:a16="http://schemas.microsoft.com/office/drawing/2014/main" id="{31240D61-DAE3-BD06-237A-C12594445A3C}"/>
              </a:ext>
            </a:extLst>
          </p:cNvPr>
          <p:cNvSpPr>
            <a:spLocks noGrp="1"/>
          </p:cNvSpPr>
          <p:nvPr>
            <p:ph type="body" sz="quarter" idx="34" hasCustomPrompt="1"/>
          </p:nvPr>
        </p:nvSpPr>
        <p:spPr>
          <a:xfrm>
            <a:off x="6190869" y="5508398"/>
            <a:ext cx="5734685" cy="424688"/>
          </a:xfrm>
        </p:spPr>
        <p:txBody>
          <a:bodyPr/>
          <a:lstStyle>
            <a:lvl1pPr>
              <a:defRPr/>
            </a:lvl1pPr>
          </a:lstStyle>
          <a:p>
            <a:pPr lvl="0"/>
            <a:r>
              <a:rPr lang="en-GB" noProof="0" dirty="0"/>
              <a:t>Team</a:t>
            </a:r>
          </a:p>
        </p:txBody>
      </p:sp>
    </p:spTree>
    <p:extLst>
      <p:ext uri="{BB962C8B-B14F-4D97-AF65-F5344CB8AC3E}">
        <p14:creationId xmlns:p14="http://schemas.microsoft.com/office/powerpoint/2010/main" val="41726659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or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B4C6DD47-B5A0-4950-A19A-43F01AC30E13}"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6182789"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1088740"/>
            <a:ext cx="5734685" cy="496916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8" name="Textplatzhalter 7">
            <a:extLst>
              <a:ext uri="{FF2B5EF4-FFF2-40B4-BE49-F238E27FC236}">
                <a16:creationId xmlns:a16="http://schemas.microsoft.com/office/drawing/2014/main" id="{4280664E-DD47-F588-9AC5-7EF892BCCD6D}"/>
              </a:ext>
            </a:extLst>
          </p:cNvPr>
          <p:cNvSpPr>
            <a:spLocks noGrp="1"/>
          </p:cNvSpPr>
          <p:nvPr>
            <p:ph type="body" sz="quarter" idx="23" hasCustomPrompt="1"/>
          </p:nvPr>
        </p:nvSpPr>
        <p:spPr>
          <a:xfrm>
            <a:off x="6182789" y="2932875"/>
            <a:ext cx="1792800" cy="424688"/>
          </a:xfrm>
        </p:spPr>
        <p:txBody>
          <a:bodyPr/>
          <a:lstStyle>
            <a:lvl1pPr>
              <a:defRPr/>
            </a:lvl1pPr>
          </a:lstStyle>
          <a:p>
            <a:pPr lvl="0"/>
            <a:r>
              <a:rPr lang="en-GB" noProof="0" dirty="0"/>
              <a:t>Insert content</a:t>
            </a:r>
          </a:p>
        </p:txBody>
      </p:sp>
      <p:sp>
        <p:nvSpPr>
          <p:cNvPr id="12" name="Bildplatzhalter 4">
            <a:extLst>
              <a:ext uri="{FF2B5EF4-FFF2-40B4-BE49-F238E27FC236}">
                <a16:creationId xmlns:a16="http://schemas.microsoft.com/office/drawing/2014/main" id="{BF131E8F-F030-F634-B58C-C4083E313DB0}"/>
              </a:ext>
            </a:extLst>
          </p:cNvPr>
          <p:cNvSpPr>
            <a:spLocks noGrp="1"/>
          </p:cNvSpPr>
          <p:nvPr>
            <p:ph type="pic" sz="quarter" idx="24"/>
          </p:nvPr>
        </p:nvSpPr>
        <p:spPr>
          <a:xfrm>
            <a:off x="8154866"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3" name="Textplatzhalter 7">
            <a:extLst>
              <a:ext uri="{FF2B5EF4-FFF2-40B4-BE49-F238E27FC236}">
                <a16:creationId xmlns:a16="http://schemas.microsoft.com/office/drawing/2014/main" id="{CCDDB8DD-2426-6FE0-DFEE-6DE9A58F0769}"/>
              </a:ext>
            </a:extLst>
          </p:cNvPr>
          <p:cNvSpPr>
            <a:spLocks noGrp="1"/>
          </p:cNvSpPr>
          <p:nvPr>
            <p:ph type="body" sz="quarter" idx="25" hasCustomPrompt="1"/>
          </p:nvPr>
        </p:nvSpPr>
        <p:spPr>
          <a:xfrm>
            <a:off x="8154866" y="2932875"/>
            <a:ext cx="1792800" cy="424688"/>
          </a:xfrm>
        </p:spPr>
        <p:txBody>
          <a:bodyPr/>
          <a:lstStyle>
            <a:lvl1pPr>
              <a:defRPr/>
            </a:lvl1pPr>
          </a:lstStyle>
          <a:p>
            <a:pPr lvl="0"/>
            <a:r>
              <a:rPr lang="en-GB" noProof="0" dirty="0"/>
              <a:t>Insert content</a:t>
            </a:r>
          </a:p>
        </p:txBody>
      </p:sp>
      <p:sp>
        <p:nvSpPr>
          <p:cNvPr id="14" name="Bildplatzhalter 4">
            <a:extLst>
              <a:ext uri="{FF2B5EF4-FFF2-40B4-BE49-F238E27FC236}">
                <a16:creationId xmlns:a16="http://schemas.microsoft.com/office/drawing/2014/main" id="{983435DF-10F7-65D6-87B3-02DB8987199E}"/>
              </a:ext>
            </a:extLst>
          </p:cNvPr>
          <p:cNvSpPr>
            <a:spLocks noGrp="1"/>
          </p:cNvSpPr>
          <p:nvPr>
            <p:ph type="pic" sz="quarter" idx="26"/>
          </p:nvPr>
        </p:nvSpPr>
        <p:spPr>
          <a:xfrm>
            <a:off x="10129325"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5" name="Textplatzhalter 7">
            <a:extLst>
              <a:ext uri="{FF2B5EF4-FFF2-40B4-BE49-F238E27FC236}">
                <a16:creationId xmlns:a16="http://schemas.microsoft.com/office/drawing/2014/main" id="{C75924EC-5119-BC69-FAE4-4C5FAF979D6A}"/>
              </a:ext>
            </a:extLst>
          </p:cNvPr>
          <p:cNvSpPr>
            <a:spLocks noGrp="1"/>
          </p:cNvSpPr>
          <p:nvPr>
            <p:ph type="body" sz="quarter" idx="27" hasCustomPrompt="1"/>
          </p:nvPr>
        </p:nvSpPr>
        <p:spPr>
          <a:xfrm>
            <a:off x="10129325" y="2932875"/>
            <a:ext cx="1792800" cy="424688"/>
          </a:xfrm>
        </p:spPr>
        <p:txBody>
          <a:bodyPr/>
          <a:lstStyle>
            <a:lvl1pPr>
              <a:defRPr/>
            </a:lvl1pPr>
          </a:lstStyle>
          <a:p>
            <a:pPr lvl="0"/>
            <a:r>
              <a:rPr lang="en-GB" noProof="0" dirty="0"/>
              <a:t>Insert content</a:t>
            </a:r>
          </a:p>
        </p:txBody>
      </p:sp>
      <p:sp>
        <p:nvSpPr>
          <p:cNvPr id="16" name="Bildplatzhalter 4">
            <a:extLst>
              <a:ext uri="{FF2B5EF4-FFF2-40B4-BE49-F238E27FC236}">
                <a16:creationId xmlns:a16="http://schemas.microsoft.com/office/drawing/2014/main" id="{8DBCB22B-C5B8-EE52-8843-F6E91485161D}"/>
              </a:ext>
            </a:extLst>
          </p:cNvPr>
          <p:cNvSpPr>
            <a:spLocks noGrp="1"/>
          </p:cNvSpPr>
          <p:nvPr>
            <p:ph type="pic" sz="quarter" idx="28"/>
          </p:nvPr>
        </p:nvSpPr>
        <p:spPr>
          <a:xfrm>
            <a:off x="6182789"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7" name="Bildplatzhalter 4">
            <a:extLst>
              <a:ext uri="{FF2B5EF4-FFF2-40B4-BE49-F238E27FC236}">
                <a16:creationId xmlns:a16="http://schemas.microsoft.com/office/drawing/2014/main" id="{E9A2A0FF-0E7C-DA80-3753-010625EC4777}"/>
              </a:ext>
            </a:extLst>
          </p:cNvPr>
          <p:cNvSpPr>
            <a:spLocks noGrp="1"/>
          </p:cNvSpPr>
          <p:nvPr>
            <p:ph type="pic" sz="quarter" idx="29"/>
          </p:nvPr>
        </p:nvSpPr>
        <p:spPr>
          <a:xfrm>
            <a:off x="8154866"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Bildplatzhalter 4">
            <a:extLst>
              <a:ext uri="{FF2B5EF4-FFF2-40B4-BE49-F238E27FC236}">
                <a16:creationId xmlns:a16="http://schemas.microsoft.com/office/drawing/2014/main" id="{CCD0893B-0A26-A40A-4BEC-E9688A497FAD}"/>
              </a:ext>
            </a:extLst>
          </p:cNvPr>
          <p:cNvSpPr>
            <a:spLocks noGrp="1"/>
          </p:cNvSpPr>
          <p:nvPr>
            <p:ph type="pic" sz="quarter" idx="30"/>
          </p:nvPr>
        </p:nvSpPr>
        <p:spPr>
          <a:xfrm>
            <a:off x="10129325"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9" name="Textplatzhalter 7">
            <a:extLst>
              <a:ext uri="{FF2B5EF4-FFF2-40B4-BE49-F238E27FC236}">
                <a16:creationId xmlns:a16="http://schemas.microsoft.com/office/drawing/2014/main" id="{C01C616E-CDC8-43AA-E3EA-1068A0273501}"/>
              </a:ext>
            </a:extLst>
          </p:cNvPr>
          <p:cNvSpPr>
            <a:spLocks noGrp="1"/>
          </p:cNvSpPr>
          <p:nvPr>
            <p:ph type="body" sz="quarter" idx="31" hasCustomPrompt="1"/>
          </p:nvPr>
        </p:nvSpPr>
        <p:spPr>
          <a:xfrm>
            <a:off x="6186947" y="5659152"/>
            <a:ext cx="1792800" cy="424688"/>
          </a:xfrm>
        </p:spPr>
        <p:txBody>
          <a:bodyPr/>
          <a:lstStyle>
            <a:lvl1pPr>
              <a:defRPr/>
            </a:lvl1pPr>
          </a:lstStyle>
          <a:p>
            <a:pPr lvl="0"/>
            <a:r>
              <a:rPr lang="en-GB" noProof="0" dirty="0"/>
              <a:t>Insert content</a:t>
            </a:r>
          </a:p>
        </p:txBody>
      </p:sp>
      <p:sp>
        <p:nvSpPr>
          <p:cNvPr id="20" name="Textplatzhalter 7">
            <a:extLst>
              <a:ext uri="{FF2B5EF4-FFF2-40B4-BE49-F238E27FC236}">
                <a16:creationId xmlns:a16="http://schemas.microsoft.com/office/drawing/2014/main" id="{329A2272-896A-882E-5158-C54F5F68FD07}"/>
              </a:ext>
            </a:extLst>
          </p:cNvPr>
          <p:cNvSpPr>
            <a:spLocks noGrp="1"/>
          </p:cNvSpPr>
          <p:nvPr>
            <p:ph type="body" sz="quarter" idx="32" hasCustomPrompt="1"/>
          </p:nvPr>
        </p:nvSpPr>
        <p:spPr>
          <a:xfrm>
            <a:off x="8154866" y="5659152"/>
            <a:ext cx="1792800" cy="424688"/>
          </a:xfrm>
        </p:spPr>
        <p:txBody>
          <a:bodyPr/>
          <a:lstStyle>
            <a:lvl1pPr>
              <a:defRPr/>
            </a:lvl1pPr>
          </a:lstStyle>
          <a:p>
            <a:pPr lvl="0"/>
            <a:r>
              <a:rPr lang="en-GB" noProof="0" dirty="0"/>
              <a:t>Insert content</a:t>
            </a:r>
          </a:p>
        </p:txBody>
      </p:sp>
      <p:sp>
        <p:nvSpPr>
          <p:cNvPr id="21" name="Textplatzhalter 7">
            <a:extLst>
              <a:ext uri="{FF2B5EF4-FFF2-40B4-BE49-F238E27FC236}">
                <a16:creationId xmlns:a16="http://schemas.microsoft.com/office/drawing/2014/main" id="{2522235C-97A4-2633-577F-C6E62223BE14}"/>
              </a:ext>
            </a:extLst>
          </p:cNvPr>
          <p:cNvSpPr>
            <a:spLocks noGrp="1"/>
          </p:cNvSpPr>
          <p:nvPr>
            <p:ph type="body" sz="quarter" idx="33" hasCustomPrompt="1"/>
          </p:nvPr>
        </p:nvSpPr>
        <p:spPr>
          <a:xfrm>
            <a:off x="10129325" y="5659152"/>
            <a:ext cx="1792800" cy="424688"/>
          </a:xfrm>
        </p:spPr>
        <p:txBody>
          <a:bodyPr/>
          <a:lstStyle>
            <a:lvl1pPr>
              <a:defRPr/>
            </a:lvl1pPr>
          </a:lstStyle>
          <a:p>
            <a:pPr lvl="0"/>
            <a:r>
              <a:rPr lang="en-GB" noProof="0" dirty="0"/>
              <a:t>Insert content</a:t>
            </a:r>
          </a:p>
        </p:txBody>
      </p:sp>
    </p:spTree>
    <p:extLst>
      <p:ext uri="{BB962C8B-B14F-4D97-AF65-F5344CB8AC3E}">
        <p14:creationId xmlns:p14="http://schemas.microsoft.com/office/powerpoint/2010/main" val="762027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udent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9F7C6AB-D72C-4DB2-B412-E0727C77E8DE}"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866775"/>
            <a:ext cx="7688373" cy="5362575"/>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 name="Inhaltsplatzhalter 10">
            <a:extLst>
              <a:ext uri="{FF2B5EF4-FFF2-40B4-BE49-F238E27FC236}">
                <a16:creationId xmlns:a16="http://schemas.microsoft.com/office/drawing/2014/main" id="{FFC20296-E86A-3879-BD39-9F30E3319478}"/>
              </a:ext>
            </a:extLst>
          </p:cNvPr>
          <p:cNvSpPr>
            <a:spLocks noGrp="1"/>
          </p:cNvSpPr>
          <p:nvPr>
            <p:ph sz="quarter" idx="23" hasCustomPrompt="1"/>
          </p:nvPr>
        </p:nvSpPr>
        <p:spPr>
          <a:xfrm>
            <a:off x="8148638" y="866775"/>
            <a:ext cx="3768835" cy="1871515"/>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2" name="Inhaltsplatzhalter 10">
            <a:extLst>
              <a:ext uri="{FF2B5EF4-FFF2-40B4-BE49-F238E27FC236}">
                <a16:creationId xmlns:a16="http://schemas.microsoft.com/office/drawing/2014/main" id="{64B2AD41-4DD5-6051-D34F-CA90E2343F5D}"/>
              </a:ext>
            </a:extLst>
          </p:cNvPr>
          <p:cNvSpPr>
            <a:spLocks noGrp="1"/>
          </p:cNvSpPr>
          <p:nvPr>
            <p:ph sz="quarter" idx="24" hasCustomPrompt="1"/>
          </p:nvPr>
        </p:nvSpPr>
        <p:spPr>
          <a:xfrm>
            <a:off x="8148638" y="2938463"/>
            <a:ext cx="3768835" cy="293880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8" name="Textplatzhalter 27">
            <a:extLst>
              <a:ext uri="{FF2B5EF4-FFF2-40B4-BE49-F238E27FC236}">
                <a16:creationId xmlns:a16="http://schemas.microsoft.com/office/drawing/2014/main" id="{D10D92F6-CEED-9778-52E5-5789FA1E2137}"/>
              </a:ext>
            </a:extLst>
          </p:cNvPr>
          <p:cNvSpPr>
            <a:spLocks noGrp="1"/>
          </p:cNvSpPr>
          <p:nvPr>
            <p:ph type="body" sz="quarter" idx="25" hasCustomPrompt="1"/>
          </p:nvPr>
        </p:nvSpPr>
        <p:spPr>
          <a:xfrm>
            <a:off x="8154000" y="6013950"/>
            <a:ext cx="3768835" cy="205200"/>
          </a:xfrm>
        </p:spPr>
        <p:txBody>
          <a:bodyPr anchor="b"/>
          <a:lstStyle>
            <a:lvl1pPr>
              <a:lnSpc>
                <a:spcPct val="109000"/>
              </a:lnSpc>
              <a:defRPr sz="12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Quelle </a:t>
            </a:r>
            <a:r>
              <a:rPr lang="en-GB" noProof="0" dirty="0" err="1"/>
              <a:t>hinzufügen</a:t>
            </a:r>
            <a:endParaRPr lang="en-GB" noProof="0" dirty="0"/>
          </a:p>
        </p:txBody>
      </p:sp>
    </p:spTree>
    <p:extLst>
      <p:ext uri="{BB962C8B-B14F-4D97-AF65-F5344CB8AC3E}">
        <p14:creationId xmlns:p14="http://schemas.microsoft.com/office/powerpoint/2010/main" val="15930016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hs Texte mit Grafik">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43608F40-4162-43B2-8892-FE05E38730A8}"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8156522" y="876298"/>
            <a:ext cx="3765601" cy="5353052"/>
          </a:xfrm>
          <a:noFill/>
        </p:spPr>
        <p:txBody>
          <a:bodyPr tIns="720000" anchor="ctr"/>
          <a:lstStyle>
            <a:lvl1pPr algn="ctr">
              <a:defRPr sz="1200"/>
            </a:lvl1pPr>
          </a:lstStyle>
          <a:p>
            <a:r>
              <a:rPr lang="en-US" noProof="0"/>
              <a:t>Click icon to add picture</a:t>
            </a:r>
            <a:endParaRPr lang="en-GB" noProof="0" dirty="0"/>
          </a:p>
        </p:txBody>
      </p:sp>
      <p:sp>
        <p:nvSpPr>
          <p:cNvPr id="8" name="Inhaltsplatzhalter 10">
            <a:extLst>
              <a:ext uri="{FF2B5EF4-FFF2-40B4-BE49-F238E27FC236}">
                <a16:creationId xmlns:a16="http://schemas.microsoft.com/office/drawing/2014/main" id="{19B00308-6650-D1AB-F5C5-991F60192BF4}"/>
              </a:ext>
            </a:extLst>
          </p:cNvPr>
          <p:cNvSpPr>
            <a:spLocks noGrp="1"/>
          </p:cNvSpPr>
          <p:nvPr>
            <p:ph sz="quarter" idx="23" hasCustomPrompt="1"/>
          </p:nvPr>
        </p:nvSpPr>
        <p:spPr>
          <a:xfrm>
            <a:off x="269877" y="876299"/>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9" name="Inhaltsplatzhalter 10">
            <a:extLst>
              <a:ext uri="{FF2B5EF4-FFF2-40B4-BE49-F238E27FC236}">
                <a16:creationId xmlns:a16="http://schemas.microsoft.com/office/drawing/2014/main" id="{64747F6A-D136-3EFB-6E19-6A385022B994}"/>
              </a:ext>
            </a:extLst>
          </p:cNvPr>
          <p:cNvSpPr>
            <a:spLocks noGrp="1"/>
          </p:cNvSpPr>
          <p:nvPr>
            <p:ph sz="quarter" idx="24" hasCustomPrompt="1"/>
          </p:nvPr>
        </p:nvSpPr>
        <p:spPr>
          <a:xfrm>
            <a:off x="4213200" y="876298"/>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Inhaltsplatzhalter 10">
            <a:extLst>
              <a:ext uri="{FF2B5EF4-FFF2-40B4-BE49-F238E27FC236}">
                <a16:creationId xmlns:a16="http://schemas.microsoft.com/office/drawing/2014/main" id="{B3A42B55-571E-7D35-8A1D-2EE06F2B25D1}"/>
              </a:ext>
            </a:extLst>
          </p:cNvPr>
          <p:cNvSpPr>
            <a:spLocks noGrp="1"/>
          </p:cNvSpPr>
          <p:nvPr>
            <p:ph sz="quarter" idx="25" hasCustomPrompt="1"/>
          </p:nvPr>
        </p:nvSpPr>
        <p:spPr>
          <a:xfrm>
            <a:off x="271068" y="2764546"/>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 name="Inhaltsplatzhalter 10">
            <a:extLst>
              <a:ext uri="{FF2B5EF4-FFF2-40B4-BE49-F238E27FC236}">
                <a16:creationId xmlns:a16="http://schemas.microsoft.com/office/drawing/2014/main" id="{45D49E17-FFEA-350F-4AF4-82760A288C52}"/>
              </a:ext>
            </a:extLst>
          </p:cNvPr>
          <p:cNvSpPr>
            <a:spLocks noGrp="1"/>
          </p:cNvSpPr>
          <p:nvPr>
            <p:ph sz="quarter" idx="26" hasCustomPrompt="1"/>
          </p:nvPr>
        </p:nvSpPr>
        <p:spPr>
          <a:xfrm>
            <a:off x="4214391" y="2764545"/>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10">
            <a:extLst>
              <a:ext uri="{FF2B5EF4-FFF2-40B4-BE49-F238E27FC236}">
                <a16:creationId xmlns:a16="http://schemas.microsoft.com/office/drawing/2014/main" id="{02C0735D-E433-CC9E-BA2C-CE7019E863A6}"/>
              </a:ext>
            </a:extLst>
          </p:cNvPr>
          <p:cNvSpPr>
            <a:spLocks noGrp="1"/>
          </p:cNvSpPr>
          <p:nvPr>
            <p:ph sz="quarter" idx="27" hasCustomPrompt="1"/>
          </p:nvPr>
        </p:nvSpPr>
        <p:spPr>
          <a:xfrm>
            <a:off x="267953" y="4647380"/>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4" name="Inhaltsplatzhalter 10">
            <a:extLst>
              <a:ext uri="{FF2B5EF4-FFF2-40B4-BE49-F238E27FC236}">
                <a16:creationId xmlns:a16="http://schemas.microsoft.com/office/drawing/2014/main" id="{57EE092B-F3B3-A0AB-6AF8-3C6F16032461}"/>
              </a:ext>
            </a:extLst>
          </p:cNvPr>
          <p:cNvSpPr>
            <a:spLocks noGrp="1"/>
          </p:cNvSpPr>
          <p:nvPr>
            <p:ph sz="quarter" idx="28" hasCustomPrompt="1"/>
          </p:nvPr>
        </p:nvSpPr>
        <p:spPr>
          <a:xfrm>
            <a:off x="4211276" y="4647379"/>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16602253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ünf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2" y="244800"/>
            <a:ext cx="576000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171122E3-8667-4CBC-89DA-665A2A12A766}"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266936" y="1371600"/>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442D8CDC-499B-83AC-9951-0F3067D8DBBA}"/>
              </a:ext>
            </a:extLst>
          </p:cNvPr>
          <p:cNvSpPr>
            <a:spLocks noGrp="1"/>
          </p:cNvSpPr>
          <p:nvPr>
            <p:ph idx="22" hasCustomPrompt="1"/>
          </p:nvPr>
        </p:nvSpPr>
        <p:spPr>
          <a:xfrm>
            <a:off x="2264568" y="1371600"/>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8" name="Bildplatzhalter 4">
            <a:extLst>
              <a:ext uri="{FF2B5EF4-FFF2-40B4-BE49-F238E27FC236}">
                <a16:creationId xmlns:a16="http://schemas.microsoft.com/office/drawing/2014/main" id="{6BDEB48F-A5F4-E47E-A6CF-964F1398E89A}"/>
              </a:ext>
            </a:extLst>
          </p:cNvPr>
          <p:cNvSpPr>
            <a:spLocks noGrp="1"/>
          </p:cNvSpPr>
          <p:nvPr>
            <p:ph type="pic" sz="quarter" idx="26"/>
          </p:nvPr>
        </p:nvSpPr>
        <p:spPr>
          <a:xfrm>
            <a:off x="269875" y="3105944"/>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0" name="Bildplatzhalter 4">
            <a:extLst>
              <a:ext uri="{FF2B5EF4-FFF2-40B4-BE49-F238E27FC236}">
                <a16:creationId xmlns:a16="http://schemas.microsoft.com/office/drawing/2014/main" id="{4D8633B6-F883-1298-E515-91B31B28E3A4}"/>
              </a:ext>
            </a:extLst>
          </p:cNvPr>
          <p:cNvSpPr>
            <a:spLocks noGrp="1"/>
          </p:cNvSpPr>
          <p:nvPr>
            <p:ph type="pic" sz="quarter" idx="28"/>
          </p:nvPr>
        </p:nvSpPr>
        <p:spPr>
          <a:xfrm>
            <a:off x="269875" y="4840288"/>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6" name="Bildplatzhalter 4">
            <a:extLst>
              <a:ext uri="{FF2B5EF4-FFF2-40B4-BE49-F238E27FC236}">
                <a16:creationId xmlns:a16="http://schemas.microsoft.com/office/drawing/2014/main" id="{0ED7E5AD-E183-82CD-F090-884A82A4B967}"/>
              </a:ext>
            </a:extLst>
          </p:cNvPr>
          <p:cNvSpPr>
            <a:spLocks noGrp="1"/>
          </p:cNvSpPr>
          <p:nvPr>
            <p:ph type="pic" sz="quarter" idx="30"/>
          </p:nvPr>
        </p:nvSpPr>
        <p:spPr>
          <a:xfrm>
            <a:off x="6180532" y="1371600"/>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9" name="Bildplatzhalter 4">
            <a:extLst>
              <a:ext uri="{FF2B5EF4-FFF2-40B4-BE49-F238E27FC236}">
                <a16:creationId xmlns:a16="http://schemas.microsoft.com/office/drawing/2014/main" id="{560DE703-9043-4D96-9589-6AB1C9265741}"/>
              </a:ext>
            </a:extLst>
          </p:cNvPr>
          <p:cNvSpPr>
            <a:spLocks noGrp="1"/>
          </p:cNvSpPr>
          <p:nvPr>
            <p:ph type="pic" sz="quarter" idx="32"/>
          </p:nvPr>
        </p:nvSpPr>
        <p:spPr>
          <a:xfrm>
            <a:off x="6180532" y="3105944"/>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 name="Inhaltsplatzhalter 2">
            <a:extLst>
              <a:ext uri="{FF2B5EF4-FFF2-40B4-BE49-F238E27FC236}">
                <a16:creationId xmlns:a16="http://schemas.microsoft.com/office/drawing/2014/main" id="{235B7962-C9CE-24B7-343C-9D504EEF1ADA}"/>
              </a:ext>
            </a:extLst>
          </p:cNvPr>
          <p:cNvSpPr>
            <a:spLocks noGrp="1"/>
          </p:cNvSpPr>
          <p:nvPr>
            <p:ph idx="34" hasCustomPrompt="1"/>
          </p:nvPr>
        </p:nvSpPr>
        <p:spPr>
          <a:xfrm>
            <a:off x="2264568" y="3105944"/>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7" name="Inhaltsplatzhalter 2">
            <a:extLst>
              <a:ext uri="{FF2B5EF4-FFF2-40B4-BE49-F238E27FC236}">
                <a16:creationId xmlns:a16="http://schemas.microsoft.com/office/drawing/2014/main" id="{DFF4B996-5BF2-362E-6F3C-0472752C4919}"/>
              </a:ext>
            </a:extLst>
          </p:cNvPr>
          <p:cNvSpPr>
            <a:spLocks noGrp="1"/>
          </p:cNvSpPr>
          <p:nvPr>
            <p:ph idx="35" hasCustomPrompt="1"/>
          </p:nvPr>
        </p:nvSpPr>
        <p:spPr>
          <a:xfrm>
            <a:off x="2264568" y="4840288"/>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8" name="Inhaltsplatzhalter 2">
            <a:extLst>
              <a:ext uri="{FF2B5EF4-FFF2-40B4-BE49-F238E27FC236}">
                <a16:creationId xmlns:a16="http://schemas.microsoft.com/office/drawing/2014/main" id="{23CD5622-E8DA-D57A-1F36-A80A2A8ACA69}"/>
              </a:ext>
            </a:extLst>
          </p:cNvPr>
          <p:cNvSpPr>
            <a:spLocks noGrp="1"/>
          </p:cNvSpPr>
          <p:nvPr>
            <p:ph idx="36" hasCustomPrompt="1"/>
          </p:nvPr>
        </p:nvSpPr>
        <p:spPr>
          <a:xfrm>
            <a:off x="8184232" y="3105944"/>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Inhaltsplatzhalter 2">
            <a:extLst>
              <a:ext uri="{FF2B5EF4-FFF2-40B4-BE49-F238E27FC236}">
                <a16:creationId xmlns:a16="http://schemas.microsoft.com/office/drawing/2014/main" id="{60987D4F-9295-E825-B64B-CE16F9CC37E4}"/>
              </a:ext>
            </a:extLst>
          </p:cNvPr>
          <p:cNvSpPr>
            <a:spLocks noGrp="1"/>
          </p:cNvSpPr>
          <p:nvPr>
            <p:ph idx="37" hasCustomPrompt="1"/>
          </p:nvPr>
        </p:nvSpPr>
        <p:spPr>
          <a:xfrm>
            <a:off x="8184232" y="1371600"/>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3898624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eun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3" y="244800"/>
            <a:ext cx="576000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4AB1CAA3-0E26-4D77-9861-DAEB699CEE1D}"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266936"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442D8CDC-499B-83AC-9951-0F3067D8DBBA}"/>
              </a:ext>
            </a:extLst>
          </p:cNvPr>
          <p:cNvSpPr>
            <a:spLocks noGrp="1"/>
          </p:cNvSpPr>
          <p:nvPr>
            <p:ph idx="22" hasCustomPrompt="1"/>
          </p:nvPr>
        </p:nvSpPr>
        <p:spPr>
          <a:xfrm>
            <a:off x="1254919" y="158626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0" name="Bildplatzhalter 4">
            <a:extLst>
              <a:ext uri="{FF2B5EF4-FFF2-40B4-BE49-F238E27FC236}">
                <a16:creationId xmlns:a16="http://schemas.microsoft.com/office/drawing/2014/main" id="{622633EA-CE0F-D311-E9F8-E4FF04D03BC7}"/>
              </a:ext>
            </a:extLst>
          </p:cNvPr>
          <p:cNvSpPr>
            <a:spLocks noGrp="1"/>
          </p:cNvSpPr>
          <p:nvPr>
            <p:ph type="pic" sz="quarter" idx="26"/>
          </p:nvPr>
        </p:nvSpPr>
        <p:spPr>
          <a:xfrm>
            <a:off x="266936"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1" name="Inhaltsplatzhalter 2">
            <a:extLst>
              <a:ext uri="{FF2B5EF4-FFF2-40B4-BE49-F238E27FC236}">
                <a16:creationId xmlns:a16="http://schemas.microsoft.com/office/drawing/2014/main" id="{B2222D7F-5144-753F-7AF0-A8D709992A99}"/>
              </a:ext>
            </a:extLst>
          </p:cNvPr>
          <p:cNvSpPr>
            <a:spLocks noGrp="1"/>
          </p:cNvSpPr>
          <p:nvPr>
            <p:ph idx="27" hasCustomPrompt="1"/>
          </p:nvPr>
        </p:nvSpPr>
        <p:spPr>
          <a:xfrm>
            <a:off x="1254919"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2" name="Bildplatzhalter 4">
            <a:extLst>
              <a:ext uri="{FF2B5EF4-FFF2-40B4-BE49-F238E27FC236}">
                <a16:creationId xmlns:a16="http://schemas.microsoft.com/office/drawing/2014/main" id="{03285094-5EB7-BA03-462D-65224736565D}"/>
              </a:ext>
            </a:extLst>
          </p:cNvPr>
          <p:cNvSpPr>
            <a:spLocks noGrp="1"/>
          </p:cNvSpPr>
          <p:nvPr>
            <p:ph type="pic" sz="quarter" idx="28"/>
          </p:nvPr>
        </p:nvSpPr>
        <p:spPr>
          <a:xfrm>
            <a:off x="266936"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3" name="Inhaltsplatzhalter 2">
            <a:extLst>
              <a:ext uri="{FF2B5EF4-FFF2-40B4-BE49-F238E27FC236}">
                <a16:creationId xmlns:a16="http://schemas.microsoft.com/office/drawing/2014/main" id="{42C14EDF-15BE-41CE-9D5E-3D50F6B67AB4}"/>
              </a:ext>
            </a:extLst>
          </p:cNvPr>
          <p:cNvSpPr>
            <a:spLocks noGrp="1"/>
          </p:cNvSpPr>
          <p:nvPr>
            <p:ph idx="29" hasCustomPrompt="1"/>
          </p:nvPr>
        </p:nvSpPr>
        <p:spPr>
          <a:xfrm>
            <a:off x="1254919"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4" name="Bildplatzhalter 4">
            <a:extLst>
              <a:ext uri="{FF2B5EF4-FFF2-40B4-BE49-F238E27FC236}">
                <a16:creationId xmlns:a16="http://schemas.microsoft.com/office/drawing/2014/main" id="{DAC93A43-12FF-3F6B-DA7A-A04D2ECA735B}"/>
              </a:ext>
            </a:extLst>
          </p:cNvPr>
          <p:cNvSpPr>
            <a:spLocks noGrp="1"/>
          </p:cNvSpPr>
          <p:nvPr>
            <p:ph type="pic" sz="quarter" idx="30"/>
          </p:nvPr>
        </p:nvSpPr>
        <p:spPr>
          <a:xfrm>
            <a:off x="4202236"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5" name="Inhaltsplatzhalter 2">
            <a:extLst>
              <a:ext uri="{FF2B5EF4-FFF2-40B4-BE49-F238E27FC236}">
                <a16:creationId xmlns:a16="http://schemas.microsoft.com/office/drawing/2014/main" id="{A696B000-854E-5397-BD25-46F024ACF0B6}"/>
              </a:ext>
            </a:extLst>
          </p:cNvPr>
          <p:cNvSpPr>
            <a:spLocks noGrp="1"/>
          </p:cNvSpPr>
          <p:nvPr>
            <p:ph idx="31" hasCustomPrompt="1"/>
          </p:nvPr>
        </p:nvSpPr>
        <p:spPr>
          <a:xfrm>
            <a:off x="5195900" y="158626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6" name="Bildplatzhalter 4">
            <a:extLst>
              <a:ext uri="{FF2B5EF4-FFF2-40B4-BE49-F238E27FC236}">
                <a16:creationId xmlns:a16="http://schemas.microsoft.com/office/drawing/2014/main" id="{755C6D27-9F7F-A193-A31F-2412FB8334A4}"/>
              </a:ext>
            </a:extLst>
          </p:cNvPr>
          <p:cNvSpPr>
            <a:spLocks noGrp="1"/>
          </p:cNvSpPr>
          <p:nvPr>
            <p:ph type="pic" sz="quarter" idx="32"/>
          </p:nvPr>
        </p:nvSpPr>
        <p:spPr>
          <a:xfrm>
            <a:off x="4202236"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3" name="Inhaltsplatzhalter 2">
            <a:extLst>
              <a:ext uri="{FF2B5EF4-FFF2-40B4-BE49-F238E27FC236}">
                <a16:creationId xmlns:a16="http://schemas.microsoft.com/office/drawing/2014/main" id="{80A26B48-243C-9DD6-BDC2-FE40212B1AAE}"/>
              </a:ext>
            </a:extLst>
          </p:cNvPr>
          <p:cNvSpPr>
            <a:spLocks noGrp="1"/>
          </p:cNvSpPr>
          <p:nvPr>
            <p:ph idx="33" hasCustomPrompt="1"/>
          </p:nvPr>
        </p:nvSpPr>
        <p:spPr>
          <a:xfrm>
            <a:off x="5195900"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24" name="Bildplatzhalter 4">
            <a:extLst>
              <a:ext uri="{FF2B5EF4-FFF2-40B4-BE49-F238E27FC236}">
                <a16:creationId xmlns:a16="http://schemas.microsoft.com/office/drawing/2014/main" id="{0E647CD5-DA5F-6055-1889-45FC8EA8E3AC}"/>
              </a:ext>
            </a:extLst>
          </p:cNvPr>
          <p:cNvSpPr>
            <a:spLocks noGrp="1"/>
          </p:cNvSpPr>
          <p:nvPr>
            <p:ph type="pic" sz="quarter" idx="34"/>
          </p:nvPr>
        </p:nvSpPr>
        <p:spPr>
          <a:xfrm>
            <a:off x="4202236"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7" name="Inhaltsplatzhalter 2">
            <a:extLst>
              <a:ext uri="{FF2B5EF4-FFF2-40B4-BE49-F238E27FC236}">
                <a16:creationId xmlns:a16="http://schemas.microsoft.com/office/drawing/2014/main" id="{FFA660F0-3C7A-4C52-196B-D1FC1C4E12F1}"/>
              </a:ext>
            </a:extLst>
          </p:cNvPr>
          <p:cNvSpPr>
            <a:spLocks noGrp="1"/>
          </p:cNvSpPr>
          <p:nvPr>
            <p:ph idx="35" hasCustomPrompt="1"/>
          </p:nvPr>
        </p:nvSpPr>
        <p:spPr>
          <a:xfrm>
            <a:off x="5195900"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2" name="Bildplatzhalter 4">
            <a:extLst>
              <a:ext uri="{FF2B5EF4-FFF2-40B4-BE49-F238E27FC236}">
                <a16:creationId xmlns:a16="http://schemas.microsoft.com/office/drawing/2014/main" id="{9AE88E45-2228-3BAB-B328-25AE00C86922}"/>
              </a:ext>
            </a:extLst>
          </p:cNvPr>
          <p:cNvSpPr>
            <a:spLocks noGrp="1"/>
          </p:cNvSpPr>
          <p:nvPr>
            <p:ph type="pic" sz="quarter" idx="36"/>
          </p:nvPr>
        </p:nvSpPr>
        <p:spPr>
          <a:xfrm>
            <a:off x="8148811"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3" name="Inhaltsplatzhalter 2">
            <a:extLst>
              <a:ext uri="{FF2B5EF4-FFF2-40B4-BE49-F238E27FC236}">
                <a16:creationId xmlns:a16="http://schemas.microsoft.com/office/drawing/2014/main" id="{8D6A0681-D929-2BA4-D3F8-B3541A94FD81}"/>
              </a:ext>
            </a:extLst>
          </p:cNvPr>
          <p:cNvSpPr>
            <a:spLocks noGrp="1"/>
          </p:cNvSpPr>
          <p:nvPr>
            <p:ph idx="37" hasCustomPrompt="1"/>
          </p:nvPr>
        </p:nvSpPr>
        <p:spPr>
          <a:xfrm>
            <a:off x="9136793" y="1586260"/>
            <a:ext cx="2785331"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4" name="Bildplatzhalter 4">
            <a:extLst>
              <a:ext uri="{FF2B5EF4-FFF2-40B4-BE49-F238E27FC236}">
                <a16:creationId xmlns:a16="http://schemas.microsoft.com/office/drawing/2014/main" id="{8D809E36-7256-6CC2-0F4B-23E42C6B1426}"/>
              </a:ext>
            </a:extLst>
          </p:cNvPr>
          <p:cNvSpPr>
            <a:spLocks noGrp="1"/>
          </p:cNvSpPr>
          <p:nvPr>
            <p:ph type="pic" sz="quarter" idx="38"/>
          </p:nvPr>
        </p:nvSpPr>
        <p:spPr>
          <a:xfrm>
            <a:off x="8148811"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5" name="Inhaltsplatzhalter 2">
            <a:extLst>
              <a:ext uri="{FF2B5EF4-FFF2-40B4-BE49-F238E27FC236}">
                <a16:creationId xmlns:a16="http://schemas.microsoft.com/office/drawing/2014/main" id="{FF8DEA4B-FE27-8A9E-FBBB-04944A377343}"/>
              </a:ext>
            </a:extLst>
          </p:cNvPr>
          <p:cNvSpPr>
            <a:spLocks noGrp="1"/>
          </p:cNvSpPr>
          <p:nvPr>
            <p:ph idx="39" hasCustomPrompt="1"/>
          </p:nvPr>
        </p:nvSpPr>
        <p:spPr>
          <a:xfrm>
            <a:off x="9136794"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6" name="Bildplatzhalter 4">
            <a:extLst>
              <a:ext uri="{FF2B5EF4-FFF2-40B4-BE49-F238E27FC236}">
                <a16:creationId xmlns:a16="http://schemas.microsoft.com/office/drawing/2014/main" id="{5AC54CE7-1DE9-FCC9-D36F-326C1CC978F1}"/>
              </a:ext>
            </a:extLst>
          </p:cNvPr>
          <p:cNvSpPr>
            <a:spLocks noGrp="1"/>
          </p:cNvSpPr>
          <p:nvPr>
            <p:ph type="pic" sz="quarter" idx="40"/>
          </p:nvPr>
        </p:nvSpPr>
        <p:spPr>
          <a:xfrm>
            <a:off x="8148811"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7" name="Inhaltsplatzhalter 2">
            <a:extLst>
              <a:ext uri="{FF2B5EF4-FFF2-40B4-BE49-F238E27FC236}">
                <a16:creationId xmlns:a16="http://schemas.microsoft.com/office/drawing/2014/main" id="{CFFA07EE-B7CC-6673-18A8-938F608DD842}"/>
              </a:ext>
            </a:extLst>
          </p:cNvPr>
          <p:cNvSpPr>
            <a:spLocks noGrp="1"/>
          </p:cNvSpPr>
          <p:nvPr>
            <p:ph idx="41" hasCustomPrompt="1"/>
          </p:nvPr>
        </p:nvSpPr>
        <p:spPr>
          <a:xfrm>
            <a:off x="9136794"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Tree>
    <p:extLst>
      <p:ext uri="{BB962C8B-B14F-4D97-AF65-F5344CB8AC3E}">
        <p14:creationId xmlns:p14="http://schemas.microsoft.com/office/powerpoint/2010/main" val="10039452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und elf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3" y="244800"/>
            <a:ext cx="11650662" cy="625944"/>
          </a:xfrm>
        </p:spPr>
        <p:txBody>
          <a:bodyPr/>
          <a:lstStyle>
            <a:lvl1pPr>
              <a:defRPr/>
            </a:lvl1p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8416D8B0-C1F6-401E-A49C-9F8317A00928}"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41" name="Inhaltsplatzhalter 30">
            <a:extLst>
              <a:ext uri="{FF2B5EF4-FFF2-40B4-BE49-F238E27FC236}">
                <a16:creationId xmlns:a16="http://schemas.microsoft.com/office/drawing/2014/main" id="{1FE9EFCD-7C86-A7FC-7CBA-C2A928454C03}"/>
              </a:ext>
            </a:extLst>
          </p:cNvPr>
          <p:cNvSpPr>
            <a:spLocks noGrp="1"/>
          </p:cNvSpPr>
          <p:nvPr>
            <p:ph sz="quarter" idx="14" hasCustomPrompt="1"/>
          </p:nvPr>
        </p:nvSpPr>
        <p:spPr>
          <a:xfrm>
            <a:off x="271463" y="878400"/>
            <a:ext cx="2862063"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2" name="Inhaltsplatzhalter 30">
            <a:extLst>
              <a:ext uri="{FF2B5EF4-FFF2-40B4-BE49-F238E27FC236}">
                <a16:creationId xmlns:a16="http://schemas.microsoft.com/office/drawing/2014/main" id="{B5AF2636-78AA-31AE-B767-CD1ED9E3083B}"/>
              </a:ext>
            </a:extLst>
          </p:cNvPr>
          <p:cNvSpPr>
            <a:spLocks noGrp="1"/>
          </p:cNvSpPr>
          <p:nvPr>
            <p:ph sz="quarter" idx="15" hasCustomPrompt="1"/>
          </p:nvPr>
        </p:nvSpPr>
        <p:spPr>
          <a:xfrm>
            <a:off x="3131605" y="878400"/>
            <a:ext cx="2962866"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3" name="Inhaltsplatzhalter 30">
            <a:extLst>
              <a:ext uri="{FF2B5EF4-FFF2-40B4-BE49-F238E27FC236}">
                <a16:creationId xmlns:a16="http://schemas.microsoft.com/office/drawing/2014/main" id="{8CD2FE50-AB2F-83AF-8B23-1260D26EF813}"/>
              </a:ext>
            </a:extLst>
          </p:cNvPr>
          <p:cNvSpPr>
            <a:spLocks noGrp="1"/>
          </p:cNvSpPr>
          <p:nvPr>
            <p:ph sz="quarter" idx="16" hasCustomPrompt="1"/>
          </p:nvPr>
        </p:nvSpPr>
        <p:spPr>
          <a:xfrm>
            <a:off x="6102458" y="878400"/>
            <a:ext cx="2948569"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4" name="Inhaltsplatzhalter 30">
            <a:extLst>
              <a:ext uri="{FF2B5EF4-FFF2-40B4-BE49-F238E27FC236}">
                <a16:creationId xmlns:a16="http://schemas.microsoft.com/office/drawing/2014/main" id="{156B3F99-D56F-6D47-0C38-55E1C209F590}"/>
              </a:ext>
            </a:extLst>
          </p:cNvPr>
          <p:cNvSpPr>
            <a:spLocks noGrp="1"/>
          </p:cNvSpPr>
          <p:nvPr>
            <p:ph sz="quarter" idx="17" hasCustomPrompt="1"/>
          </p:nvPr>
        </p:nvSpPr>
        <p:spPr>
          <a:xfrm>
            <a:off x="9056315" y="878400"/>
            <a:ext cx="2861423"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5" name="Inhaltsplatzhalter 30">
            <a:extLst>
              <a:ext uri="{FF2B5EF4-FFF2-40B4-BE49-F238E27FC236}">
                <a16:creationId xmlns:a16="http://schemas.microsoft.com/office/drawing/2014/main" id="{61CB84E3-822D-E7BF-88FA-B6CD84997420}"/>
              </a:ext>
            </a:extLst>
          </p:cNvPr>
          <p:cNvSpPr>
            <a:spLocks noGrp="1"/>
          </p:cNvSpPr>
          <p:nvPr>
            <p:ph sz="quarter" idx="18" hasCustomPrompt="1"/>
          </p:nvPr>
        </p:nvSpPr>
        <p:spPr>
          <a:xfrm>
            <a:off x="271463" y="4942799"/>
            <a:ext cx="2862063" cy="128179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6" name="Inhaltsplatzhalter 30">
            <a:extLst>
              <a:ext uri="{FF2B5EF4-FFF2-40B4-BE49-F238E27FC236}">
                <a16:creationId xmlns:a16="http://schemas.microsoft.com/office/drawing/2014/main" id="{4BBD1101-501F-08B4-863D-4EC398FF4C2F}"/>
              </a:ext>
            </a:extLst>
          </p:cNvPr>
          <p:cNvSpPr>
            <a:spLocks noGrp="1"/>
          </p:cNvSpPr>
          <p:nvPr>
            <p:ph sz="quarter" idx="19" hasCustomPrompt="1"/>
          </p:nvPr>
        </p:nvSpPr>
        <p:spPr>
          <a:xfrm>
            <a:off x="3131605" y="3577319"/>
            <a:ext cx="2962866" cy="2647269"/>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7" name="Inhaltsplatzhalter 30">
            <a:extLst>
              <a:ext uri="{FF2B5EF4-FFF2-40B4-BE49-F238E27FC236}">
                <a16:creationId xmlns:a16="http://schemas.microsoft.com/office/drawing/2014/main" id="{799F2A81-65B3-AA66-95A8-AD7674ADA344}"/>
              </a:ext>
            </a:extLst>
          </p:cNvPr>
          <p:cNvSpPr>
            <a:spLocks noGrp="1"/>
          </p:cNvSpPr>
          <p:nvPr>
            <p:ph sz="quarter" idx="20" hasCustomPrompt="1"/>
          </p:nvPr>
        </p:nvSpPr>
        <p:spPr>
          <a:xfrm>
            <a:off x="6102458" y="3577319"/>
            <a:ext cx="2948569" cy="2647269"/>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8" name="Inhaltsplatzhalter 30">
            <a:extLst>
              <a:ext uri="{FF2B5EF4-FFF2-40B4-BE49-F238E27FC236}">
                <a16:creationId xmlns:a16="http://schemas.microsoft.com/office/drawing/2014/main" id="{CD8C8901-62AC-56A4-B429-1C6C564195B7}"/>
              </a:ext>
            </a:extLst>
          </p:cNvPr>
          <p:cNvSpPr>
            <a:spLocks noGrp="1"/>
          </p:cNvSpPr>
          <p:nvPr>
            <p:ph sz="quarter" idx="21" hasCustomPrompt="1"/>
          </p:nvPr>
        </p:nvSpPr>
        <p:spPr>
          <a:xfrm>
            <a:off x="9056315" y="4942798"/>
            <a:ext cx="2861423" cy="128179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9" name="Inhaltsplatzhalter 30">
            <a:extLst>
              <a:ext uri="{FF2B5EF4-FFF2-40B4-BE49-F238E27FC236}">
                <a16:creationId xmlns:a16="http://schemas.microsoft.com/office/drawing/2014/main" id="{FC91EDA6-5E9C-6D6C-EF9F-C7F0B68C4C03}"/>
              </a:ext>
            </a:extLst>
          </p:cNvPr>
          <p:cNvSpPr>
            <a:spLocks noGrp="1"/>
          </p:cNvSpPr>
          <p:nvPr>
            <p:ph sz="quarter" idx="22" hasCustomPrompt="1"/>
          </p:nvPr>
        </p:nvSpPr>
        <p:spPr>
          <a:xfrm>
            <a:off x="271463" y="3577319"/>
            <a:ext cx="2862063" cy="1361404"/>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50" name="Inhaltsplatzhalter 30">
            <a:extLst>
              <a:ext uri="{FF2B5EF4-FFF2-40B4-BE49-F238E27FC236}">
                <a16:creationId xmlns:a16="http://schemas.microsoft.com/office/drawing/2014/main" id="{51E99161-B839-91BE-206F-89792AD5F923}"/>
              </a:ext>
            </a:extLst>
          </p:cNvPr>
          <p:cNvSpPr>
            <a:spLocks noGrp="1"/>
          </p:cNvSpPr>
          <p:nvPr>
            <p:ph sz="quarter" idx="23" hasCustomPrompt="1"/>
          </p:nvPr>
        </p:nvSpPr>
        <p:spPr>
          <a:xfrm>
            <a:off x="9056315" y="3577319"/>
            <a:ext cx="2861423" cy="136080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31085434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4" y="244800"/>
            <a:ext cx="376209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B253AD7-DD44-4CC1-898B-5978DEB5542A}"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10">
            <a:extLst>
              <a:ext uri="{FF2B5EF4-FFF2-40B4-BE49-F238E27FC236}">
                <a16:creationId xmlns:a16="http://schemas.microsoft.com/office/drawing/2014/main" id="{19B00308-6650-D1AB-F5C5-991F60192BF4}"/>
              </a:ext>
            </a:extLst>
          </p:cNvPr>
          <p:cNvSpPr>
            <a:spLocks noGrp="1"/>
          </p:cNvSpPr>
          <p:nvPr>
            <p:ph sz="quarter" idx="23" hasCustomPrompt="1"/>
          </p:nvPr>
        </p:nvSpPr>
        <p:spPr>
          <a:xfrm>
            <a:off x="269877" y="1371601"/>
            <a:ext cx="3765600" cy="1517340"/>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 name="Bildplatzhalter 4">
            <a:extLst>
              <a:ext uri="{FF2B5EF4-FFF2-40B4-BE49-F238E27FC236}">
                <a16:creationId xmlns:a16="http://schemas.microsoft.com/office/drawing/2014/main" id="{E8901B72-CDFB-6B04-2999-9B4D3BECDEBA}"/>
              </a:ext>
            </a:extLst>
          </p:cNvPr>
          <p:cNvSpPr>
            <a:spLocks noGrp="1"/>
          </p:cNvSpPr>
          <p:nvPr>
            <p:ph type="pic" sz="quarter" idx="22"/>
          </p:nvPr>
        </p:nvSpPr>
        <p:spPr>
          <a:xfrm>
            <a:off x="4222638" y="273051"/>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6" name="Inhaltsplatzhalter 10">
            <a:extLst>
              <a:ext uri="{FF2B5EF4-FFF2-40B4-BE49-F238E27FC236}">
                <a16:creationId xmlns:a16="http://schemas.microsoft.com/office/drawing/2014/main" id="{5F7462AF-9418-FBED-AE2B-9097CD9893A9}"/>
              </a:ext>
            </a:extLst>
          </p:cNvPr>
          <p:cNvSpPr>
            <a:spLocks noGrp="1"/>
          </p:cNvSpPr>
          <p:nvPr>
            <p:ph sz="quarter" idx="24" hasCustomPrompt="1"/>
          </p:nvPr>
        </p:nvSpPr>
        <p:spPr>
          <a:xfrm>
            <a:off x="4222638"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6193722"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8" name="Inhaltsplatzhalter 10">
            <a:extLst>
              <a:ext uri="{FF2B5EF4-FFF2-40B4-BE49-F238E27FC236}">
                <a16:creationId xmlns:a16="http://schemas.microsoft.com/office/drawing/2014/main" id="{BE5D1B04-2BFA-33F3-C355-D8EB9E6F77DC}"/>
              </a:ext>
            </a:extLst>
          </p:cNvPr>
          <p:cNvSpPr>
            <a:spLocks noGrp="1"/>
          </p:cNvSpPr>
          <p:nvPr>
            <p:ph sz="quarter" idx="26" hasCustomPrompt="1"/>
          </p:nvPr>
        </p:nvSpPr>
        <p:spPr>
          <a:xfrm>
            <a:off x="6193722"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9" name="Bildplatzhalter 4">
            <a:extLst>
              <a:ext uri="{FF2B5EF4-FFF2-40B4-BE49-F238E27FC236}">
                <a16:creationId xmlns:a16="http://schemas.microsoft.com/office/drawing/2014/main" id="{8823469C-27C8-EF8F-4CC9-197675E31FB1}"/>
              </a:ext>
            </a:extLst>
          </p:cNvPr>
          <p:cNvSpPr>
            <a:spLocks noGrp="1"/>
          </p:cNvSpPr>
          <p:nvPr>
            <p:ph type="pic" sz="quarter" idx="27"/>
          </p:nvPr>
        </p:nvSpPr>
        <p:spPr>
          <a:xfrm>
            <a:off x="8164806"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0" name="Inhaltsplatzhalter 10">
            <a:extLst>
              <a:ext uri="{FF2B5EF4-FFF2-40B4-BE49-F238E27FC236}">
                <a16:creationId xmlns:a16="http://schemas.microsoft.com/office/drawing/2014/main" id="{887C4011-3849-0B28-B9C6-CD6CCD2774AC}"/>
              </a:ext>
            </a:extLst>
          </p:cNvPr>
          <p:cNvSpPr>
            <a:spLocks noGrp="1"/>
          </p:cNvSpPr>
          <p:nvPr>
            <p:ph sz="quarter" idx="28" hasCustomPrompt="1"/>
          </p:nvPr>
        </p:nvSpPr>
        <p:spPr>
          <a:xfrm>
            <a:off x="8164806"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1" name="Bildplatzhalter 4">
            <a:extLst>
              <a:ext uri="{FF2B5EF4-FFF2-40B4-BE49-F238E27FC236}">
                <a16:creationId xmlns:a16="http://schemas.microsoft.com/office/drawing/2014/main" id="{CBEDB122-E4B4-DEAF-0C6D-61CF1C399FB7}"/>
              </a:ext>
            </a:extLst>
          </p:cNvPr>
          <p:cNvSpPr>
            <a:spLocks noGrp="1"/>
          </p:cNvSpPr>
          <p:nvPr>
            <p:ph type="pic" sz="quarter" idx="29"/>
          </p:nvPr>
        </p:nvSpPr>
        <p:spPr>
          <a:xfrm>
            <a:off x="10135890"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2" name="Inhaltsplatzhalter 10">
            <a:extLst>
              <a:ext uri="{FF2B5EF4-FFF2-40B4-BE49-F238E27FC236}">
                <a16:creationId xmlns:a16="http://schemas.microsoft.com/office/drawing/2014/main" id="{2E8C9BDD-A256-932A-0451-8742BDF218CD}"/>
              </a:ext>
            </a:extLst>
          </p:cNvPr>
          <p:cNvSpPr>
            <a:spLocks noGrp="1"/>
          </p:cNvSpPr>
          <p:nvPr>
            <p:ph sz="quarter" idx="30" hasCustomPrompt="1"/>
          </p:nvPr>
        </p:nvSpPr>
        <p:spPr>
          <a:xfrm>
            <a:off x="10135890"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3" name="Bildplatzhalter 4">
            <a:extLst>
              <a:ext uri="{FF2B5EF4-FFF2-40B4-BE49-F238E27FC236}">
                <a16:creationId xmlns:a16="http://schemas.microsoft.com/office/drawing/2014/main" id="{5648AA9A-5221-27F9-3191-6F0F1FEAF36C}"/>
              </a:ext>
            </a:extLst>
          </p:cNvPr>
          <p:cNvSpPr>
            <a:spLocks noGrp="1"/>
          </p:cNvSpPr>
          <p:nvPr>
            <p:ph type="pic" sz="quarter" idx="31"/>
          </p:nvPr>
        </p:nvSpPr>
        <p:spPr>
          <a:xfrm>
            <a:off x="4220167"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4" name="Inhaltsplatzhalter 10">
            <a:extLst>
              <a:ext uri="{FF2B5EF4-FFF2-40B4-BE49-F238E27FC236}">
                <a16:creationId xmlns:a16="http://schemas.microsoft.com/office/drawing/2014/main" id="{92E2526C-7EE2-C9B9-E09C-E4124FE41C3A}"/>
              </a:ext>
            </a:extLst>
          </p:cNvPr>
          <p:cNvSpPr>
            <a:spLocks noGrp="1"/>
          </p:cNvSpPr>
          <p:nvPr>
            <p:ph sz="quarter" idx="32" hasCustomPrompt="1"/>
          </p:nvPr>
        </p:nvSpPr>
        <p:spPr>
          <a:xfrm>
            <a:off x="4220167"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5" name="Bildplatzhalter 4">
            <a:extLst>
              <a:ext uri="{FF2B5EF4-FFF2-40B4-BE49-F238E27FC236}">
                <a16:creationId xmlns:a16="http://schemas.microsoft.com/office/drawing/2014/main" id="{6836661A-7952-7ADE-BB22-08BB2B174D2B}"/>
              </a:ext>
            </a:extLst>
          </p:cNvPr>
          <p:cNvSpPr>
            <a:spLocks noGrp="1"/>
          </p:cNvSpPr>
          <p:nvPr>
            <p:ph type="pic" sz="quarter" idx="33"/>
          </p:nvPr>
        </p:nvSpPr>
        <p:spPr>
          <a:xfrm>
            <a:off x="6191251"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6" name="Inhaltsplatzhalter 10">
            <a:extLst>
              <a:ext uri="{FF2B5EF4-FFF2-40B4-BE49-F238E27FC236}">
                <a16:creationId xmlns:a16="http://schemas.microsoft.com/office/drawing/2014/main" id="{C2CB294D-1078-8674-FF02-6A8C1FA8750C}"/>
              </a:ext>
            </a:extLst>
          </p:cNvPr>
          <p:cNvSpPr>
            <a:spLocks noGrp="1"/>
          </p:cNvSpPr>
          <p:nvPr>
            <p:ph sz="quarter" idx="34" hasCustomPrompt="1"/>
          </p:nvPr>
        </p:nvSpPr>
        <p:spPr>
          <a:xfrm>
            <a:off x="6191251"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8" name="Bildplatzhalter 4">
            <a:extLst>
              <a:ext uri="{FF2B5EF4-FFF2-40B4-BE49-F238E27FC236}">
                <a16:creationId xmlns:a16="http://schemas.microsoft.com/office/drawing/2014/main" id="{478A5169-5857-1B03-543A-A692CECD2826}"/>
              </a:ext>
            </a:extLst>
          </p:cNvPr>
          <p:cNvSpPr>
            <a:spLocks noGrp="1"/>
          </p:cNvSpPr>
          <p:nvPr>
            <p:ph type="pic" sz="quarter" idx="35"/>
          </p:nvPr>
        </p:nvSpPr>
        <p:spPr>
          <a:xfrm>
            <a:off x="8162335"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9" name="Inhaltsplatzhalter 10">
            <a:extLst>
              <a:ext uri="{FF2B5EF4-FFF2-40B4-BE49-F238E27FC236}">
                <a16:creationId xmlns:a16="http://schemas.microsoft.com/office/drawing/2014/main" id="{CCD55740-F556-6FFB-54B7-F02F33DD446D}"/>
              </a:ext>
            </a:extLst>
          </p:cNvPr>
          <p:cNvSpPr>
            <a:spLocks noGrp="1"/>
          </p:cNvSpPr>
          <p:nvPr>
            <p:ph sz="quarter" idx="36" hasCustomPrompt="1"/>
          </p:nvPr>
        </p:nvSpPr>
        <p:spPr>
          <a:xfrm>
            <a:off x="8162335"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0" name="Bildplatzhalter 4">
            <a:extLst>
              <a:ext uri="{FF2B5EF4-FFF2-40B4-BE49-F238E27FC236}">
                <a16:creationId xmlns:a16="http://schemas.microsoft.com/office/drawing/2014/main" id="{C3C4A300-9C66-727B-BF1B-3FE78BA49252}"/>
              </a:ext>
            </a:extLst>
          </p:cNvPr>
          <p:cNvSpPr>
            <a:spLocks noGrp="1"/>
          </p:cNvSpPr>
          <p:nvPr>
            <p:ph type="pic" sz="quarter" idx="37"/>
          </p:nvPr>
        </p:nvSpPr>
        <p:spPr>
          <a:xfrm>
            <a:off x="10133419"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1" name="Inhaltsplatzhalter 10">
            <a:extLst>
              <a:ext uri="{FF2B5EF4-FFF2-40B4-BE49-F238E27FC236}">
                <a16:creationId xmlns:a16="http://schemas.microsoft.com/office/drawing/2014/main" id="{A1A5D7D5-55B1-516C-7CED-BF26C79BE6B2}"/>
              </a:ext>
            </a:extLst>
          </p:cNvPr>
          <p:cNvSpPr>
            <a:spLocks noGrp="1"/>
          </p:cNvSpPr>
          <p:nvPr>
            <p:ph sz="quarter" idx="38" hasCustomPrompt="1"/>
          </p:nvPr>
        </p:nvSpPr>
        <p:spPr>
          <a:xfrm>
            <a:off x="10133419"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6" name="Bildplatzhalter 4">
            <a:extLst>
              <a:ext uri="{FF2B5EF4-FFF2-40B4-BE49-F238E27FC236}">
                <a16:creationId xmlns:a16="http://schemas.microsoft.com/office/drawing/2014/main" id="{F4A6E408-2281-5C5F-C17D-009678C7B293}"/>
              </a:ext>
            </a:extLst>
          </p:cNvPr>
          <p:cNvSpPr>
            <a:spLocks noGrp="1"/>
          </p:cNvSpPr>
          <p:nvPr>
            <p:ph type="pic" sz="quarter" idx="39"/>
          </p:nvPr>
        </p:nvSpPr>
        <p:spPr>
          <a:xfrm>
            <a:off x="4219981"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7" name="Inhaltsplatzhalter 10">
            <a:extLst>
              <a:ext uri="{FF2B5EF4-FFF2-40B4-BE49-F238E27FC236}">
                <a16:creationId xmlns:a16="http://schemas.microsoft.com/office/drawing/2014/main" id="{106AA095-B514-8CB2-E655-796D9234A496}"/>
              </a:ext>
            </a:extLst>
          </p:cNvPr>
          <p:cNvSpPr>
            <a:spLocks noGrp="1"/>
          </p:cNvSpPr>
          <p:nvPr>
            <p:ph sz="quarter" idx="40" hasCustomPrompt="1"/>
          </p:nvPr>
        </p:nvSpPr>
        <p:spPr>
          <a:xfrm>
            <a:off x="4219981"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8" name="Bildplatzhalter 4">
            <a:extLst>
              <a:ext uri="{FF2B5EF4-FFF2-40B4-BE49-F238E27FC236}">
                <a16:creationId xmlns:a16="http://schemas.microsoft.com/office/drawing/2014/main" id="{B22E5E6F-159C-366B-5296-441253F3F0BB}"/>
              </a:ext>
            </a:extLst>
          </p:cNvPr>
          <p:cNvSpPr>
            <a:spLocks noGrp="1"/>
          </p:cNvSpPr>
          <p:nvPr>
            <p:ph type="pic" sz="quarter" idx="41"/>
          </p:nvPr>
        </p:nvSpPr>
        <p:spPr>
          <a:xfrm>
            <a:off x="6191065"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9" name="Inhaltsplatzhalter 10">
            <a:extLst>
              <a:ext uri="{FF2B5EF4-FFF2-40B4-BE49-F238E27FC236}">
                <a16:creationId xmlns:a16="http://schemas.microsoft.com/office/drawing/2014/main" id="{8F99875B-FC4F-7DCE-AACD-FF783DF1F8CC}"/>
              </a:ext>
            </a:extLst>
          </p:cNvPr>
          <p:cNvSpPr>
            <a:spLocks noGrp="1"/>
          </p:cNvSpPr>
          <p:nvPr>
            <p:ph sz="quarter" idx="42" hasCustomPrompt="1"/>
          </p:nvPr>
        </p:nvSpPr>
        <p:spPr>
          <a:xfrm>
            <a:off x="6191065"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0" name="Bildplatzhalter 4">
            <a:extLst>
              <a:ext uri="{FF2B5EF4-FFF2-40B4-BE49-F238E27FC236}">
                <a16:creationId xmlns:a16="http://schemas.microsoft.com/office/drawing/2014/main" id="{86D99F31-E97B-1DE8-80A6-FCE2268D7504}"/>
              </a:ext>
            </a:extLst>
          </p:cNvPr>
          <p:cNvSpPr>
            <a:spLocks noGrp="1"/>
          </p:cNvSpPr>
          <p:nvPr>
            <p:ph type="pic" sz="quarter" idx="43"/>
          </p:nvPr>
        </p:nvSpPr>
        <p:spPr>
          <a:xfrm>
            <a:off x="8162149"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1" name="Inhaltsplatzhalter 10">
            <a:extLst>
              <a:ext uri="{FF2B5EF4-FFF2-40B4-BE49-F238E27FC236}">
                <a16:creationId xmlns:a16="http://schemas.microsoft.com/office/drawing/2014/main" id="{2AFB99F6-8B03-8325-85FE-ACF55FEF4C7E}"/>
              </a:ext>
            </a:extLst>
          </p:cNvPr>
          <p:cNvSpPr>
            <a:spLocks noGrp="1"/>
          </p:cNvSpPr>
          <p:nvPr>
            <p:ph sz="quarter" idx="44" hasCustomPrompt="1"/>
          </p:nvPr>
        </p:nvSpPr>
        <p:spPr>
          <a:xfrm>
            <a:off x="8162149"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2" name="Bildplatzhalter 4">
            <a:extLst>
              <a:ext uri="{FF2B5EF4-FFF2-40B4-BE49-F238E27FC236}">
                <a16:creationId xmlns:a16="http://schemas.microsoft.com/office/drawing/2014/main" id="{7B354065-93C3-8CD0-C6F7-EAD8915CFD21}"/>
              </a:ext>
            </a:extLst>
          </p:cNvPr>
          <p:cNvSpPr>
            <a:spLocks noGrp="1"/>
          </p:cNvSpPr>
          <p:nvPr>
            <p:ph type="pic" sz="quarter" idx="45"/>
          </p:nvPr>
        </p:nvSpPr>
        <p:spPr>
          <a:xfrm>
            <a:off x="10133233"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3" name="Inhaltsplatzhalter 10">
            <a:extLst>
              <a:ext uri="{FF2B5EF4-FFF2-40B4-BE49-F238E27FC236}">
                <a16:creationId xmlns:a16="http://schemas.microsoft.com/office/drawing/2014/main" id="{D9B63D01-B563-7751-25F8-D9E1385E66D2}"/>
              </a:ext>
            </a:extLst>
          </p:cNvPr>
          <p:cNvSpPr>
            <a:spLocks noGrp="1"/>
          </p:cNvSpPr>
          <p:nvPr>
            <p:ph sz="quarter" idx="46" hasCustomPrompt="1"/>
          </p:nvPr>
        </p:nvSpPr>
        <p:spPr>
          <a:xfrm>
            <a:off x="10133233"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4" name="Bildplatzhalter 4">
            <a:extLst>
              <a:ext uri="{FF2B5EF4-FFF2-40B4-BE49-F238E27FC236}">
                <a16:creationId xmlns:a16="http://schemas.microsoft.com/office/drawing/2014/main" id="{3561E328-70B6-85DB-D07B-4E3133D9FE77}"/>
              </a:ext>
            </a:extLst>
          </p:cNvPr>
          <p:cNvSpPr>
            <a:spLocks noGrp="1"/>
          </p:cNvSpPr>
          <p:nvPr>
            <p:ph type="pic" sz="quarter" idx="47"/>
          </p:nvPr>
        </p:nvSpPr>
        <p:spPr>
          <a:xfrm>
            <a:off x="2247851"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5" name="Inhaltsplatzhalter 10">
            <a:extLst>
              <a:ext uri="{FF2B5EF4-FFF2-40B4-BE49-F238E27FC236}">
                <a16:creationId xmlns:a16="http://schemas.microsoft.com/office/drawing/2014/main" id="{818DEC37-95E8-080D-AB4D-58F52BC284EC}"/>
              </a:ext>
            </a:extLst>
          </p:cNvPr>
          <p:cNvSpPr>
            <a:spLocks noGrp="1"/>
          </p:cNvSpPr>
          <p:nvPr>
            <p:ph sz="quarter" idx="48" hasCustomPrompt="1"/>
          </p:nvPr>
        </p:nvSpPr>
        <p:spPr>
          <a:xfrm>
            <a:off x="2247851"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4116460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Zeitstrahl">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800"/>
            <a:ext cx="11650662" cy="536400"/>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C28D30C8-24DA-4554-A89F-E5537E310C1A}"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cxnSp>
        <p:nvCxnSpPr>
          <p:cNvPr id="7" name="Gerade Verbindung mit Pfeil 6">
            <a:extLst>
              <a:ext uri="{FF2B5EF4-FFF2-40B4-BE49-F238E27FC236}">
                <a16:creationId xmlns:a16="http://schemas.microsoft.com/office/drawing/2014/main" id="{3960DD06-5403-402D-6C88-53DCD45F16E1}"/>
              </a:ext>
            </a:extLst>
          </p:cNvPr>
          <p:cNvCxnSpPr/>
          <p:nvPr userDrawn="1"/>
        </p:nvCxnSpPr>
        <p:spPr>
          <a:xfrm>
            <a:off x="269875" y="3497585"/>
            <a:ext cx="11652250" cy="0"/>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sp>
        <p:nvSpPr>
          <p:cNvPr id="115" name="Bildplatzhalter 4">
            <a:extLst>
              <a:ext uri="{FF2B5EF4-FFF2-40B4-BE49-F238E27FC236}">
                <a16:creationId xmlns:a16="http://schemas.microsoft.com/office/drawing/2014/main" id="{F49F2DB0-AB5C-6BD8-064D-373B4B1209AB}"/>
              </a:ext>
            </a:extLst>
          </p:cNvPr>
          <p:cNvSpPr>
            <a:spLocks noGrp="1"/>
          </p:cNvSpPr>
          <p:nvPr>
            <p:ph type="pic" sz="quarter" idx="17"/>
          </p:nvPr>
        </p:nvSpPr>
        <p:spPr>
          <a:xfrm>
            <a:off x="269875"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6" name="Bildplatzhalter 4">
            <a:extLst>
              <a:ext uri="{FF2B5EF4-FFF2-40B4-BE49-F238E27FC236}">
                <a16:creationId xmlns:a16="http://schemas.microsoft.com/office/drawing/2014/main" id="{F0B6A180-6984-B9E7-7ADC-A121B77988BD}"/>
              </a:ext>
            </a:extLst>
          </p:cNvPr>
          <p:cNvSpPr>
            <a:spLocks noGrp="1"/>
          </p:cNvSpPr>
          <p:nvPr>
            <p:ph type="pic" sz="quarter" idx="18"/>
          </p:nvPr>
        </p:nvSpPr>
        <p:spPr>
          <a:xfrm>
            <a:off x="1974003"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7" name="Bildplatzhalter 4">
            <a:extLst>
              <a:ext uri="{FF2B5EF4-FFF2-40B4-BE49-F238E27FC236}">
                <a16:creationId xmlns:a16="http://schemas.microsoft.com/office/drawing/2014/main" id="{38372887-04E8-C5D5-EF4C-1E25A260FB2C}"/>
              </a:ext>
            </a:extLst>
          </p:cNvPr>
          <p:cNvSpPr>
            <a:spLocks noGrp="1"/>
          </p:cNvSpPr>
          <p:nvPr>
            <p:ph type="pic" sz="quarter" idx="19"/>
          </p:nvPr>
        </p:nvSpPr>
        <p:spPr>
          <a:xfrm>
            <a:off x="3667159"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8" name="Bildplatzhalter 4">
            <a:extLst>
              <a:ext uri="{FF2B5EF4-FFF2-40B4-BE49-F238E27FC236}">
                <a16:creationId xmlns:a16="http://schemas.microsoft.com/office/drawing/2014/main" id="{7A14FB65-6B89-A9C8-8DB1-7B1F7CBFAEC8}"/>
              </a:ext>
            </a:extLst>
          </p:cNvPr>
          <p:cNvSpPr>
            <a:spLocks noGrp="1"/>
          </p:cNvSpPr>
          <p:nvPr>
            <p:ph type="pic" sz="quarter" idx="20"/>
          </p:nvPr>
        </p:nvSpPr>
        <p:spPr>
          <a:xfrm>
            <a:off x="5360315"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9" name="Bildplatzhalter 4">
            <a:extLst>
              <a:ext uri="{FF2B5EF4-FFF2-40B4-BE49-F238E27FC236}">
                <a16:creationId xmlns:a16="http://schemas.microsoft.com/office/drawing/2014/main" id="{CD8F59A9-69CA-1C2A-33D7-AD0BB64181B4}"/>
              </a:ext>
            </a:extLst>
          </p:cNvPr>
          <p:cNvSpPr>
            <a:spLocks noGrp="1"/>
          </p:cNvSpPr>
          <p:nvPr>
            <p:ph type="pic" sz="quarter" idx="21"/>
          </p:nvPr>
        </p:nvSpPr>
        <p:spPr>
          <a:xfrm>
            <a:off x="7053471"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0" name="Bildplatzhalter 4">
            <a:extLst>
              <a:ext uri="{FF2B5EF4-FFF2-40B4-BE49-F238E27FC236}">
                <a16:creationId xmlns:a16="http://schemas.microsoft.com/office/drawing/2014/main" id="{B582FB2A-C51D-65C1-0203-3A5AB4DB0F44}"/>
              </a:ext>
            </a:extLst>
          </p:cNvPr>
          <p:cNvSpPr>
            <a:spLocks noGrp="1"/>
          </p:cNvSpPr>
          <p:nvPr>
            <p:ph type="pic" sz="quarter" idx="22"/>
          </p:nvPr>
        </p:nvSpPr>
        <p:spPr>
          <a:xfrm>
            <a:off x="8746627"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1" name="Bildplatzhalter 4">
            <a:extLst>
              <a:ext uri="{FF2B5EF4-FFF2-40B4-BE49-F238E27FC236}">
                <a16:creationId xmlns:a16="http://schemas.microsoft.com/office/drawing/2014/main" id="{18F14028-DA69-147A-C414-9146D8EAE5FD}"/>
              </a:ext>
            </a:extLst>
          </p:cNvPr>
          <p:cNvSpPr>
            <a:spLocks noGrp="1"/>
          </p:cNvSpPr>
          <p:nvPr>
            <p:ph type="pic" sz="quarter" idx="23"/>
          </p:nvPr>
        </p:nvSpPr>
        <p:spPr>
          <a:xfrm>
            <a:off x="10439783"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2" name="Bildplatzhalter 4">
            <a:extLst>
              <a:ext uri="{FF2B5EF4-FFF2-40B4-BE49-F238E27FC236}">
                <a16:creationId xmlns:a16="http://schemas.microsoft.com/office/drawing/2014/main" id="{3A11402F-1392-D5B0-DE17-2E270C800CA5}"/>
              </a:ext>
            </a:extLst>
          </p:cNvPr>
          <p:cNvSpPr>
            <a:spLocks noGrp="1"/>
          </p:cNvSpPr>
          <p:nvPr>
            <p:ph type="pic" sz="quarter" idx="24"/>
          </p:nvPr>
        </p:nvSpPr>
        <p:spPr>
          <a:xfrm>
            <a:off x="1136079"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3" name="Bildplatzhalter 4">
            <a:extLst>
              <a:ext uri="{FF2B5EF4-FFF2-40B4-BE49-F238E27FC236}">
                <a16:creationId xmlns:a16="http://schemas.microsoft.com/office/drawing/2014/main" id="{92F84F7D-2669-46EA-F7E5-F5A3AE35C50F}"/>
              </a:ext>
            </a:extLst>
          </p:cNvPr>
          <p:cNvSpPr>
            <a:spLocks noGrp="1"/>
          </p:cNvSpPr>
          <p:nvPr>
            <p:ph type="pic" sz="quarter" idx="25"/>
          </p:nvPr>
        </p:nvSpPr>
        <p:spPr>
          <a:xfrm>
            <a:off x="2829006"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4" name="Bildplatzhalter 4">
            <a:extLst>
              <a:ext uri="{FF2B5EF4-FFF2-40B4-BE49-F238E27FC236}">
                <a16:creationId xmlns:a16="http://schemas.microsoft.com/office/drawing/2014/main" id="{7F4B621D-593C-EF66-AAA8-260F24BB8163}"/>
              </a:ext>
            </a:extLst>
          </p:cNvPr>
          <p:cNvSpPr>
            <a:spLocks noGrp="1"/>
          </p:cNvSpPr>
          <p:nvPr>
            <p:ph type="pic" sz="quarter" idx="26"/>
          </p:nvPr>
        </p:nvSpPr>
        <p:spPr>
          <a:xfrm>
            <a:off x="4521933"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5" name="Bildplatzhalter 4">
            <a:extLst>
              <a:ext uri="{FF2B5EF4-FFF2-40B4-BE49-F238E27FC236}">
                <a16:creationId xmlns:a16="http://schemas.microsoft.com/office/drawing/2014/main" id="{EAB29708-5948-93D3-1DAE-9AA4E5A03DCE}"/>
              </a:ext>
            </a:extLst>
          </p:cNvPr>
          <p:cNvSpPr>
            <a:spLocks noGrp="1"/>
          </p:cNvSpPr>
          <p:nvPr>
            <p:ph type="pic" sz="quarter" idx="27"/>
          </p:nvPr>
        </p:nvSpPr>
        <p:spPr>
          <a:xfrm>
            <a:off x="6214860"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6" name="Bildplatzhalter 4">
            <a:extLst>
              <a:ext uri="{FF2B5EF4-FFF2-40B4-BE49-F238E27FC236}">
                <a16:creationId xmlns:a16="http://schemas.microsoft.com/office/drawing/2014/main" id="{6590CFDF-AA3F-86A0-462A-8B00EDC3EDDD}"/>
              </a:ext>
            </a:extLst>
          </p:cNvPr>
          <p:cNvSpPr>
            <a:spLocks noGrp="1"/>
          </p:cNvSpPr>
          <p:nvPr>
            <p:ph type="pic" sz="quarter" idx="28"/>
          </p:nvPr>
        </p:nvSpPr>
        <p:spPr>
          <a:xfrm>
            <a:off x="7907787"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7" name="Bildplatzhalter 4">
            <a:extLst>
              <a:ext uri="{FF2B5EF4-FFF2-40B4-BE49-F238E27FC236}">
                <a16:creationId xmlns:a16="http://schemas.microsoft.com/office/drawing/2014/main" id="{F8D57941-57A2-78B6-C142-19F25D64A5F1}"/>
              </a:ext>
            </a:extLst>
          </p:cNvPr>
          <p:cNvSpPr>
            <a:spLocks noGrp="1"/>
          </p:cNvSpPr>
          <p:nvPr>
            <p:ph type="pic" sz="quarter" idx="29"/>
          </p:nvPr>
        </p:nvSpPr>
        <p:spPr>
          <a:xfrm>
            <a:off x="9600716"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8" name="Inhaltsplatzhalter 10">
            <a:extLst>
              <a:ext uri="{FF2B5EF4-FFF2-40B4-BE49-F238E27FC236}">
                <a16:creationId xmlns:a16="http://schemas.microsoft.com/office/drawing/2014/main" id="{84D95677-0114-3854-2A06-CDDFDD440777}"/>
              </a:ext>
            </a:extLst>
          </p:cNvPr>
          <p:cNvSpPr>
            <a:spLocks noGrp="1"/>
          </p:cNvSpPr>
          <p:nvPr>
            <p:ph sz="quarter" idx="30" hasCustomPrompt="1"/>
          </p:nvPr>
        </p:nvSpPr>
        <p:spPr>
          <a:xfrm>
            <a:off x="269875"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9" name="Inhaltsplatzhalter 10">
            <a:extLst>
              <a:ext uri="{FF2B5EF4-FFF2-40B4-BE49-F238E27FC236}">
                <a16:creationId xmlns:a16="http://schemas.microsoft.com/office/drawing/2014/main" id="{830824E2-E1B0-01AE-F199-E13B717EE78D}"/>
              </a:ext>
            </a:extLst>
          </p:cNvPr>
          <p:cNvSpPr>
            <a:spLocks noGrp="1"/>
          </p:cNvSpPr>
          <p:nvPr>
            <p:ph sz="quarter" idx="31" hasCustomPrompt="1"/>
          </p:nvPr>
        </p:nvSpPr>
        <p:spPr>
          <a:xfrm>
            <a:off x="1974003"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0" name="Inhaltsplatzhalter 10">
            <a:extLst>
              <a:ext uri="{FF2B5EF4-FFF2-40B4-BE49-F238E27FC236}">
                <a16:creationId xmlns:a16="http://schemas.microsoft.com/office/drawing/2014/main" id="{B661178F-E8BD-64EC-8DCE-B999B4D9EABD}"/>
              </a:ext>
            </a:extLst>
          </p:cNvPr>
          <p:cNvSpPr>
            <a:spLocks noGrp="1"/>
          </p:cNvSpPr>
          <p:nvPr>
            <p:ph sz="quarter" idx="32" hasCustomPrompt="1"/>
          </p:nvPr>
        </p:nvSpPr>
        <p:spPr>
          <a:xfrm>
            <a:off x="3667159"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1" name="Inhaltsplatzhalter 10">
            <a:extLst>
              <a:ext uri="{FF2B5EF4-FFF2-40B4-BE49-F238E27FC236}">
                <a16:creationId xmlns:a16="http://schemas.microsoft.com/office/drawing/2014/main" id="{A0685B94-A30D-8020-BFC0-B77022CBDE9F}"/>
              </a:ext>
            </a:extLst>
          </p:cNvPr>
          <p:cNvSpPr>
            <a:spLocks noGrp="1"/>
          </p:cNvSpPr>
          <p:nvPr>
            <p:ph sz="quarter" idx="33" hasCustomPrompt="1"/>
          </p:nvPr>
        </p:nvSpPr>
        <p:spPr>
          <a:xfrm>
            <a:off x="5360315"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2" name="Inhaltsplatzhalter 10">
            <a:extLst>
              <a:ext uri="{FF2B5EF4-FFF2-40B4-BE49-F238E27FC236}">
                <a16:creationId xmlns:a16="http://schemas.microsoft.com/office/drawing/2014/main" id="{7FB39B7C-36A1-9048-02BA-E03566F2EB1F}"/>
              </a:ext>
            </a:extLst>
          </p:cNvPr>
          <p:cNvSpPr>
            <a:spLocks noGrp="1"/>
          </p:cNvSpPr>
          <p:nvPr>
            <p:ph sz="quarter" idx="34" hasCustomPrompt="1"/>
          </p:nvPr>
        </p:nvSpPr>
        <p:spPr>
          <a:xfrm>
            <a:off x="7053471"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3" name="Inhaltsplatzhalter 10">
            <a:extLst>
              <a:ext uri="{FF2B5EF4-FFF2-40B4-BE49-F238E27FC236}">
                <a16:creationId xmlns:a16="http://schemas.microsoft.com/office/drawing/2014/main" id="{15CACBB6-4692-7C6A-8251-BEBD135224A0}"/>
              </a:ext>
            </a:extLst>
          </p:cNvPr>
          <p:cNvSpPr>
            <a:spLocks noGrp="1"/>
          </p:cNvSpPr>
          <p:nvPr>
            <p:ph sz="quarter" idx="35" hasCustomPrompt="1"/>
          </p:nvPr>
        </p:nvSpPr>
        <p:spPr>
          <a:xfrm>
            <a:off x="8746627"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4" name="Inhaltsplatzhalter 10">
            <a:extLst>
              <a:ext uri="{FF2B5EF4-FFF2-40B4-BE49-F238E27FC236}">
                <a16:creationId xmlns:a16="http://schemas.microsoft.com/office/drawing/2014/main" id="{BECB31F3-1FF3-7738-D3E5-314BB6A8314A}"/>
              </a:ext>
            </a:extLst>
          </p:cNvPr>
          <p:cNvSpPr>
            <a:spLocks noGrp="1"/>
          </p:cNvSpPr>
          <p:nvPr>
            <p:ph sz="quarter" idx="36" hasCustomPrompt="1"/>
          </p:nvPr>
        </p:nvSpPr>
        <p:spPr>
          <a:xfrm>
            <a:off x="10439783"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5" name="Inhaltsplatzhalter 10">
            <a:extLst>
              <a:ext uri="{FF2B5EF4-FFF2-40B4-BE49-F238E27FC236}">
                <a16:creationId xmlns:a16="http://schemas.microsoft.com/office/drawing/2014/main" id="{62AF25DC-CA5E-4417-22E5-A964FF016F62}"/>
              </a:ext>
            </a:extLst>
          </p:cNvPr>
          <p:cNvSpPr>
            <a:spLocks noGrp="1"/>
          </p:cNvSpPr>
          <p:nvPr>
            <p:ph sz="quarter" idx="37" hasCustomPrompt="1"/>
          </p:nvPr>
        </p:nvSpPr>
        <p:spPr>
          <a:xfrm>
            <a:off x="1136079"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6" name="Inhaltsplatzhalter 10">
            <a:extLst>
              <a:ext uri="{FF2B5EF4-FFF2-40B4-BE49-F238E27FC236}">
                <a16:creationId xmlns:a16="http://schemas.microsoft.com/office/drawing/2014/main" id="{90D56CD7-60EE-495F-ED4B-C31A87C45E84}"/>
              </a:ext>
            </a:extLst>
          </p:cNvPr>
          <p:cNvSpPr>
            <a:spLocks noGrp="1"/>
          </p:cNvSpPr>
          <p:nvPr>
            <p:ph sz="quarter" idx="38" hasCustomPrompt="1"/>
          </p:nvPr>
        </p:nvSpPr>
        <p:spPr>
          <a:xfrm>
            <a:off x="2829006"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7" name="Inhaltsplatzhalter 10">
            <a:extLst>
              <a:ext uri="{FF2B5EF4-FFF2-40B4-BE49-F238E27FC236}">
                <a16:creationId xmlns:a16="http://schemas.microsoft.com/office/drawing/2014/main" id="{28B0CB76-6D72-3E2E-056B-27DB3947102B}"/>
              </a:ext>
            </a:extLst>
          </p:cNvPr>
          <p:cNvSpPr>
            <a:spLocks noGrp="1"/>
          </p:cNvSpPr>
          <p:nvPr>
            <p:ph sz="quarter" idx="39" hasCustomPrompt="1"/>
          </p:nvPr>
        </p:nvSpPr>
        <p:spPr>
          <a:xfrm>
            <a:off x="4521933"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8" name="Inhaltsplatzhalter 10">
            <a:extLst>
              <a:ext uri="{FF2B5EF4-FFF2-40B4-BE49-F238E27FC236}">
                <a16:creationId xmlns:a16="http://schemas.microsoft.com/office/drawing/2014/main" id="{57BA3158-F345-F5B5-83D3-6B1D5546CF23}"/>
              </a:ext>
            </a:extLst>
          </p:cNvPr>
          <p:cNvSpPr>
            <a:spLocks noGrp="1"/>
          </p:cNvSpPr>
          <p:nvPr>
            <p:ph sz="quarter" idx="40" hasCustomPrompt="1"/>
          </p:nvPr>
        </p:nvSpPr>
        <p:spPr>
          <a:xfrm>
            <a:off x="6214860"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9" name="Inhaltsplatzhalter 10">
            <a:extLst>
              <a:ext uri="{FF2B5EF4-FFF2-40B4-BE49-F238E27FC236}">
                <a16:creationId xmlns:a16="http://schemas.microsoft.com/office/drawing/2014/main" id="{FC40280B-F0D4-264E-C17E-3D2B98F56454}"/>
              </a:ext>
            </a:extLst>
          </p:cNvPr>
          <p:cNvSpPr>
            <a:spLocks noGrp="1"/>
          </p:cNvSpPr>
          <p:nvPr>
            <p:ph sz="quarter" idx="41" hasCustomPrompt="1"/>
          </p:nvPr>
        </p:nvSpPr>
        <p:spPr>
          <a:xfrm>
            <a:off x="7907787"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40" name="Inhaltsplatzhalter 10">
            <a:extLst>
              <a:ext uri="{FF2B5EF4-FFF2-40B4-BE49-F238E27FC236}">
                <a16:creationId xmlns:a16="http://schemas.microsoft.com/office/drawing/2014/main" id="{4B3C570F-341A-24E7-0226-5D3A693E9D76}"/>
              </a:ext>
            </a:extLst>
          </p:cNvPr>
          <p:cNvSpPr>
            <a:spLocks noGrp="1"/>
          </p:cNvSpPr>
          <p:nvPr>
            <p:ph sz="quarter" idx="42" hasCustomPrompt="1"/>
          </p:nvPr>
        </p:nvSpPr>
        <p:spPr>
          <a:xfrm>
            <a:off x="9600716"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5372604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ild gross">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273378"/>
            <a:ext cx="11652249"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F65019D3-7194-40B8-AC7F-62CE5FB72B83}" type="datetime1">
              <a:rPr lang="en-GB" noProof="0" smtClean="0"/>
              <a:t>27/02/2026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Grgic Anto</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Tree>
    <p:extLst>
      <p:ext uri="{BB962C8B-B14F-4D97-AF65-F5344CB8AC3E}">
        <p14:creationId xmlns:p14="http://schemas.microsoft.com/office/powerpoint/2010/main" val="42773539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el, Bild und acht Inhalte">
    <p:spTree>
      <p:nvGrpSpPr>
        <p:cNvPr id="1" name=""/>
        <p:cNvGrpSpPr/>
        <p:nvPr/>
      </p:nvGrpSpPr>
      <p:grpSpPr>
        <a:xfrm>
          <a:off x="0" y="0"/>
          <a:ext cx="0" cy="0"/>
          <a:chOff x="0" y="0"/>
          <a:chExt cx="0" cy="0"/>
        </a:xfrm>
      </p:grpSpPr>
      <p:sp>
        <p:nvSpPr>
          <p:cNvPr id="6" name="Bildplatzhalter 4">
            <a:extLst>
              <a:ext uri="{FF2B5EF4-FFF2-40B4-BE49-F238E27FC236}">
                <a16:creationId xmlns:a16="http://schemas.microsoft.com/office/drawing/2014/main" id="{73EBFA33-E838-4FF1-1D0F-2B8F723A98F0}"/>
              </a:ext>
            </a:extLst>
          </p:cNvPr>
          <p:cNvSpPr>
            <a:spLocks noGrp="1"/>
          </p:cNvSpPr>
          <p:nvPr>
            <p:ph type="pic" sz="quarter" idx="17"/>
          </p:nvPr>
        </p:nvSpPr>
        <p:spPr>
          <a:xfrm>
            <a:off x="0" y="0"/>
            <a:ext cx="12192000" cy="6858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65EDFDEC-7873-15BD-1B6F-5DAEB0755EC2}"/>
              </a:ext>
            </a:extLst>
          </p:cNvPr>
          <p:cNvSpPr>
            <a:spLocks noGrp="1"/>
          </p:cNvSpPr>
          <p:nvPr>
            <p:ph type="dt" sz="half" idx="10"/>
          </p:nvPr>
        </p:nvSpPr>
        <p:spPr>
          <a:xfrm>
            <a:off x="10528398" y="6424761"/>
            <a:ext cx="1189348" cy="144016"/>
          </a:xfrm>
        </p:spPr>
        <p:txBody>
          <a:bodyPr/>
          <a:lstStyle>
            <a:lvl1pPr>
              <a:defRPr>
                <a:solidFill>
                  <a:schemeClr val="bg1"/>
                </a:solidFill>
              </a:defRPr>
            </a:lvl1pPr>
          </a:lstStyle>
          <a:p>
            <a:fld id="{003B95B4-305B-416A-97B6-6B425E07ADA1}" type="datetime1">
              <a:rPr lang="en-GB" noProof="0" smtClean="0"/>
              <a:t>27/02/2026</a:t>
            </a:fld>
            <a:r>
              <a:rPr lang="en-GB" noProof="0"/>
              <a:t>    </a:t>
            </a:r>
            <a:r>
              <a:rPr lang="en-GB" noProof="0" dirty="0"/>
              <a:t>|</a:t>
            </a:r>
          </a:p>
        </p:txBody>
      </p:sp>
      <p:sp>
        <p:nvSpPr>
          <p:cNvPr id="4" name="Fußzeilenplatzhalter 3">
            <a:extLst>
              <a:ext uri="{FF2B5EF4-FFF2-40B4-BE49-F238E27FC236}">
                <a16:creationId xmlns:a16="http://schemas.microsoft.com/office/drawing/2014/main" id="{A604195A-F200-70E1-095F-04D38F55119A}"/>
              </a:ext>
            </a:extLst>
          </p:cNvPr>
          <p:cNvSpPr>
            <a:spLocks noGrp="1"/>
          </p:cNvSpPr>
          <p:nvPr>
            <p:ph type="ftr" sz="quarter" idx="11"/>
          </p:nvPr>
        </p:nvSpPr>
        <p:spPr/>
        <p:txBody>
          <a:bodyPr/>
          <a:lstStyle>
            <a:lvl1pPr>
              <a:defRPr>
                <a:solidFill>
                  <a:schemeClr val="bg1"/>
                </a:solidFill>
              </a:defRPr>
            </a:lvl1pPr>
          </a:lstStyle>
          <a:p>
            <a:r>
              <a:rPr lang="en-US" noProof="0"/>
              <a:t>Grgic Anto</a:t>
            </a:r>
            <a:endParaRPr lang="en-GB" noProof="0" dirty="0"/>
          </a:p>
        </p:txBody>
      </p:sp>
      <p:sp>
        <p:nvSpPr>
          <p:cNvPr id="5" name="Foliennummernplatzhalter 4">
            <a:extLst>
              <a:ext uri="{FF2B5EF4-FFF2-40B4-BE49-F238E27FC236}">
                <a16:creationId xmlns:a16="http://schemas.microsoft.com/office/drawing/2014/main" id="{8F3564CC-433E-0F7E-78ED-4CBD5802F78E}"/>
              </a:ext>
            </a:extLst>
          </p:cNvPr>
          <p:cNvSpPr>
            <a:spLocks noGrp="1"/>
          </p:cNvSpPr>
          <p:nvPr>
            <p:ph type="sldNum" sz="quarter" idx="12"/>
          </p:nvPr>
        </p:nvSpPr>
        <p:spPr>
          <a:xfrm>
            <a:off x="11713325" y="6424761"/>
            <a:ext cx="208800" cy="144016"/>
          </a:xfrm>
        </p:spPr>
        <p:txBody>
          <a:bodyPr/>
          <a:lstStyle>
            <a:lvl1pPr>
              <a:defRPr>
                <a:solidFill>
                  <a:schemeClr val="bg1"/>
                </a:solidFill>
              </a:defRPr>
            </a:lvl1pPr>
          </a:lstStyle>
          <a:p>
            <a:fld id="{442AD375-037F-43D0-B059-5172DA06796A}" type="slidenum">
              <a:rPr lang="en-GB" noProof="0" smtClean="0"/>
              <a:pPr/>
              <a:t>‹#›</a:t>
            </a:fld>
            <a:endParaRPr lang="en-GB" noProof="0" dirty="0"/>
          </a:p>
        </p:txBody>
      </p:sp>
      <p:cxnSp>
        <p:nvCxnSpPr>
          <p:cNvPr id="9" name="Gerader Verbinder 8">
            <a:extLst>
              <a:ext uri="{FF2B5EF4-FFF2-40B4-BE49-F238E27FC236}">
                <a16:creationId xmlns:a16="http://schemas.microsoft.com/office/drawing/2014/main" id="{43F26200-5089-80AE-C07E-2ADBBFCB862E}"/>
              </a:ext>
            </a:extLst>
          </p:cNvPr>
          <p:cNvCxnSpPr>
            <a:cxnSpLocks/>
          </p:cNvCxnSpPr>
          <p:nvPr userDrawn="1"/>
        </p:nvCxnSpPr>
        <p:spPr>
          <a:xfrm>
            <a:off x="1418938"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2" name="Textplatzhalter 10">
            <a:extLst>
              <a:ext uri="{FF2B5EF4-FFF2-40B4-BE49-F238E27FC236}">
                <a16:creationId xmlns:a16="http://schemas.microsoft.com/office/drawing/2014/main" id="{795B1871-CB5E-1539-590E-A27B00A5B38E}"/>
              </a:ext>
            </a:extLst>
          </p:cNvPr>
          <p:cNvSpPr>
            <a:spLocks noGrp="1"/>
          </p:cNvSpPr>
          <p:nvPr>
            <p:ph type="body" sz="quarter" idx="18" hasCustomPrompt="1"/>
          </p:nvPr>
        </p:nvSpPr>
        <p:spPr>
          <a:xfrm>
            <a:off x="285372" y="6448574"/>
            <a:ext cx="1141200" cy="136800"/>
          </a:xfrm>
          <a:blipFill>
            <a:blip r:embed="rId2" cstate="screen">
              <a:extLst>
                <a:ext uri="{28A0092B-C50C-407E-A947-70E740481C1C}">
                  <a14:useLocalDpi xmlns:a14="http://schemas.microsoft.com/office/drawing/2010/main"/>
                </a:ext>
              </a:extLst>
            </a:blip>
            <a:stretch>
              <a:fillRect/>
            </a:stretch>
          </a:blipFill>
        </p:spPr>
        <p:txBody>
          <a:bodyPr/>
          <a:lstStyle>
            <a:lvl1pPr>
              <a:defRPr sz="100">
                <a:solidFill>
                  <a:schemeClr val="tx1"/>
                </a:solidFill>
              </a:defRPr>
            </a:lvl1pPr>
            <a:lvl2pPr>
              <a:defRPr sz="100">
                <a:solidFill>
                  <a:schemeClr val="bg1"/>
                </a:solidFill>
              </a:defRPr>
            </a:lvl2pPr>
            <a:lvl3pPr>
              <a:defRPr sz="100">
                <a:solidFill>
                  <a:schemeClr val="bg1"/>
                </a:solidFill>
              </a:defRPr>
            </a:lvl3pPr>
            <a:lvl4pPr>
              <a:defRPr sz="100">
                <a:solidFill>
                  <a:schemeClr val="bg1"/>
                </a:solidFill>
              </a:defRPr>
            </a:lvl4pPr>
            <a:lvl5pPr>
              <a:defRPr sz="100">
                <a:solidFill>
                  <a:schemeClr val="bg1"/>
                </a:solidFill>
              </a:defRPr>
            </a:lvl5pPr>
          </a:lstStyle>
          <a:p>
            <a:pPr lvl="0"/>
            <a:r>
              <a:rPr lang="en-GB" noProof="0" dirty="0"/>
              <a:t> </a:t>
            </a:r>
          </a:p>
        </p:txBody>
      </p:sp>
      <p:sp>
        <p:nvSpPr>
          <p:cNvPr id="13" name="Titel 1">
            <a:extLst>
              <a:ext uri="{FF2B5EF4-FFF2-40B4-BE49-F238E27FC236}">
                <a16:creationId xmlns:a16="http://schemas.microsoft.com/office/drawing/2014/main" id="{F7249099-EAE8-15A9-5DD9-4B8BD6C11373}"/>
              </a:ext>
            </a:extLst>
          </p:cNvPr>
          <p:cNvSpPr>
            <a:spLocks noGrp="1"/>
          </p:cNvSpPr>
          <p:nvPr>
            <p:ph type="title" hasCustomPrompt="1"/>
          </p:nvPr>
        </p:nvSpPr>
        <p:spPr>
          <a:xfrm>
            <a:off x="271463" y="244800"/>
            <a:ext cx="11650662" cy="625944"/>
          </a:xfrm>
        </p:spPr>
        <p:txBody>
          <a:bodyPr/>
          <a:lstStyle>
            <a:lvl1pPr>
              <a:defRPr>
                <a:solidFill>
                  <a:schemeClr val="bg1"/>
                </a:solidFill>
              </a:defRPr>
            </a:lvl1pPr>
          </a:lstStyle>
          <a:p>
            <a:r>
              <a:rPr lang="en-GB" noProof="0" dirty="0"/>
              <a:t>Insert title</a:t>
            </a:r>
          </a:p>
        </p:txBody>
      </p:sp>
      <p:sp>
        <p:nvSpPr>
          <p:cNvPr id="8" name="Textplatzhalter 27">
            <a:extLst>
              <a:ext uri="{FF2B5EF4-FFF2-40B4-BE49-F238E27FC236}">
                <a16:creationId xmlns:a16="http://schemas.microsoft.com/office/drawing/2014/main" id="{9EB74D43-ABA5-E11E-DD85-85CF51186C28}"/>
              </a:ext>
            </a:extLst>
          </p:cNvPr>
          <p:cNvSpPr>
            <a:spLocks noGrp="1"/>
          </p:cNvSpPr>
          <p:nvPr>
            <p:ph type="body" sz="quarter" idx="28" hasCustomPrompt="1"/>
          </p:nvPr>
        </p:nvSpPr>
        <p:spPr>
          <a:xfrm>
            <a:off x="3230670" y="272760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10" name="Textplatzhalter 27">
            <a:extLst>
              <a:ext uri="{FF2B5EF4-FFF2-40B4-BE49-F238E27FC236}">
                <a16:creationId xmlns:a16="http://schemas.microsoft.com/office/drawing/2014/main" id="{048FC5CC-2121-56F3-C3F5-B5C874FFB127}"/>
              </a:ext>
            </a:extLst>
          </p:cNvPr>
          <p:cNvSpPr>
            <a:spLocks noGrp="1"/>
          </p:cNvSpPr>
          <p:nvPr>
            <p:ph type="body" sz="quarter" idx="19" hasCustomPrompt="1"/>
          </p:nvPr>
        </p:nvSpPr>
        <p:spPr>
          <a:xfrm>
            <a:off x="276264" y="1826540"/>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11" name="Textplatzhalter 27">
            <a:extLst>
              <a:ext uri="{FF2B5EF4-FFF2-40B4-BE49-F238E27FC236}">
                <a16:creationId xmlns:a16="http://schemas.microsoft.com/office/drawing/2014/main" id="{BB0B7B4E-7C57-28E9-4CB9-B4570ABC59CC}"/>
              </a:ext>
            </a:extLst>
          </p:cNvPr>
          <p:cNvSpPr>
            <a:spLocks noGrp="1"/>
          </p:cNvSpPr>
          <p:nvPr>
            <p:ph type="body" sz="quarter" idx="21" hasCustomPrompt="1"/>
          </p:nvPr>
        </p:nvSpPr>
        <p:spPr>
          <a:xfrm>
            <a:off x="3230960" y="182177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14" name="Textplatzhalter 27">
            <a:extLst>
              <a:ext uri="{FF2B5EF4-FFF2-40B4-BE49-F238E27FC236}">
                <a16:creationId xmlns:a16="http://schemas.microsoft.com/office/drawing/2014/main" id="{A8FF8281-AD66-C77E-347B-07E4F503BA1C}"/>
              </a:ext>
            </a:extLst>
          </p:cNvPr>
          <p:cNvSpPr>
            <a:spLocks noGrp="1"/>
          </p:cNvSpPr>
          <p:nvPr>
            <p:ph type="body" sz="quarter" idx="26" hasCustomPrompt="1"/>
          </p:nvPr>
        </p:nvSpPr>
        <p:spPr>
          <a:xfrm>
            <a:off x="276264" y="2732367"/>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0" name="Textplatzhalter 27">
            <a:extLst>
              <a:ext uri="{FF2B5EF4-FFF2-40B4-BE49-F238E27FC236}">
                <a16:creationId xmlns:a16="http://schemas.microsoft.com/office/drawing/2014/main" id="{55EE194A-C397-2617-7780-D86A48CAE74D}"/>
              </a:ext>
            </a:extLst>
          </p:cNvPr>
          <p:cNvSpPr>
            <a:spLocks noGrp="1"/>
          </p:cNvSpPr>
          <p:nvPr>
            <p:ph type="body" sz="quarter" idx="30" hasCustomPrompt="1"/>
          </p:nvPr>
        </p:nvSpPr>
        <p:spPr>
          <a:xfrm>
            <a:off x="275974" y="4611686"/>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4" name="Textplatzhalter 27">
            <a:extLst>
              <a:ext uri="{FF2B5EF4-FFF2-40B4-BE49-F238E27FC236}">
                <a16:creationId xmlns:a16="http://schemas.microsoft.com/office/drawing/2014/main" id="{DBF35E7F-D953-CAA9-3A99-15E4880E3A1C}"/>
              </a:ext>
            </a:extLst>
          </p:cNvPr>
          <p:cNvSpPr>
            <a:spLocks noGrp="1"/>
          </p:cNvSpPr>
          <p:nvPr>
            <p:ph type="body" sz="quarter" idx="34" hasCustomPrompt="1"/>
          </p:nvPr>
        </p:nvSpPr>
        <p:spPr>
          <a:xfrm>
            <a:off x="6192311" y="274200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0" name="Textplatzhalter 27">
            <a:extLst>
              <a:ext uri="{FF2B5EF4-FFF2-40B4-BE49-F238E27FC236}">
                <a16:creationId xmlns:a16="http://schemas.microsoft.com/office/drawing/2014/main" id="{692AC1F8-AB87-40B3-4118-64C6B6A63F00}"/>
              </a:ext>
            </a:extLst>
          </p:cNvPr>
          <p:cNvSpPr>
            <a:spLocks noGrp="1"/>
          </p:cNvSpPr>
          <p:nvPr>
            <p:ph type="body" sz="quarter" idx="40" hasCustomPrompt="1"/>
          </p:nvPr>
        </p:nvSpPr>
        <p:spPr>
          <a:xfrm>
            <a:off x="6195128" y="460862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1" name="Textplatzhalter 27">
            <a:extLst>
              <a:ext uri="{FF2B5EF4-FFF2-40B4-BE49-F238E27FC236}">
                <a16:creationId xmlns:a16="http://schemas.microsoft.com/office/drawing/2014/main" id="{8B875A59-87E2-329A-FECC-BEA7FE43BA9A}"/>
              </a:ext>
            </a:extLst>
          </p:cNvPr>
          <p:cNvSpPr>
            <a:spLocks noGrp="1"/>
          </p:cNvSpPr>
          <p:nvPr>
            <p:ph type="body" sz="quarter" idx="32" hasCustomPrompt="1"/>
          </p:nvPr>
        </p:nvSpPr>
        <p:spPr>
          <a:xfrm>
            <a:off x="3232838" y="4611686"/>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2" name="Textplatzhalter 27">
            <a:extLst>
              <a:ext uri="{FF2B5EF4-FFF2-40B4-BE49-F238E27FC236}">
                <a16:creationId xmlns:a16="http://schemas.microsoft.com/office/drawing/2014/main" id="{69DCED49-C168-77C0-6547-0CADBD711BD1}"/>
              </a:ext>
            </a:extLst>
          </p:cNvPr>
          <p:cNvSpPr>
            <a:spLocks noGrp="1"/>
          </p:cNvSpPr>
          <p:nvPr>
            <p:ph type="body" sz="quarter" idx="31" hasCustomPrompt="1"/>
          </p:nvPr>
        </p:nvSpPr>
        <p:spPr>
          <a:xfrm>
            <a:off x="3233128" y="370585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3" name="Textplatzhalter 27">
            <a:extLst>
              <a:ext uri="{FF2B5EF4-FFF2-40B4-BE49-F238E27FC236}">
                <a16:creationId xmlns:a16="http://schemas.microsoft.com/office/drawing/2014/main" id="{E691F604-DB24-E1B1-CD8D-23BFFC1444A1}"/>
              </a:ext>
            </a:extLst>
          </p:cNvPr>
          <p:cNvSpPr>
            <a:spLocks noGrp="1"/>
          </p:cNvSpPr>
          <p:nvPr>
            <p:ph type="body" sz="quarter" idx="29" hasCustomPrompt="1"/>
          </p:nvPr>
        </p:nvSpPr>
        <p:spPr>
          <a:xfrm>
            <a:off x="276264" y="370585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4" name="Textplatzhalter 27">
            <a:extLst>
              <a:ext uri="{FF2B5EF4-FFF2-40B4-BE49-F238E27FC236}">
                <a16:creationId xmlns:a16="http://schemas.microsoft.com/office/drawing/2014/main" id="{48B584AC-71CB-16D8-E722-8AC5553FE598}"/>
              </a:ext>
            </a:extLst>
          </p:cNvPr>
          <p:cNvSpPr>
            <a:spLocks noGrp="1"/>
          </p:cNvSpPr>
          <p:nvPr>
            <p:ph type="body" sz="quarter" idx="33" hasCustomPrompt="1"/>
          </p:nvPr>
        </p:nvSpPr>
        <p:spPr>
          <a:xfrm>
            <a:off x="6192602" y="183617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5" name="Textplatzhalter 27">
            <a:extLst>
              <a:ext uri="{FF2B5EF4-FFF2-40B4-BE49-F238E27FC236}">
                <a16:creationId xmlns:a16="http://schemas.microsoft.com/office/drawing/2014/main" id="{64EFC00D-C82F-63F3-901A-E32AA5563D77}"/>
              </a:ext>
            </a:extLst>
          </p:cNvPr>
          <p:cNvSpPr>
            <a:spLocks noGrp="1"/>
          </p:cNvSpPr>
          <p:nvPr>
            <p:ph type="body" sz="quarter" idx="39" hasCustomPrompt="1"/>
          </p:nvPr>
        </p:nvSpPr>
        <p:spPr>
          <a:xfrm>
            <a:off x="6195418" y="370279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6" name="Textplatzhalter 27">
            <a:extLst>
              <a:ext uri="{FF2B5EF4-FFF2-40B4-BE49-F238E27FC236}">
                <a16:creationId xmlns:a16="http://schemas.microsoft.com/office/drawing/2014/main" id="{2F484B0C-2F5D-4A41-8BBA-C15A9F143EBE}"/>
              </a:ext>
            </a:extLst>
          </p:cNvPr>
          <p:cNvSpPr>
            <a:spLocks noGrp="1"/>
          </p:cNvSpPr>
          <p:nvPr>
            <p:ph type="body" sz="quarter" idx="35" hasCustomPrompt="1"/>
          </p:nvPr>
        </p:nvSpPr>
        <p:spPr>
          <a:xfrm>
            <a:off x="9150114" y="1831417"/>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7" name="Textplatzhalter 27">
            <a:extLst>
              <a:ext uri="{FF2B5EF4-FFF2-40B4-BE49-F238E27FC236}">
                <a16:creationId xmlns:a16="http://schemas.microsoft.com/office/drawing/2014/main" id="{4885B59F-449F-B852-F442-3B1C68A2AA63}"/>
              </a:ext>
            </a:extLst>
          </p:cNvPr>
          <p:cNvSpPr>
            <a:spLocks noGrp="1"/>
          </p:cNvSpPr>
          <p:nvPr>
            <p:ph type="body" sz="quarter" idx="36" hasCustomPrompt="1"/>
          </p:nvPr>
        </p:nvSpPr>
        <p:spPr>
          <a:xfrm>
            <a:off x="9149824" y="2737244"/>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8" name="Textplatzhalter 27">
            <a:extLst>
              <a:ext uri="{FF2B5EF4-FFF2-40B4-BE49-F238E27FC236}">
                <a16:creationId xmlns:a16="http://schemas.microsoft.com/office/drawing/2014/main" id="{AA5DC075-9286-B8C4-CD9F-B561C39392C6}"/>
              </a:ext>
            </a:extLst>
          </p:cNvPr>
          <p:cNvSpPr>
            <a:spLocks noGrp="1"/>
          </p:cNvSpPr>
          <p:nvPr>
            <p:ph type="body" sz="quarter" idx="37" hasCustomPrompt="1"/>
          </p:nvPr>
        </p:nvSpPr>
        <p:spPr>
          <a:xfrm>
            <a:off x="9152282" y="370279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9" name="Textplatzhalter 27">
            <a:extLst>
              <a:ext uri="{FF2B5EF4-FFF2-40B4-BE49-F238E27FC236}">
                <a16:creationId xmlns:a16="http://schemas.microsoft.com/office/drawing/2014/main" id="{2B7C5942-88D4-4AE4-D493-E6EB256531BC}"/>
              </a:ext>
            </a:extLst>
          </p:cNvPr>
          <p:cNvSpPr>
            <a:spLocks noGrp="1"/>
          </p:cNvSpPr>
          <p:nvPr>
            <p:ph type="body" sz="quarter" idx="38" hasCustomPrompt="1"/>
          </p:nvPr>
        </p:nvSpPr>
        <p:spPr>
          <a:xfrm>
            <a:off x="9151992" y="4608624"/>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Tree>
    <p:extLst>
      <p:ext uri="{BB962C8B-B14F-4D97-AF65-F5344CB8AC3E}">
        <p14:creationId xmlns:p14="http://schemas.microsoft.com/office/powerpoint/2010/main" val="40939606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cht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3" name="Inhaltsplatzhalter 2"/>
          <p:cNvSpPr>
            <a:spLocks noGrp="1"/>
          </p:cNvSpPr>
          <p:nvPr>
            <p:ph idx="1" hasCustomPrompt="1"/>
          </p:nvPr>
        </p:nvSpPr>
        <p:spPr>
          <a:xfrm>
            <a:off x="271460" y="3228982"/>
            <a:ext cx="2775600" cy="2259037"/>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103A9771-FEDF-4EB5-8B31-317E659CFCEB}"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0" name="Inhaltsplatzhalter 2">
            <a:extLst>
              <a:ext uri="{FF2B5EF4-FFF2-40B4-BE49-F238E27FC236}">
                <a16:creationId xmlns:a16="http://schemas.microsoft.com/office/drawing/2014/main" id="{AAED8CC9-45E8-1A12-FE4B-99B48514CF4E}"/>
              </a:ext>
            </a:extLst>
          </p:cNvPr>
          <p:cNvSpPr>
            <a:spLocks noGrp="1"/>
          </p:cNvSpPr>
          <p:nvPr>
            <p:ph idx="13" hasCustomPrompt="1"/>
          </p:nvPr>
        </p:nvSpPr>
        <p:spPr>
          <a:xfrm>
            <a:off x="3231317" y="3228982"/>
            <a:ext cx="2775600" cy="2259037"/>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1" name="Inhaltsplatzhalter 2">
            <a:extLst>
              <a:ext uri="{FF2B5EF4-FFF2-40B4-BE49-F238E27FC236}">
                <a16:creationId xmlns:a16="http://schemas.microsoft.com/office/drawing/2014/main" id="{B0E65F99-D41E-97A8-5B90-921DFF4F75CF}"/>
              </a:ext>
            </a:extLst>
          </p:cNvPr>
          <p:cNvSpPr>
            <a:spLocks noGrp="1"/>
          </p:cNvSpPr>
          <p:nvPr>
            <p:ph idx="14" hasCustomPrompt="1"/>
          </p:nvPr>
        </p:nvSpPr>
        <p:spPr>
          <a:xfrm>
            <a:off x="6191174" y="3228982"/>
            <a:ext cx="2775600" cy="2259037"/>
          </a:xfrm>
        </p:spPr>
        <p:txBody>
          <a:bodyPr vert="horz" lIns="0" tIns="0" rIns="0" bIns="0" rtlCol="0">
            <a:noAutofit/>
          </a:bodyPr>
          <a:lstStyle>
            <a:lvl1pPr>
              <a:defRPr lang="de-CH"/>
            </a:lvl1pPr>
            <a:lvl2pPr>
              <a:defRPr lang="de-CH" noProof="0" dirty="0"/>
            </a:lvl2pPr>
            <a:lvl3pPr>
              <a:defRPr lang="de-CH"/>
            </a:lvl3pPr>
            <a:lvl4pPr>
              <a:defRPr lang="de-CH"/>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 name="Inhaltsplatzhalter 2">
            <a:extLst>
              <a:ext uri="{FF2B5EF4-FFF2-40B4-BE49-F238E27FC236}">
                <a16:creationId xmlns:a16="http://schemas.microsoft.com/office/drawing/2014/main" id="{E2B30555-3BA5-1953-D982-C69CB839D8F4}"/>
              </a:ext>
            </a:extLst>
          </p:cNvPr>
          <p:cNvSpPr>
            <a:spLocks noGrp="1"/>
          </p:cNvSpPr>
          <p:nvPr>
            <p:ph idx="15" hasCustomPrompt="1"/>
          </p:nvPr>
        </p:nvSpPr>
        <p:spPr>
          <a:xfrm>
            <a:off x="9151032" y="3228982"/>
            <a:ext cx="2775600" cy="2259037"/>
          </a:xfrm>
        </p:spPr>
        <p:txBody>
          <a:bodyPr vert="horz" lIns="0" tIns="0" rIns="0" bIns="0" rtlCol="0">
            <a:noAutofit/>
          </a:bodyPr>
          <a:lstStyle>
            <a:lvl1pPr>
              <a:defRPr lang="de-CH"/>
            </a:lvl1pPr>
            <a:lvl2pPr>
              <a:defRPr lang="de-CH" noProof="0" dirty="0"/>
            </a:lvl2pPr>
            <a:lvl3pPr>
              <a:defRPr lang="de-CH"/>
            </a:lvl3pPr>
            <a:lvl4pPr>
              <a:defRPr lang="de-CH"/>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6" name="Inhaltsplatzhalter 2">
            <a:extLst>
              <a:ext uri="{FF2B5EF4-FFF2-40B4-BE49-F238E27FC236}">
                <a16:creationId xmlns:a16="http://schemas.microsoft.com/office/drawing/2014/main" id="{B4DAEC7F-9097-CC65-18FC-ABDF8656180C}"/>
              </a:ext>
            </a:extLst>
          </p:cNvPr>
          <p:cNvSpPr>
            <a:spLocks noGrp="1"/>
          </p:cNvSpPr>
          <p:nvPr>
            <p:ph idx="19" hasCustomPrompt="1"/>
          </p:nvPr>
        </p:nvSpPr>
        <p:spPr>
          <a:xfrm>
            <a:off x="9151031"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2" name="Inhaltsplatzhalter 2">
            <a:extLst>
              <a:ext uri="{FF2B5EF4-FFF2-40B4-BE49-F238E27FC236}">
                <a16:creationId xmlns:a16="http://schemas.microsoft.com/office/drawing/2014/main" id="{999A24F7-6F45-D408-172F-9FCB5D02667F}"/>
              </a:ext>
            </a:extLst>
          </p:cNvPr>
          <p:cNvSpPr>
            <a:spLocks noGrp="1"/>
          </p:cNvSpPr>
          <p:nvPr>
            <p:ph idx="20" hasCustomPrompt="1"/>
          </p:nvPr>
        </p:nvSpPr>
        <p:spPr>
          <a:xfrm>
            <a:off x="6191174"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3" name="Inhaltsplatzhalter 2">
            <a:extLst>
              <a:ext uri="{FF2B5EF4-FFF2-40B4-BE49-F238E27FC236}">
                <a16:creationId xmlns:a16="http://schemas.microsoft.com/office/drawing/2014/main" id="{F564AFF4-7AFB-5D44-CE32-7B8A59C91178}"/>
              </a:ext>
            </a:extLst>
          </p:cNvPr>
          <p:cNvSpPr>
            <a:spLocks noGrp="1"/>
          </p:cNvSpPr>
          <p:nvPr>
            <p:ph idx="21" hasCustomPrompt="1"/>
          </p:nvPr>
        </p:nvSpPr>
        <p:spPr>
          <a:xfrm>
            <a:off x="3231317"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4" name="Inhaltsplatzhalter 2">
            <a:extLst>
              <a:ext uri="{FF2B5EF4-FFF2-40B4-BE49-F238E27FC236}">
                <a16:creationId xmlns:a16="http://schemas.microsoft.com/office/drawing/2014/main" id="{A71E75C8-391E-2558-3A91-AA1F31A93B05}"/>
              </a:ext>
            </a:extLst>
          </p:cNvPr>
          <p:cNvSpPr>
            <a:spLocks noGrp="1"/>
          </p:cNvSpPr>
          <p:nvPr>
            <p:ph idx="22" hasCustomPrompt="1"/>
          </p:nvPr>
        </p:nvSpPr>
        <p:spPr>
          <a:xfrm>
            <a:off x="271460" y="1371600"/>
            <a:ext cx="2775600" cy="1716981"/>
          </a:xfrm>
        </p:spPr>
        <p:txBody>
          <a:bodyPr/>
          <a:lstStyle>
            <a:lvl1pPr>
              <a:tabLst>
                <a:tab pos="1704975" algn="l"/>
              </a:tabLst>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7" name="Textplatzhalter 8">
            <a:extLst>
              <a:ext uri="{FF2B5EF4-FFF2-40B4-BE49-F238E27FC236}">
                <a16:creationId xmlns:a16="http://schemas.microsoft.com/office/drawing/2014/main" id="{3E32DEA9-77CE-B434-4A3D-3AAB04FD7845}"/>
              </a:ext>
            </a:extLst>
          </p:cNvPr>
          <p:cNvSpPr>
            <a:spLocks noGrp="1"/>
          </p:cNvSpPr>
          <p:nvPr>
            <p:ph type="body" sz="quarter" idx="23" hasCustomPrompt="1"/>
          </p:nvPr>
        </p:nvSpPr>
        <p:spPr>
          <a:xfrm>
            <a:off x="270000" y="6019388"/>
            <a:ext cx="5736917" cy="205200"/>
          </a:xfrm>
        </p:spPr>
        <p:txBody>
          <a:bodyPr/>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2220080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61691FF8-B7CE-4EC3-A346-E51C1211B498}" type="datetime1">
              <a:rPr lang="en-GB" noProof="0" smtClean="0"/>
              <a:t>27/02/2026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a:t>Grgic Anto</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4" name="Inhaltsplatzhalter 2">
            <a:extLst>
              <a:ext uri="{FF2B5EF4-FFF2-40B4-BE49-F238E27FC236}">
                <a16:creationId xmlns:a16="http://schemas.microsoft.com/office/drawing/2014/main" id="{A71E75C8-391E-2558-3A91-AA1F31A93B05}"/>
              </a:ext>
            </a:extLst>
          </p:cNvPr>
          <p:cNvSpPr>
            <a:spLocks noGrp="1"/>
          </p:cNvSpPr>
          <p:nvPr>
            <p:ph idx="22" hasCustomPrompt="1"/>
          </p:nvPr>
        </p:nvSpPr>
        <p:spPr>
          <a:xfrm>
            <a:off x="270582" y="2700000"/>
            <a:ext cx="2778003" cy="3524588"/>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Contact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pic>
        <p:nvPicPr>
          <p:cNvPr id="8" name="Grafik 7">
            <a:extLst>
              <a:ext uri="{FF2B5EF4-FFF2-40B4-BE49-F238E27FC236}">
                <a16:creationId xmlns:a16="http://schemas.microsoft.com/office/drawing/2014/main" id="{D08ED976-BD70-59ED-B970-3FA256DEEE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14" name="Inhaltsplatzhalter 2">
            <a:extLst>
              <a:ext uri="{FF2B5EF4-FFF2-40B4-BE49-F238E27FC236}">
                <a16:creationId xmlns:a16="http://schemas.microsoft.com/office/drawing/2014/main" id="{DADD2F24-DA82-E6C1-DFC7-E7D6DA1F104A}"/>
              </a:ext>
            </a:extLst>
          </p:cNvPr>
          <p:cNvSpPr>
            <a:spLocks noGrp="1"/>
          </p:cNvSpPr>
          <p:nvPr>
            <p:ph idx="24" hasCustomPrompt="1"/>
          </p:nvPr>
        </p:nvSpPr>
        <p:spPr>
          <a:xfrm>
            <a:off x="276512" y="1389564"/>
            <a:ext cx="856800" cy="856800"/>
          </a:xfrm>
        </p:spPr>
        <p:txBody>
          <a:bodyPr anchor="ctr"/>
          <a:lstStyle>
            <a:lvl1pPr algn="ctr">
              <a:tabLst>
                <a:tab pos="1704975" algn="l"/>
              </a:tabLst>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QR-Code</a:t>
            </a:r>
          </a:p>
        </p:txBody>
      </p:sp>
      <p:cxnSp>
        <p:nvCxnSpPr>
          <p:cNvPr id="15" name="Gerader Verbinder 14">
            <a:extLst>
              <a:ext uri="{FF2B5EF4-FFF2-40B4-BE49-F238E27FC236}">
                <a16:creationId xmlns:a16="http://schemas.microsoft.com/office/drawing/2014/main" id="{B8FD34BD-5602-5735-423C-351E3E46BFED}"/>
              </a:ext>
            </a:extLst>
          </p:cNvPr>
          <p:cNvCxnSpPr>
            <a:cxnSpLocks/>
          </p:cNvCxnSpPr>
          <p:nvPr userDrawn="1"/>
        </p:nvCxnSpPr>
        <p:spPr>
          <a:xfrm>
            <a:off x="270582" y="2492896"/>
            <a:ext cx="2778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35847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title</a:t>
            </a:r>
          </a:p>
        </p:txBody>
      </p:sp>
      <p:sp>
        <p:nvSpPr>
          <p:cNvPr id="3" name="Datumsplatzhalter 2">
            <a:extLst>
              <a:ext uri="{FF2B5EF4-FFF2-40B4-BE49-F238E27FC236}">
                <a16:creationId xmlns:a16="http://schemas.microsoft.com/office/drawing/2014/main" id="{9846EAAB-E9CC-4FBB-A777-DFD68618EF51}"/>
              </a:ext>
            </a:extLst>
          </p:cNvPr>
          <p:cNvSpPr>
            <a:spLocks noGrp="1"/>
          </p:cNvSpPr>
          <p:nvPr>
            <p:ph type="dt" sz="half" idx="10"/>
          </p:nvPr>
        </p:nvSpPr>
        <p:spPr/>
        <p:txBody>
          <a:bodyPr/>
          <a:lstStyle/>
          <a:p>
            <a:fld id="{F511CE76-746B-4D58-8B44-9105BE8285E3}" type="datetime1">
              <a:rPr lang="en-GB" noProof="0" smtClean="0"/>
              <a:t>27/02/2026</a:t>
            </a:fld>
            <a:endParaRPr lang="en-GB" noProof="0" dirty="0"/>
          </a:p>
        </p:txBody>
      </p:sp>
      <p:sp>
        <p:nvSpPr>
          <p:cNvPr id="4" name="Fußzeilenplatzhalter 3">
            <a:extLst>
              <a:ext uri="{FF2B5EF4-FFF2-40B4-BE49-F238E27FC236}">
                <a16:creationId xmlns:a16="http://schemas.microsoft.com/office/drawing/2014/main" id="{4490A60D-3123-4534-B4E1-1B214E40238B}"/>
              </a:ext>
            </a:extLst>
          </p:cNvPr>
          <p:cNvSpPr>
            <a:spLocks noGrp="1"/>
          </p:cNvSpPr>
          <p:nvPr>
            <p:ph type="ftr" sz="quarter" idx="11"/>
          </p:nvPr>
        </p:nvSpPr>
        <p:spPr/>
        <p:txBody>
          <a:bodyPr/>
          <a:lstStyle/>
          <a:p>
            <a:r>
              <a:rPr lang="en-GB" noProof="0"/>
              <a:t>Grgic Anto</a:t>
            </a:r>
            <a:endParaRPr lang="en-GB" noProof="0" dirty="0"/>
          </a:p>
        </p:txBody>
      </p:sp>
      <p:sp>
        <p:nvSpPr>
          <p:cNvPr id="5" name="Foliennummernplatzhalter 4">
            <a:extLst>
              <a:ext uri="{FF2B5EF4-FFF2-40B4-BE49-F238E27FC236}">
                <a16:creationId xmlns:a16="http://schemas.microsoft.com/office/drawing/2014/main" id="{9CA66DD1-3165-483D-99FB-202ADC04E1F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38379844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84E75BB-61FF-4F7E-9CDB-A5E34775C9B4}"/>
              </a:ext>
            </a:extLst>
          </p:cNvPr>
          <p:cNvSpPr>
            <a:spLocks noGrp="1"/>
          </p:cNvSpPr>
          <p:nvPr>
            <p:ph type="dt" sz="half" idx="10"/>
          </p:nvPr>
        </p:nvSpPr>
        <p:spPr/>
        <p:txBody>
          <a:bodyPr/>
          <a:lstStyle/>
          <a:p>
            <a:fld id="{37761F74-EB35-4861-A493-181201845457}" type="datetime1">
              <a:rPr lang="en-GB" noProof="0" smtClean="0"/>
              <a:t>27/02/2026</a:t>
            </a:fld>
            <a:endParaRPr lang="en-GB" noProof="0" dirty="0"/>
          </a:p>
        </p:txBody>
      </p:sp>
      <p:sp>
        <p:nvSpPr>
          <p:cNvPr id="3" name="Fußzeilenplatzhalter 2">
            <a:extLst>
              <a:ext uri="{FF2B5EF4-FFF2-40B4-BE49-F238E27FC236}">
                <a16:creationId xmlns:a16="http://schemas.microsoft.com/office/drawing/2014/main" id="{B909AB7D-DBAB-4FFF-BA65-85B952116264}"/>
              </a:ext>
            </a:extLst>
          </p:cNvPr>
          <p:cNvSpPr>
            <a:spLocks noGrp="1"/>
          </p:cNvSpPr>
          <p:nvPr>
            <p:ph type="ftr" sz="quarter" idx="11"/>
          </p:nvPr>
        </p:nvSpPr>
        <p:spPr/>
        <p:txBody>
          <a:bodyPr/>
          <a:lstStyle/>
          <a:p>
            <a:r>
              <a:rPr lang="en-GB" noProof="0"/>
              <a:t>Grgic Anto</a:t>
            </a:r>
            <a:endParaRPr lang="en-GB" noProof="0" dirty="0"/>
          </a:p>
        </p:txBody>
      </p:sp>
      <p:sp>
        <p:nvSpPr>
          <p:cNvPr id="4" name="Foliennummernplatzhalter 3">
            <a:extLst>
              <a:ext uri="{FF2B5EF4-FFF2-40B4-BE49-F238E27FC236}">
                <a16:creationId xmlns:a16="http://schemas.microsoft.com/office/drawing/2014/main" id="{EB9B7570-0B3E-4F91-B744-978CA7BDE965}"/>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400544614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271463" y="244800"/>
            <a:ext cx="11650662" cy="625944"/>
          </a:xfrm>
          <a:prstGeom prst="rect">
            <a:avLst/>
          </a:prstGeom>
        </p:spPr>
        <p:txBody>
          <a:bodyPr vert="horz" lIns="0" tIns="0" rIns="0" bIns="0" rtlCol="0" anchor="t">
            <a:noAutofit/>
          </a:bodyPr>
          <a:lstStyle/>
          <a:p>
            <a:r>
              <a:rPr lang="en-GB" noProof="0" dirty="0"/>
              <a:t>Insert title</a:t>
            </a:r>
          </a:p>
        </p:txBody>
      </p:sp>
      <p:sp>
        <p:nvSpPr>
          <p:cNvPr id="3" name="Textplatzhalter 2"/>
          <p:cNvSpPr>
            <a:spLocks noGrp="1"/>
          </p:cNvSpPr>
          <p:nvPr>
            <p:ph type="body" idx="1"/>
          </p:nvPr>
        </p:nvSpPr>
        <p:spPr>
          <a:xfrm>
            <a:off x="271461" y="870744"/>
            <a:ext cx="11650663" cy="5353844"/>
          </a:xfrm>
          <a:prstGeom prst="rect">
            <a:avLst/>
          </a:prstGeom>
        </p:spPr>
        <p:txBody>
          <a:bodyPr vert="horz" lIns="0" tIns="0" rIns="0" bIns="0" rtlCol="0">
            <a:noAutofit/>
          </a:body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p:cNvSpPr>
            <a:spLocks noGrp="1"/>
          </p:cNvSpPr>
          <p:nvPr>
            <p:ph type="dt" sz="half" idx="2"/>
          </p:nvPr>
        </p:nvSpPr>
        <p:spPr>
          <a:xfrm>
            <a:off x="10416480" y="6424761"/>
            <a:ext cx="1189348" cy="144016"/>
          </a:xfrm>
          <a:prstGeom prst="rect">
            <a:avLst/>
          </a:prstGeom>
        </p:spPr>
        <p:txBody>
          <a:bodyPr vert="horz" lIns="0" tIns="0" rIns="0" bIns="0" rtlCol="0" anchor="t" anchorCtr="0"/>
          <a:lstStyle>
            <a:lvl1pPr algn="r">
              <a:lnSpc>
                <a:spcPct val="98000"/>
              </a:lnSpc>
              <a:defRPr sz="1000">
                <a:solidFill>
                  <a:schemeClr val="tx1"/>
                </a:solidFill>
              </a:defRPr>
            </a:lvl1pPr>
          </a:lstStyle>
          <a:p>
            <a:fld id="{ACFC5840-8FE0-42F7-AFBC-7CEE90AF5A88}" type="datetime1">
              <a:rPr lang="en-GB" noProof="0" smtClean="0"/>
              <a:t>27/02/2026</a:t>
            </a:fld>
            <a:endParaRPr lang="en-GB" noProof="0" dirty="0"/>
          </a:p>
        </p:txBody>
      </p:sp>
      <p:sp>
        <p:nvSpPr>
          <p:cNvPr id="5" name="Fußzeilenplatzhalter 4"/>
          <p:cNvSpPr>
            <a:spLocks noGrp="1"/>
          </p:cNvSpPr>
          <p:nvPr>
            <p:ph type="ftr" sz="quarter" idx="3"/>
          </p:nvPr>
        </p:nvSpPr>
        <p:spPr>
          <a:xfrm>
            <a:off x="1522276" y="6424761"/>
            <a:ext cx="7922096" cy="144016"/>
          </a:xfrm>
          <a:prstGeom prst="rect">
            <a:avLst/>
          </a:prstGeom>
        </p:spPr>
        <p:txBody>
          <a:bodyPr vert="horz" lIns="0" tIns="0" rIns="0" bIns="0" rtlCol="0" anchor="t" anchorCtr="0"/>
          <a:lstStyle>
            <a:lvl1pPr algn="l">
              <a:lnSpc>
                <a:spcPct val="98000"/>
              </a:lnSpc>
              <a:defRPr sz="1000">
                <a:solidFill>
                  <a:schemeClr val="tx1"/>
                </a:solidFill>
              </a:defRPr>
            </a:lvl1pPr>
          </a:lstStyle>
          <a:p>
            <a:r>
              <a:rPr lang="en-US" noProof="0"/>
              <a:t>Grgic Anto</a:t>
            </a:r>
            <a:endParaRPr lang="en-GB" noProof="0" dirty="0"/>
          </a:p>
        </p:txBody>
      </p:sp>
      <p:sp>
        <p:nvSpPr>
          <p:cNvPr id="6" name="Foliennummernplatzhalter 5"/>
          <p:cNvSpPr>
            <a:spLocks noGrp="1"/>
          </p:cNvSpPr>
          <p:nvPr>
            <p:ph type="sldNum" sz="quarter" idx="4"/>
          </p:nvPr>
        </p:nvSpPr>
        <p:spPr>
          <a:xfrm>
            <a:off x="11712624" y="6424761"/>
            <a:ext cx="209500" cy="144016"/>
          </a:xfrm>
          <a:prstGeom prst="rect">
            <a:avLst/>
          </a:prstGeom>
        </p:spPr>
        <p:txBody>
          <a:bodyPr vert="horz" lIns="0" tIns="0" rIns="0" bIns="0" rtlCol="0" anchor="t" anchorCtr="0"/>
          <a:lstStyle>
            <a:lvl1pPr algn="r">
              <a:lnSpc>
                <a:spcPct val="98000"/>
              </a:lnSpc>
              <a:defRPr sz="1000">
                <a:solidFill>
                  <a:schemeClr val="tx1"/>
                </a:solidFill>
              </a:defRPr>
            </a:lvl1pPr>
          </a:lstStyle>
          <a:p>
            <a:fld id="{442AD375-037F-43D0-B059-5172DA06796A}" type="slidenum">
              <a:rPr lang="en-GB" noProof="0" smtClean="0"/>
              <a:pPr/>
              <a:t>‹#›</a:t>
            </a:fld>
            <a:endParaRPr lang="en-GB" noProof="0" dirty="0"/>
          </a:p>
        </p:txBody>
      </p:sp>
      <p:sp>
        <p:nvSpPr>
          <p:cNvPr id="7" name="Textfeld 6">
            <a:extLst>
              <a:ext uri="{FF2B5EF4-FFF2-40B4-BE49-F238E27FC236}">
                <a16:creationId xmlns:a16="http://schemas.microsoft.com/office/drawing/2014/main" id="{1C703539-8E35-D069-DBD5-3A4DCC125A4D}"/>
              </a:ext>
            </a:extLst>
          </p:cNvPr>
          <p:cNvSpPr txBox="1"/>
          <p:nvPr userDrawn="1"/>
        </p:nvSpPr>
        <p:spPr>
          <a:xfrm rot="5400000">
            <a:off x="11394044" y="5941110"/>
            <a:ext cx="1753783" cy="61555"/>
          </a:xfrm>
          <a:prstGeom prst="rect">
            <a:avLst/>
          </a:prstGeom>
          <a:noFill/>
        </p:spPr>
        <p:txBody>
          <a:bodyPr wrap="square" lIns="0" tIns="0" rIns="0" bIns="0" rtlCol="0">
            <a:spAutoFit/>
          </a:bodyPr>
          <a:lstStyle/>
          <a:p>
            <a:pPr algn="r"/>
            <a:r>
              <a:rPr lang="de-CH" sz="400" spc="40" baseline="0" noProof="0">
                <a:solidFill>
                  <a:schemeClr val="bg1">
                    <a:lumMod val="85000"/>
                  </a:schemeClr>
                </a:solidFill>
              </a:rPr>
              <a:t>Erstellt durch Vorlagenbauer.ch</a:t>
            </a:r>
          </a:p>
        </p:txBody>
      </p:sp>
      <p:cxnSp>
        <p:nvCxnSpPr>
          <p:cNvPr id="11" name="Gerader Verbinder 10">
            <a:extLst>
              <a:ext uri="{FF2B5EF4-FFF2-40B4-BE49-F238E27FC236}">
                <a16:creationId xmlns:a16="http://schemas.microsoft.com/office/drawing/2014/main" id="{D0F7A25C-6B57-E378-A273-BBFF709DB255}"/>
              </a:ext>
            </a:extLst>
          </p:cNvPr>
          <p:cNvCxnSpPr>
            <a:cxnSpLocks/>
          </p:cNvCxnSpPr>
          <p:nvPr userDrawn="1"/>
        </p:nvCxnSpPr>
        <p:spPr>
          <a:xfrm>
            <a:off x="11703099"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428D97A1-67D4-8BCE-2C75-BEA0093CDA16}"/>
              </a:ext>
            </a:extLst>
          </p:cNvPr>
          <p:cNvSpPr txBox="1"/>
          <p:nvPr userDrawn="1"/>
        </p:nvSpPr>
        <p:spPr>
          <a:xfrm>
            <a:off x="269875" y="6424761"/>
            <a:ext cx="1060992" cy="150811"/>
          </a:xfrm>
          <a:prstGeom prst="rect">
            <a:avLst/>
          </a:prstGeom>
          <a:noFill/>
        </p:spPr>
        <p:txBody>
          <a:bodyPr wrap="square" lIns="0" tIns="0" rIns="0" bIns="0" rtlCol="0">
            <a:spAutoFit/>
          </a:bodyPr>
          <a:lstStyle/>
          <a:p>
            <a:r>
              <a:rPr lang="en-GB" sz="1000" b="1" noProof="0" dirty="0">
                <a:latin typeface="Source Sans Pro SemiBold" panose="020B0603030403020204" pitchFamily="34" charset="0"/>
              </a:rPr>
              <a:t>University of Zurich</a:t>
            </a:r>
          </a:p>
        </p:txBody>
      </p:sp>
      <p:cxnSp>
        <p:nvCxnSpPr>
          <p:cNvPr id="13" name="Gerader Verbinder 12">
            <a:extLst>
              <a:ext uri="{FF2B5EF4-FFF2-40B4-BE49-F238E27FC236}">
                <a16:creationId xmlns:a16="http://schemas.microsoft.com/office/drawing/2014/main" id="{B7B29EB8-D7DC-4128-6431-E45C30786CE8}"/>
              </a:ext>
            </a:extLst>
          </p:cNvPr>
          <p:cNvCxnSpPr>
            <a:cxnSpLocks/>
          </p:cNvCxnSpPr>
          <p:nvPr userDrawn="1"/>
        </p:nvCxnSpPr>
        <p:spPr>
          <a:xfrm>
            <a:off x="1418938"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1663896"/>
      </p:ext>
    </p:extLst>
  </p:cSld>
  <p:clrMap bg1="lt1" tx1="dk1" bg2="lt2" tx2="dk2" accent1="accent1" accent2="accent2" accent3="accent3" accent4="accent4" accent5="accent5" accent6="accent6" hlink="hlink" folHlink="folHlink"/>
  <p:sldLayoutIdLst>
    <p:sldLayoutId id="2147483666" r:id="rId1"/>
    <p:sldLayoutId id="2147483658" r:id="rId2"/>
    <p:sldLayoutId id="2147483667" r:id="rId3"/>
    <p:sldLayoutId id="2147483683" r:id="rId4"/>
    <p:sldLayoutId id="2147483696" r:id="rId5"/>
    <p:sldLayoutId id="2147483695" r:id="rId6"/>
    <p:sldLayoutId id="2147483659" r:id="rId7"/>
    <p:sldLayoutId id="2147483669" r:id="rId8"/>
    <p:sldLayoutId id="2147483661" r:id="rId9"/>
    <p:sldLayoutId id="2147483674" r:id="rId10"/>
    <p:sldLayoutId id="2147483697" r:id="rId11"/>
    <p:sldLayoutId id="2147483675" r:id="rId12"/>
    <p:sldLayoutId id="2147483698" r:id="rId13"/>
    <p:sldLayoutId id="2147483671" r:id="rId14"/>
    <p:sldLayoutId id="2147483682" r:id="rId15"/>
    <p:sldLayoutId id="2147483684" r:id="rId16"/>
    <p:sldLayoutId id="2147483677" r:id="rId17"/>
    <p:sldLayoutId id="2147483672" r:id="rId18"/>
    <p:sldLayoutId id="2147483679" r:id="rId19"/>
    <p:sldLayoutId id="2147483685" r:id="rId20"/>
    <p:sldLayoutId id="2147483680" r:id="rId21"/>
    <p:sldLayoutId id="2147483681" r:id="rId22"/>
    <p:sldLayoutId id="2147483686" r:id="rId23"/>
    <p:sldLayoutId id="2147483687" r:id="rId24"/>
    <p:sldLayoutId id="2147483691" r:id="rId25"/>
    <p:sldLayoutId id="2147483690" r:id="rId26"/>
    <p:sldLayoutId id="2147483699" r:id="rId27"/>
    <p:sldLayoutId id="2147483688" r:id="rId28"/>
    <p:sldLayoutId id="2147483692" r:id="rId29"/>
    <p:sldLayoutId id="2147483670" r:id="rId30"/>
    <p:sldLayoutId id="2147483700" r:id="rId31"/>
    <p:sldLayoutId id="2147483678" r:id="rId32"/>
    <p:sldLayoutId id="2147483693" r:id="rId33"/>
    <p:sldLayoutId id="2147483663" r:id="rId34"/>
    <p:sldLayoutId id="2147483664" r:id="rId35"/>
  </p:sldLayoutIdLst>
  <p:hf hdr="0" dt="0"/>
  <p:txStyles>
    <p:titleStyle>
      <a:lvl1pPr algn="l" defTabSz="914400" rtl="0" eaLnBrk="1" latinLnBrk="0" hangingPunct="1">
        <a:lnSpc>
          <a:spcPct val="97000"/>
        </a:lnSpc>
        <a:spcBef>
          <a:spcPct val="0"/>
        </a:spcBef>
        <a:buNone/>
        <a:defRPr sz="2400" b="1" kern="1200" spc="0" baseline="0">
          <a:solidFill>
            <a:schemeClr val="tx1"/>
          </a:solidFill>
          <a:latin typeface="+mj-lt"/>
          <a:ea typeface="+mj-ea"/>
          <a:cs typeface="+mj-cs"/>
        </a:defRPr>
      </a:lvl1pPr>
    </p:titleStyle>
    <p:bodyStyle>
      <a:lvl1pPr marL="0" indent="0" algn="l" defTabSz="914400" rtl="0" eaLnBrk="1" latinLnBrk="0" hangingPunct="1">
        <a:lnSpc>
          <a:spcPct val="103000"/>
        </a:lnSpc>
        <a:spcBef>
          <a:spcPts val="0"/>
        </a:spcBef>
        <a:buFont typeface="+mj-lt"/>
        <a:buNone/>
        <a:defRPr sz="1600" kern="1200" spc="0" baseline="0">
          <a:solidFill>
            <a:schemeClr val="tx1"/>
          </a:solidFill>
          <a:latin typeface="+mn-lt"/>
          <a:ea typeface="+mn-ea"/>
          <a:cs typeface="+mn-cs"/>
        </a:defRPr>
      </a:lvl1pPr>
      <a:lvl2pPr marL="226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2pPr>
      <a:lvl3pPr marL="658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3pPr>
      <a:lvl4pPr marL="1090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4pPr>
      <a:lvl5pPr marL="1522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A4A3A4"/>
          </p15:clr>
        </p15:guide>
        <p15:guide id="2" pos="7510" userDrawn="1">
          <p15:clr>
            <a:srgbClr val="A4A3A4"/>
          </p15:clr>
        </p15:guide>
        <p15:guide id="3" orient="horz" pos="3921" userDrawn="1">
          <p15:clr>
            <a:srgbClr val="A4A3A4"/>
          </p15:clr>
        </p15:guide>
        <p15:guide id="4" orient="horz" pos="546" userDrawn="1">
          <p15:clr>
            <a:srgbClr val="A4A3A4"/>
          </p15:clr>
        </p15:guide>
        <p15:guide id="6" orient="horz" pos="172" userDrawn="1">
          <p15:clr>
            <a:srgbClr val="A4A3A4"/>
          </p15:clr>
        </p15:guide>
        <p15:guide id="7" orient="horz" pos="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customXml" Target="../ink/ink2.xml"/><Relationship Id="rId5" Type="http://schemas.openxmlformats.org/officeDocument/2006/relationships/image" Target="../media/image5.png"/><Relationship Id="rId4" Type="http://schemas.openxmlformats.org/officeDocument/2006/relationships/customXml" Target="../ink/ink1.xml"/><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hyperlink" Target="https://www.msys2.org/"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0C6B5B82-CC2A-6D00-1F19-2CE5ACFBFFF2}"/>
              </a:ext>
            </a:extLst>
          </p:cNvPr>
          <p:cNvSpPr>
            <a:spLocks noGrp="1"/>
          </p:cNvSpPr>
          <p:nvPr>
            <p:ph type="body" sz="quarter" idx="14"/>
          </p:nvPr>
        </p:nvSpPr>
        <p:spPr/>
        <p:txBody>
          <a:bodyPr/>
          <a:lstStyle/>
          <a:p>
            <a:r>
              <a:rPr lang="de-DE" b="1" dirty="0"/>
              <a:t>Department of informatics</a:t>
            </a:r>
          </a:p>
        </p:txBody>
      </p:sp>
      <p:sp>
        <p:nvSpPr>
          <p:cNvPr id="4" name="Textplatzhalter 3">
            <a:extLst>
              <a:ext uri="{FF2B5EF4-FFF2-40B4-BE49-F238E27FC236}">
                <a16:creationId xmlns:a16="http://schemas.microsoft.com/office/drawing/2014/main" id="{33954A1B-BB1F-1482-3D90-E762B4C65B27}"/>
              </a:ext>
            </a:extLst>
          </p:cNvPr>
          <p:cNvSpPr>
            <a:spLocks noGrp="1"/>
          </p:cNvSpPr>
          <p:nvPr>
            <p:ph type="body" sz="quarter" idx="15"/>
          </p:nvPr>
        </p:nvSpPr>
        <p:spPr>
          <a:xfrm>
            <a:off x="1" y="2440388"/>
            <a:ext cx="2918349" cy="1763716"/>
          </a:xfrm>
        </p:spPr>
        <p:txBody>
          <a:bodyPr/>
          <a:lstStyle/>
          <a:p>
            <a:r>
              <a:rPr lang="en-GB" noProof="0" dirty="0"/>
              <a:t>Informatics II</a:t>
            </a:r>
          </a:p>
          <a:p>
            <a:pPr lvl="1"/>
            <a:r>
              <a:rPr lang="en-GB" dirty="0"/>
              <a:t>Exercise 0</a:t>
            </a:r>
            <a:endParaRPr lang="en-GB" noProof="0" dirty="0"/>
          </a:p>
          <a:p>
            <a:pPr lvl="2"/>
            <a:r>
              <a:rPr lang="en-GB" dirty="0"/>
              <a:t>Grgic Anto</a:t>
            </a:r>
            <a:br>
              <a:rPr lang="en-GB" noProof="0" dirty="0"/>
            </a:br>
            <a:endParaRPr lang="en-GB" noProof="0" dirty="0"/>
          </a:p>
        </p:txBody>
      </p:sp>
      <p:sp>
        <p:nvSpPr>
          <p:cNvPr id="5" name="Footer Placeholder 4">
            <a:extLst>
              <a:ext uri="{FF2B5EF4-FFF2-40B4-BE49-F238E27FC236}">
                <a16:creationId xmlns:a16="http://schemas.microsoft.com/office/drawing/2014/main" id="{57989836-3FC1-2E7C-818B-1F3193092DFC}"/>
              </a:ext>
            </a:extLst>
          </p:cNvPr>
          <p:cNvSpPr>
            <a:spLocks noGrp="1"/>
          </p:cNvSpPr>
          <p:nvPr>
            <p:ph type="ftr" sz="quarter" idx="11"/>
          </p:nvPr>
        </p:nvSpPr>
        <p:spPr/>
        <p:txBody>
          <a:bodyPr/>
          <a:lstStyle/>
          <a:p>
            <a:r>
              <a:rPr lang="en-GB" noProof="0"/>
              <a:t>Grgic Anto</a:t>
            </a:r>
            <a:endParaRPr lang="en-GB" noProof="0" dirty="0"/>
          </a:p>
        </p:txBody>
      </p:sp>
      <p:sp>
        <p:nvSpPr>
          <p:cNvPr id="6" name="Slide Number Placeholder 5">
            <a:extLst>
              <a:ext uri="{FF2B5EF4-FFF2-40B4-BE49-F238E27FC236}">
                <a16:creationId xmlns:a16="http://schemas.microsoft.com/office/drawing/2014/main" id="{537D6D0C-2C7A-C50E-F3BF-13FABE8C8F42}"/>
              </a:ext>
            </a:extLst>
          </p:cNvPr>
          <p:cNvSpPr>
            <a:spLocks noGrp="1"/>
          </p:cNvSpPr>
          <p:nvPr>
            <p:ph type="sldNum" sz="quarter" idx="12"/>
          </p:nvPr>
        </p:nvSpPr>
        <p:spPr/>
        <p:txBody>
          <a:bodyPr/>
          <a:lstStyle/>
          <a:p>
            <a:r>
              <a:rPr lang="en-GB" noProof="0"/>
              <a:t> </a:t>
            </a:r>
            <a:endParaRPr lang="en-GB" noProof="0" dirty="0"/>
          </a:p>
        </p:txBody>
      </p:sp>
    </p:spTree>
    <p:extLst>
      <p:ext uri="{BB962C8B-B14F-4D97-AF65-F5344CB8AC3E}">
        <p14:creationId xmlns:p14="http://schemas.microsoft.com/office/powerpoint/2010/main" val="3702509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B64101-747A-FDF3-6216-556138BEE44E}"/>
              </a:ext>
            </a:extLst>
          </p:cNvPr>
          <p:cNvSpPr>
            <a:spLocks noGrp="1"/>
          </p:cNvSpPr>
          <p:nvPr>
            <p:ph type="title"/>
          </p:nvPr>
        </p:nvSpPr>
        <p:spPr/>
        <p:txBody>
          <a:bodyPr/>
          <a:lstStyle/>
          <a:p>
            <a:r>
              <a:rPr lang="en-GB" dirty="0"/>
              <a:t>Schedule</a:t>
            </a:r>
          </a:p>
        </p:txBody>
      </p:sp>
      <p:sp>
        <p:nvSpPr>
          <p:cNvPr id="5" name="Fußzeilenplatzhalter 4">
            <a:extLst>
              <a:ext uri="{FF2B5EF4-FFF2-40B4-BE49-F238E27FC236}">
                <a16:creationId xmlns:a16="http://schemas.microsoft.com/office/drawing/2014/main" id="{9AD68213-3F0E-AB01-62E0-3DA580E38971}"/>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62C99E1E-111F-88ED-C5C0-6A47829CE1F3}"/>
              </a:ext>
            </a:extLst>
          </p:cNvPr>
          <p:cNvSpPr>
            <a:spLocks noGrp="1"/>
          </p:cNvSpPr>
          <p:nvPr>
            <p:ph type="sldNum" sz="quarter" idx="12"/>
          </p:nvPr>
        </p:nvSpPr>
        <p:spPr/>
        <p:txBody>
          <a:bodyPr/>
          <a:lstStyle/>
          <a:p>
            <a:fld id="{442AD375-037F-43D0-B059-5172DA06796A}" type="slidenum">
              <a:rPr lang="en-GB" smtClean="0"/>
              <a:pPr/>
              <a:t>2</a:t>
            </a:fld>
            <a:endParaRPr lang="en-GB" dirty="0"/>
          </a:p>
        </p:txBody>
      </p:sp>
      <p:graphicFrame>
        <p:nvGraphicFramePr>
          <p:cNvPr id="11" name="Content Placeholder 10">
            <a:extLst>
              <a:ext uri="{FF2B5EF4-FFF2-40B4-BE49-F238E27FC236}">
                <a16:creationId xmlns:a16="http://schemas.microsoft.com/office/drawing/2014/main" id="{15946ECE-37E8-8B2E-C2FE-8429FF534DEB}"/>
              </a:ext>
            </a:extLst>
          </p:cNvPr>
          <p:cNvGraphicFramePr>
            <a:graphicFrameLocks noGrp="1"/>
          </p:cNvGraphicFramePr>
          <p:nvPr>
            <p:ph idx="1"/>
            <p:extLst>
              <p:ext uri="{D42A27DB-BD31-4B8C-83A1-F6EECF244321}">
                <p14:modId xmlns:p14="http://schemas.microsoft.com/office/powerpoint/2010/main" val="3310141573"/>
              </p:ext>
            </p:extLst>
          </p:nvPr>
        </p:nvGraphicFramePr>
        <p:xfrm>
          <a:off x="267738" y="628381"/>
          <a:ext cx="7017034" cy="5601237"/>
        </p:xfrm>
        <a:graphic>
          <a:graphicData uri="http://schemas.openxmlformats.org/drawingml/2006/table">
            <a:tbl>
              <a:tblPr firstRow="1" bandRow="1">
                <a:tableStyleId>{5C22544A-7EE6-4342-B048-85BDC9FD1C3A}</a:tableStyleId>
              </a:tblPr>
              <a:tblGrid>
                <a:gridCol w="953770">
                  <a:extLst>
                    <a:ext uri="{9D8B030D-6E8A-4147-A177-3AD203B41FA5}">
                      <a16:colId xmlns:a16="http://schemas.microsoft.com/office/drawing/2014/main" val="81376604"/>
                    </a:ext>
                  </a:extLst>
                </a:gridCol>
                <a:gridCol w="6063264">
                  <a:extLst>
                    <a:ext uri="{9D8B030D-6E8A-4147-A177-3AD203B41FA5}">
                      <a16:colId xmlns:a16="http://schemas.microsoft.com/office/drawing/2014/main" val="4262007096"/>
                    </a:ext>
                  </a:extLst>
                </a:gridCol>
              </a:tblGrid>
              <a:tr h="0">
                <a:tc>
                  <a:txBody>
                    <a:bodyPr/>
                    <a:lstStyle/>
                    <a:p>
                      <a:r>
                        <a:rPr lang="en-US" dirty="0"/>
                        <a:t>Date</a:t>
                      </a:r>
                      <a:endParaRPr lang="en-CH" dirty="0"/>
                    </a:p>
                  </a:txBody>
                  <a:tcPr/>
                </a:tc>
                <a:tc>
                  <a:txBody>
                    <a:bodyPr/>
                    <a:lstStyle/>
                    <a:p>
                      <a:r>
                        <a:rPr lang="en-US" dirty="0"/>
                        <a:t>Topic</a:t>
                      </a:r>
                      <a:endParaRPr lang="en-CH" dirty="0"/>
                    </a:p>
                  </a:txBody>
                  <a:tcPr/>
                </a:tc>
                <a:extLst>
                  <a:ext uri="{0D108BD9-81ED-4DB2-BD59-A6C34878D82A}">
                    <a16:rowId xmlns:a16="http://schemas.microsoft.com/office/drawing/2014/main" val="744593030"/>
                  </a:ext>
                </a:extLst>
              </a:tr>
              <a:tr h="376489">
                <a:tc>
                  <a:txBody>
                    <a:bodyPr/>
                    <a:lstStyle/>
                    <a:p>
                      <a:pPr algn="l"/>
                      <a:r>
                        <a:rPr lang="en-US" dirty="0"/>
                        <a:t>27. Feb</a:t>
                      </a:r>
                      <a:endParaRPr lang="en-CH" dirty="0"/>
                    </a:p>
                  </a:txBody>
                  <a:tcPr/>
                </a:tc>
                <a:tc>
                  <a:txBody>
                    <a:bodyPr/>
                    <a:lstStyle/>
                    <a:p>
                      <a:pPr algn="l" fontAlgn="ctr">
                        <a:buNone/>
                      </a:pPr>
                      <a:r>
                        <a:rPr lang="de-CH" dirty="0">
                          <a:effectLst/>
                        </a:rPr>
                        <a:t> C environment</a:t>
                      </a:r>
                    </a:p>
                  </a:txBody>
                  <a:tcPr marL="0" marR="0" marT="0" marB="0" anchor="ctr"/>
                </a:tc>
                <a:extLst>
                  <a:ext uri="{0D108BD9-81ED-4DB2-BD59-A6C34878D82A}">
                    <a16:rowId xmlns:a16="http://schemas.microsoft.com/office/drawing/2014/main" val="965701312"/>
                  </a:ext>
                </a:extLst>
              </a:tr>
              <a:tr h="376489">
                <a:tc>
                  <a:txBody>
                    <a:bodyPr/>
                    <a:lstStyle/>
                    <a:p>
                      <a:pPr algn="l"/>
                      <a:r>
                        <a:rPr lang="en-US" dirty="0"/>
                        <a:t>06. Mar</a:t>
                      </a:r>
                      <a:endParaRPr lang="en-CH" dirty="0"/>
                    </a:p>
                  </a:txBody>
                  <a:tcPr/>
                </a:tc>
                <a:tc>
                  <a:txBody>
                    <a:bodyPr/>
                    <a:lstStyle/>
                    <a:p>
                      <a:pPr algn="l" fontAlgn="ctr">
                        <a:buNone/>
                      </a:pPr>
                      <a:r>
                        <a:rPr lang="en-US" dirty="0">
                          <a:effectLst/>
                        </a:rPr>
                        <a:t> Ex1(Introduction to C, basic sorting)</a:t>
                      </a:r>
                    </a:p>
                  </a:txBody>
                  <a:tcPr marL="0" marR="0" marT="0" marB="0" anchor="ctr"/>
                </a:tc>
                <a:extLst>
                  <a:ext uri="{0D108BD9-81ED-4DB2-BD59-A6C34878D82A}">
                    <a16:rowId xmlns:a16="http://schemas.microsoft.com/office/drawing/2014/main" val="2663348291"/>
                  </a:ext>
                </a:extLst>
              </a:tr>
              <a:tr h="376489">
                <a:tc>
                  <a:txBody>
                    <a:bodyPr/>
                    <a:lstStyle/>
                    <a:p>
                      <a:r>
                        <a:rPr lang="en-US" dirty="0"/>
                        <a:t>13. Mar</a:t>
                      </a:r>
                      <a:endParaRPr lang="en-CH" dirty="0"/>
                    </a:p>
                  </a:txBody>
                  <a:tcPr/>
                </a:tc>
                <a:tc>
                  <a:txBody>
                    <a:bodyPr/>
                    <a:lstStyle/>
                    <a:p>
                      <a:pPr algn="l" fontAlgn="ctr">
                        <a:buNone/>
                      </a:pPr>
                      <a:r>
                        <a:rPr lang="de-CH" dirty="0">
                          <a:effectLst/>
                        </a:rPr>
                        <a:t> Ex2 (Recursion)</a:t>
                      </a:r>
                    </a:p>
                  </a:txBody>
                  <a:tcPr marL="0" marR="0" marT="0" marB="0" anchor="ctr"/>
                </a:tc>
                <a:extLst>
                  <a:ext uri="{0D108BD9-81ED-4DB2-BD59-A6C34878D82A}">
                    <a16:rowId xmlns:a16="http://schemas.microsoft.com/office/drawing/2014/main" val="1101401354"/>
                  </a:ext>
                </a:extLst>
              </a:tr>
              <a:tr h="376489">
                <a:tc>
                  <a:txBody>
                    <a:bodyPr/>
                    <a:lstStyle/>
                    <a:p>
                      <a:r>
                        <a:rPr lang="en-US" dirty="0"/>
                        <a:t>20. Mar</a:t>
                      </a:r>
                      <a:endParaRPr lang="en-CH" dirty="0"/>
                    </a:p>
                  </a:txBody>
                  <a:tcPr/>
                </a:tc>
                <a:tc>
                  <a:txBody>
                    <a:bodyPr/>
                    <a:lstStyle/>
                    <a:p>
                      <a:pPr algn="l" fontAlgn="ctr">
                        <a:buNone/>
                      </a:pPr>
                      <a:r>
                        <a:rPr lang="de-CH" dirty="0">
                          <a:effectLst/>
                        </a:rPr>
                        <a:t> Ex3 (Complexity, Correctness)</a:t>
                      </a:r>
                    </a:p>
                  </a:txBody>
                  <a:tcPr marL="0" marR="0" marT="0" marB="0" anchor="ctr"/>
                </a:tc>
                <a:extLst>
                  <a:ext uri="{0D108BD9-81ED-4DB2-BD59-A6C34878D82A}">
                    <a16:rowId xmlns:a16="http://schemas.microsoft.com/office/drawing/2014/main" val="333241329"/>
                  </a:ext>
                </a:extLst>
              </a:tr>
              <a:tr h="376489">
                <a:tc>
                  <a:txBody>
                    <a:bodyPr/>
                    <a:lstStyle/>
                    <a:p>
                      <a:r>
                        <a:rPr lang="en-US" dirty="0"/>
                        <a:t>27. Mar</a:t>
                      </a:r>
                      <a:endParaRPr lang="en-CH" dirty="0"/>
                    </a:p>
                  </a:txBody>
                  <a:tcPr/>
                </a:tc>
                <a:tc>
                  <a:txBody>
                    <a:bodyPr/>
                    <a:lstStyle/>
                    <a:p>
                      <a:pPr algn="l" fontAlgn="ctr">
                        <a:buNone/>
                      </a:pPr>
                      <a:r>
                        <a:rPr lang="de-CH" dirty="0">
                          <a:effectLst/>
                        </a:rPr>
                        <a:t> Ex4 (Divide and Conquer, Recurrence)</a:t>
                      </a:r>
                    </a:p>
                  </a:txBody>
                  <a:tcPr marL="0" marR="0" marT="0" marB="0" anchor="ctr"/>
                </a:tc>
                <a:extLst>
                  <a:ext uri="{0D108BD9-81ED-4DB2-BD59-A6C34878D82A}">
                    <a16:rowId xmlns:a16="http://schemas.microsoft.com/office/drawing/2014/main" val="2141914963"/>
                  </a:ext>
                </a:extLst>
              </a:tr>
              <a:tr h="376489">
                <a:tc>
                  <a:txBody>
                    <a:bodyPr/>
                    <a:lstStyle/>
                    <a:p>
                      <a:pPr algn="ctr"/>
                      <a:r>
                        <a:rPr lang="en-US" dirty="0">
                          <a:solidFill>
                            <a:srgbClr val="FF0000"/>
                          </a:solidFill>
                        </a:rPr>
                        <a:t>03. Apr</a:t>
                      </a:r>
                      <a:endParaRPr lang="en-CH" dirty="0">
                        <a:solidFill>
                          <a:srgbClr val="FF0000"/>
                        </a:solidFill>
                      </a:endParaRPr>
                    </a:p>
                  </a:txBody>
                  <a:tcPr/>
                </a:tc>
                <a:tc>
                  <a:txBody>
                    <a:bodyPr/>
                    <a:lstStyle/>
                    <a:p>
                      <a:pPr algn="ctr"/>
                      <a:r>
                        <a:rPr lang="en-US" dirty="0">
                          <a:solidFill>
                            <a:srgbClr val="FF0000"/>
                          </a:solidFill>
                        </a:rPr>
                        <a:t>NO LAB (Please attend another class) – Spring break</a:t>
                      </a:r>
                      <a:endParaRPr lang="en-CH" dirty="0">
                        <a:solidFill>
                          <a:srgbClr val="FF0000"/>
                        </a:solidFill>
                      </a:endParaRPr>
                    </a:p>
                  </a:txBody>
                  <a:tcPr/>
                </a:tc>
                <a:extLst>
                  <a:ext uri="{0D108BD9-81ED-4DB2-BD59-A6C34878D82A}">
                    <a16:rowId xmlns:a16="http://schemas.microsoft.com/office/drawing/2014/main" val="326374339"/>
                  </a:ext>
                </a:extLst>
              </a:tr>
              <a:tr h="376489">
                <a:tc>
                  <a:txBody>
                    <a:bodyPr/>
                    <a:lstStyle/>
                    <a:p>
                      <a:r>
                        <a:rPr lang="en-US" dirty="0"/>
                        <a:t>17. Apr</a:t>
                      </a:r>
                      <a:endParaRPr lang="en-CH" dirty="0"/>
                    </a:p>
                  </a:txBody>
                  <a:tcPr/>
                </a:tc>
                <a:tc>
                  <a:txBody>
                    <a:bodyPr/>
                    <a:lstStyle/>
                    <a:p>
                      <a:pPr algn="l" fontAlgn="ctr">
                        <a:buNone/>
                      </a:pPr>
                      <a:r>
                        <a:rPr lang="de-CH" dirty="0">
                          <a:effectLst/>
                        </a:rPr>
                        <a:t> Ex6 (Pointers, Linked Lists)</a:t>
                      </a:r>
                    </a:p>
                  </a:txBody>
                  <a:tcPr marL="0" marR="0" marT="0" marB="0" anchor="ctr"/>
                </a:tc>
                <a:extLst>
                  <a:ext uri="{0D108BD9-81ED-4DB2-BD59-A6C34878D82A}">
                    <a16:rowId xmlns:a16="http://schemas.microsoft.com/office/drawing/2014/main" val="478196130"/>
                  </a:ext>
                </a:extLst>
              </a:tr>
              <a:tr h="376489">
                <a:tc>
                  <a:txBody>
                    <a:bodyPr/>
                    <a:lstStyle/>
                    <a:p>
                      <a:r>
                        <a:rPr lang="en-US" dirty="0"/>
                        <a:t>24. Apr</a:t>
                      </a:r>
                      <a:endParaRPr lang="en-CH" dirty="0"/>
                    </a:p>
                  </a:txBody>
                  <a:tcPr/>
                </a:tc>
                <a:tc>
                  <a:txBody>
                    <a:bodyPr/>
                    <a:lstStyle/>
                    <a:p>
                      <a:pPr algn="l" fontAlgn="ctr">
                        <a:buNone/>
                      </a:pPr>
                      <a:r>
                        <a:rPr lang="de-CH" dirty="0">
                          <a:effectLst/>
                        </a:rPr>
                        <a:t> Ex7(ADTs, Stacks, Queues)</a:t>
                      </a:r>
                    </a:p>
                  </a:txBody>
                  <a:tcPr marL="0" marR="0" marT="0" marB="0" anchor="ctr"/>
                </a:tc>
                <a:extLst>
                  <a:ext uri="{0D108BD9-81ED-4DB2-BD59-A6C34878D82A}">
                    <a16:rowId xmlns:a16="http://schemas.microsoft.com/office/drawing/2014/main" val="3010450074"/>
                  </a:ext>
                </a:extLst>
              </a:tr>
              <a:tr h="376489">
                <a:tc>
                  <a:txBody>
                    <a:bodyPr/>
                    <a:lstStyle/>
                    <a:p>
                      <a:pPr algn="ctr"/>
                      <a:r>
                        <a:rPr lang="en-US" dirty="0">
                          <a:solidFill>
                            <a:srgbClr val="FF0000"/>
                          </a:solidFill>
                        </a:rPr>
                        <a:t>01. May</a:t>
                      </a:r>
                      <a:endParaRPr lang="en-CH" dirty="0">
                        <a:solidFill>
                          <a:srgbClr val="FF0000"/>
                        </a:solidFill>
                      </a:endParaRPr>
                    </a:p>
                  </a:txBody>
                  <a:tcPr/>
                </a:tc>
                <a:tc>
                  <a:txBody>
                    <a:bodyPr/>
                    <a:lstStyle/>
                    <a:p>
                      <a:pPr algn="ctr"/>
                      <a:r>
                        <a:rPr lang="en-US" dirty="0">
                          <a:solidFill>
                            <a:srgbClr val="FF0000"/>
                          </a:solidFill>
                        </a:rPr>
                        <a:t>NO LAB (Please attend another class) – Labor day</a:t>
                      </a:r>
                      <a:endParaRPr lang="en-CH" dirty="0">
                        <a:solidFill>
                          <a:srgbClr val="FF0000"/>
                        </a:solidFill>
                      </a:endParaRPr>
                    </a:p>
                  </a:txBody>
                  <a:tcPr marL="0" marR="0" marT="0" marB="0" anchor="ctr"/>
                </a:tc>
                <a:extLst>
                  <a:ext uri="{0D108BD9-81ED-4DB2-BD59-A6C34878D82A}">
                    <a16:rowId xmlns:a16="http://schemas.microsoft.com/office/drawing/2014/main" val="1376440526"/>
                  </a:ext>
                </a:extLst>
              </a:tr>
              <a:tr h="376489">
                <a:tc>
                  <a:txBody>
                    <a:bodyPr/>
                    <a:lstStyle/>
                    <a:p>
                      <a:pPr marL="0" indent="0" algn="l">
                        <a:buNone/>
                      </a:pPr>
                      <a:r>
                        <a:rPr lang="en-US" dirty="0"/>
                        <a:t>08. May</a:t>
                      </a:r>
                      <a:endParaRPr lang="en-CH" dirty="0"/>
                    </a:p>
                  </a:txBody>
                  <a:tcPr/>
                </a:tc>
                <a:tc>
                  <a:txBody>
                    <a:bodyPr/>
                    <a:lstStyle/>
                    <a:p>
                      <a:pPr algn="l" fontAlgn="ctr">
                        <a:buNone/>
                      </a:pPr>
                      <a:r>
                        <a:rPr lang="de-CH" dirty="0">
                          <a:effectLst/>
                        </a:rPr>
                        <a:t> Ex9 (Hash Tables)</a:t>
                      </a:r>
                    </a:p>
                  </a:txBody>
                  <a:tcPr marL="0" marR="0" marT="0" marB="0" anchor="ctr"/>
                </a:tc>
                <a:extLst>
                  <a:ext uri="{0D108BD9-81ED-4DB2-BD59-A6C34878D82A}">
                    <a16:rowId xmlns:a16="http://schemas.microsoft.com/office/drawing/2014/main" val="4138458159"/>
                  </a:ext>
                </a:extLst>
              </a:tr>
              <a:tr h="376489">
                <a:tc>
                  <a:txBody>
                    <a:bodyPr/>
                    <a:lstStyle/>
                    <a:p>
                      <a:r>
                        <a:rPr lang="en-US" dirty="0"/>
                        <a:t>15. May</a:t>
                      </a:r>
                      <a:endParaRPr lang="en-CH" dirty="0"/>
                    </a:p>
                  </a:txBody>
                  <a:tcPr/>
                </a:tc>
                <a:tc>
                  <a:txBody>
                    <a:bodyPr/>
                    <a:lstStyle/>
                    <a:p>
                      <a:pPr algn="l" fontAlgn="ctr">
                        <a:buNone/>
                      </a:pPr>
                      <a:r>
                        <a:rPr lang="de-CH" dirty="0">
                          <a:effectLst/>
                        </a:rPr>
                        <a:t> Ex10 (Dynamic Programming)</a:t>
                      </a:r>
                    </a:p>
                  </a:txBody>
                  <a:tcPr marL="0" marR="0" marT="0" marB="0" anchor="ctr"/>
                </a:tc>
                <a:extLst>
                  <a:ext uri="{0D108BD9-81ED-4DB2-BD59-A6C34878D82A}">
                    <a16:rowId xmlns:a16="http://schemas.microsoft.com/office/drawing/2014/main" val="2524914372"/>
                  </a:ext>
                </a:extLst>
              </a:tr>
              <a:tr h="376489">
                <a:tc>
                  <a:txBody>
                    <a:bodyPr/>
                    <a:lstStyle/>
                    <a:p>
                      <a:r>
                        <a:rPr lang="en-US" dirty="0"/>
                        <a:t>22. May</a:t>
                      </a:r>
                      <a:endParaRPr lang="en-CH" dirty="0"/>
                    </a:p>
                  </a:txBody>
                  <a:tcPr/>
                </a:tc>
                <a:tc>
                  <a:txBody>
                    <a:bodyPr/>
                    <a:lstStyle/>
                    <a:p>
                      <a:pPr algn="l" fontAlgn="ctr">
                        <a:buNone/>
                      </a:pPr>
                      <a:r>
                        <a:rPr lang="de-CH" dirty="0">
                          <a:effectLst/>
                        </a:rPr>
                        <a:t> Ex11 (Graphs)</a:t>
                      </a:r>
                    </a:p>
                  </a:txBody>
                  <a:tcPr marL="0" marR="0" marT="0" marB="0" anchor="ctr"/>
                </a:tc>
                <a:extLst>
                  <a:ext uri="{0D108BD9-81ED-4DB2-BD59-A6C34878D82A}">
                    <a16:rowId xmlns:a16="http://schemas.microsoft.com/office/drawing/2014/main" val="2690365515"/>
                  </a:ext>
                </a:extLst>
              </a:tr>
              <a:tr h="376489">
                <a:tc>
                  <a:txBody>
                    <a:bodyPr/>
                    <a:lstStyle/>
                    <a:p>
                      <a:r>
                        <a:rPr lang="en-US"/>
                        <a:t>29. </a:t>
                      </a:r>
                      <a:r>
                        <a:rPr lang="en-US" dirty="0"/>
                        <a:t>May</a:t>
                      </a:r>
                      <a:endParaRPr lang="en-CH" dirty="0"/>
                    </a:p>
                  </a:txBody>
                  <a:tcPr/>
                </a:tc>
                <a:tc>
                  <a:txBody>
                    <a:bodyPr/>
                    <a:lstStyle/>
                    <a:p>
                      <a:pPr algn="l" fontAlgn="ctr">
                        <a:buNone/>
                      </a:pPr>
                      <a:r>
                        <a:rPr lang="de-CH" dirty="0">
                          <a:effectLst/>
                        </a:rPr>
                        <a:t> Recap</a:t>
                      </a:r>
                    </a:p>
                  </a:txBody>
                  <a:tcPr marL="0" marR="0" marT="0" marB="0" anchor="ctr"/>
                </a:tc>
                <a:extLst>
                  <a:ext uri="{0D108BD9-81ED-4DB2-BD59-A6C34878D82A}">
                    <a16:rowId xmlns:a16="http://schemas.microsoft.com/office/drawing/2014/main" val="1452682003"/>
                  </a:ext>
                </a:extLst>
              </a:tr>
              <a:tr h="376489">
                <a:tc>
                  <a:txBody>
                    <a:bodyPr/>
                    <a:lstStyle/>
                    <a:p>
                      <a:r>
                        <a:rPr lang="en-US" dirty="0"/>
                        <a:t>04. Jun</a:t>
                      </a:r>
                      <a:endParaRPr lang="en-CH" dirty="0"/>
                    </a:p>
                  </a:txBody>
                  <a:tcPr/>
                </a:tc>
                <a:tc>
                  <a:txBody>
                    <a:bodyPr/>
                    <a:lstStyle/>
                    <a:p>
                      <a:pPr algn="l" fontAlgn="ctr">
                        <a:buNone/>
                      </a:pPr>
                      <a:r>
                        <a:rPr lang="de-CH" dirty="0">
                          <a:effectLst/>
                        </a:rPr>
                        <a:t> Exam at Messe 16:00-19:00</a:t>
                      </a:r>
                    </a:p>
                  </a:txBody>
                  <a:tcPr marL="0" marR="0" marT="0" marB="0" anchor="ctr"/>
                </a:tc>
                <a:extLst>
                  <a:ext uri="{0D108BD9-81ED-4DB2-BD59-A6C34878D82A}">
                    <a16:rowId xmlns:a16="http://schemas.microsoft.com/office/drawing/2014/main" val="288087457"/>
                  </a:ext>
                </a:extLst>
              </a:tr>
            </a:tbl>
          </a:graphicData>
        </a:graphic>
      </p:graphicFrame>
      <p:sp>
        <p:nvSpPr>
          <p:cNvPr id="3" name="Titel 1">
            <a:extLst>
              <a:ext uri="{FF2B5EF4-FFF2-40B4-BE49-F238E27FC236}">
                <a16:creationId xmlns:a16="http://schemas.microsoft.com/office/drawing/2014/main" id="{533F822A-25FE-BFBC-F278-B8FAB1C5F4AB}"/>
              </a:ext>
            </a:extLst>
          </p:cNvPr>
          <p:cNvSpPr txBox="1">
            <a:spLocks/>
          </p:cNvSpPr>
          <p:nvPr/>
        </p:nvSpPr>
        <p:spPr>
          <a:xfrm>
            <a:off x="7644382" y="5733256"/>
            <a:ext cx="4248472" cy="3972229"/>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2400" b="1" kern="1200" spc="0" baseline="0">
                <a:solidFill>
                  <a:schemeClr val="tx1"/>
                </a:solidFill>
                <a:latin typeface="+mj-lt"/>
                <a:ea typeface="+mj-ea"/>
                <a:cs typeface="+mj-cs"/>
              </a:defRPr>
            </a:lvl1pPr>
          </a:lstStyle>
          <a:p>
            <a:pPr>
              <a:buFontTx/>
            </a:pPr>
            <a:r>
              <a:rPr lang="en-GB" sz="1800" b="0" dirty="0"/>
              <a:t>*I will always try to finish at least 10-15 min before the official time so you have time to commute to </a:t>
            </a:r>
            <a:r>
              <a:rPr lang="en-GB" sz="1800" b="0" dirty="0" err="1"/>
              <a:t>Irchel</a:t>
            </a:r>
            <a:r>
              <a:rPr lang="en-GB" sz="1800" b="0" dirty="0"/>
              <a:t>.</a:t>
            </a:r>
          </a:p>
        </p:txBody>
      </p:sp>
    </p:spTree>
    <p:extLst>
      <p:ext uri="{BB962C8B-B14F-4D97-AF65-F5344CB8AC3E}">
        <p14:creationId xmlns:p14="http://schemas.microsoft.com/office/powerpoint/2010/main" val="3090098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BD2C3-5E2F-E1E6-04EE-EBFE77F915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781B8BB-6B73-9B23-A354-270952461AB1}"/>
              </a:ext>
            </a:extLst>
          </p:cNvPr>
          <p:cNvSpPr>
            <a:spLocks noGrp="1"/>
          </p:cNvSpPr>
          <p:nvPr>
            <p:ph type="title"/>
          </p:nvPr>
        </p:nvSpPr>
        <p:spPr/>
        <p:txBody>
          <a:bodyPr/>
          <a:lstStyle/>
          <a:p>
            <a:r>
              <a:rPr lang="en-GB" dirty="0"/>
              <a:t>What is Informatics II?</a:t>
            </a:r>
          </a:p>
        </p:txBody>
      </p:sp>
      <p:sp>
        <p:nvSpPr>
          <p:cNvPr id="5" name="Fußzeilenplatzhalter 4">
            <a:extLst>
              <a:ext uri="{FF2B5EF4-FFF2-40B4-BE49-F238E27FC236}">
                <a16:creationId xmlns:a16="http://schemas.microsoft.com/office/drawing/2014/main" id="{4AC1247D-E222-1B27-11ED-70E4B7380CA8}"/>
              </a:ext>
            </a:extLst>
          </p:cNvPr>
          <p:cNvSpPr>
            <a:spLocks noGrp="1"/>
          </p:cNvSpPr>
          <p:nvPr>
            <p:ph type="ftr" sz="quarter" idx="11"/>
          </p:nvPr>
        </p:nvSpPr>
        <p:spPr/>
        <p:txBody>
          <a:bodyPr/>
          <a:lstStyle/>
          <a:p>
            <a:r>
              <a:rPr lang="en-GB" dirty="0"/>
              <a:t>Grgic Anto</a:t>
            </a:r>
          </a:p>
        </p:txBody>
      </p:sp>
      <p:sp>
        <p:nvSpPr>
          <p:cNvPr id="6" name="Foliennummernplatzhalter 5">
            <a:extLst>
              <a:ext uri="{FF2B5EF4-FFF2-40B4-BE49-F238E27FC236}">
                <a16:creationId xmlns:a16="http://schemas.microsoft.com/office/drawing/2014/main" id="{EFD4B134-25FB-98D5-A6F0-5A36036B5BFE}"/>
              </a:ext>
            </a:extLst>
          </p:cNvPr>
          <p:cNvSpPr>
            <a:spLocks noGrp="1"/>
          </p:cNvSpPr>
          <p:nvPr>
            <p:ph type="sldNum" sz="quarter" idx="12"/>
          </p:nvPr>
        </p:nvSpPr>
        <p:spPr/>
        <p:txBody>
          <a:bodyPr/>
          <a:lstStyle/>
          <a:p>
            <a:fld id="{442AD375-037F-43D0-B059-5172DA06796A}" type="slidenum">
              <a:rPr lang="en-GB" smtClean="0"/>
              <a:pPr/>
              <a:t>3</a:t>
            </a:fld>
            <a:endParaRPr lang="en-GB" dirty="0"/>
          </a:p>
        </p:txBody>
      </p:sp>
      <p:sp>
        <p:nvSpPr>
          <p:cNvPr id="4" name="Content Placeholder 3">
            <a:extLst>
              <a:ext uri="{FF2B5EF4-FFF2-40B4-BE49-F238E27FC236}">
                <a16:creationId xmlns:a16="http://schemas.microsoft.com/office/drawing/2014/main" id="{73B6AB8E-B550-0655-4440-FC648CB5100B}"/>
              </a:ext>
            </a:extLst>
          </p:cNvPr>
          <p:cNvSpPr>
            <a:spLocks noGrp="1"/>
          </p:cNvSpPr>
          <p:nvPr>
            <p:ph idx="1"/>
          </p:nvPr>
        </p:nvSpPr>
        <p:spPr>
          <a:xfrm>
            <a:off x="263352" y="870744"/>
            <a:ext cx="11650663" cy="5150545"/>
          </a:xfrm>
        </p:spPr>
        <p:txBody>
          <a:bodyPr/>
          <a:lstStyle/>
          <a:p>
            <a:r>
              <a:rPr lang="en-US" dirty="0"/>
              <a:t>    </a:t>
            </a:r>
            <a:r>
              <a:rPr lang="en-US" b="1" dirty="0">
                <a:solidFill>
                  <a:schemeClr val="accent1">
                    <a:lumMod val="60000"/>
                    <a:lumOff val="40000"/>
                  </a:schemeClr>
                </a:solidFill>
              </a:rPr>
              <a:t>- Very different from Informatics I</a:t>
            </a:r>
          </a:p>
          <a:p>
            <a:pPr lvl="1" indent="0">
              <a:buNone/>
            </a:pPr>
            <a:r>
              <a:rPr lang="en-US" dirty="0"/>
              <a:t>	- It is not a C course.</a:t>
            </a:r>
          </a:p>
          <a:p>
            <a:pPr lvl="1" indent="0">
              <a:buNone/>
            </a:pPr>
            <a:r>
              <a:rPr lang="en-US" dirty="0"/>
              <a:t>	- You are already expected to know the basics of programming (What you learned in informatics I). </a:t>
            </a:r>
          </a:p>
          <a:p>
            <a:pPr lvl="1" indent="0">
              <a:buNone/>
            </a:pPr>
            <a:r>
              <a:rPr lang="en-US" b="1" dirty="0">
                <a:solidFill>
                  <a:schemeClr val="accent1">
                    <a:lumMod val="60000"/>
                    <a:lumOff val="40000"/>
                  </a:schemeClr>
                </a:solidFill>
              </a:rPr>
              <a:t>- You are expected to learn C on your own</a:t>
            </a:r>
          </a:p>
          <a:p>
            <a:pPr lvl="1" indent="0">
              <a:buNone/>
            </a:pPr>
            <a:r>
              <a:rPr lang="en-US" dirty="0"/>
              <a:t>	- There are multiple tools online (</a:t>
            </a:r>
            <a:r>
              <a:rPr lang="en-US" dirty="0" err="1"/>
              <a:t>Youtube</a:t>
            </a:r>
            <a:r>
              <a:rPr lang="en-US" dirty="0"/>
              <a:t> videos, Stack overflow, Forums, AI).</a:t>
            </a:r>
          </a:p>
          <a:p>
            <a:pPr lvl="1" indent="0">
              <a:buNone/>
            </a:pPr>
            <a:r>
              <a:rPr lang="en-US" dirty="0"/>
              <a:t>	- You will learn what you need for the exam by working on the weekly assignments.</a:t>
            </a:r>
          </a:p>
          <a:p>
            <a:pPr lvl="1" indent="0">
              <a:buNone/>
            </a:pPr>
            <a:r>
              <a:rPr lang="en-US" b="1" dirty="0">
                <a:solidFill>
                  <a:schemeClr val="accent1">
                    <a:lumMod val="60000"/>
                    <a:lumOff val="40000"/>
                  </a:schemeClr>
                </a:solidFill>
              </a:rPr>
              <a:t>- You are expected to be able to write in </a:t>
            </a:r>
            <a:r>
              <a:rPr lang="en-US" b="1" dirty="0" err="1">
                <a:solidFill>
                  <a:schemeClr val="accent1">
                    <a:lumMod val="60000"/>
                    <a:lumOff val="40000"/>
                  </a:schemeClr>
                </a:solidFill>
              </a:rPr>
              <a:t>PseudoCode</a:t>
            </a:r>
            <a:endParaRPr lang="en-US" b="1" dirty="0">
              <a:solidFill>
                <a:schemeClr val="accent1">
                  <a:lumMod val="60000"/>
                  <a:lumOff val="40000"/>
                </a:schemeClr>
              </a:solidFill>
            </a:endParaRPr>
          </a:p>
          <a:p>
            <a:pPr lvl="1" indent="0">
              <a:buNone/>
            </a:pPr>
            <a:r>
              <a:rPr lang="en-US" b="1" dirty="0">
                <a:solidFill>
                  <a:schemeClr val="accent1">
                    <a:lumMod val="60000"/>
                    <a:lumOff val="40000"/>
                  </a:schemeClr>
                </a:solidFill>
              </a:rPr>
              <a:t>	</a:t>
            </a:r>
            <a:r>
              <a:rPr lang="en-US" dirty="0"/>
              <a:t>- I encourage you to write all assignment codes </a:t>
            </a:r>
            <a:r>
              <a:rPr lang="en-US"/>
              <a:t>in Pseudocode </a:t>
            </a:r>
            <a:r>
              <a:rPr lang="en-US" dirty="0"/>
              <a:t>before implementing it in C.</a:t>
            </a:r>
          </a:p>
          <a:p>
            <a:pPr lvl="1" indent="0">
              <a:buNone/>
            </a:pPr>
            <a:r>
              <a:rPr lang="en-US" b="1" dirty="0">
                <a:solidFill>
                  <a:schemeClr val="accent1">
                    <a:lumMod val="60000"/>
                    <a:lumOff val="40000"/>
                  </a:schemeClr>
                </a:solidFill>
              </a:rPr>
              <a:t>- Algorithms and data structures are the primary focus of this course</a:t>
            </a:r>
          </a:p>
          <a:p>
            <a:pPr lvl="1" indent="0">
              <a:buNone/>
            </a:pPr>
            <a:r>
              <a:rPr lang="en-US" b="1" dirty="0">
                <a:solidFill>
                  <a:schemeClr val="accent1">
                    <a:lumMod val="60000"/>
                    <a:lumOff val="40000"/>
                  </a:schemeClr>
                </a:solidFill>
              </a:rPr>
              <a:t>	</a:t>
            </a:r>
            <a:r>
              <a:rPr lang="en-US" dirty="0"/>
              <a:t>- Simply reading the algorithm in class and understanding the solutions of the exercises is probably not going to be 	  enough to pass this course. You are expected to apply the algorithms in the specific situation and adapt them to 	  satisfy the requirements of the tasks. Staying up to date with the lectures and doing the assignment alone and with                   	  effort is the best way to train the skills you are going to need for the exam. </a:t>
            </a:r>
          </a:p>
        </p:txBody>
      </p:sp>
    </p:spTree>
    <p:extLst>
      <p:ext uri="{BB962C8B-B14F-4D97-AF65-F5344CB8AC3E}">
        <p14:creationId xmlns:p14="http://schemas.microsoft.com/office/powerpoint/2010/main" val="2483689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45543-6F3E-F7E9-F791-8D2555DCF5D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AD82152-2485-C7DD-ADCC-3D29A06E5870}"/>
              </a:ext>
            </a:extLst>
          </p:cNvPr>
          <p:cNvSpPr>
            <a:spLocks noGrp="1"/>
          </p:cNvSpPr>
          <p:nvPr>
            <p:ph type="title"/>
          </p:nvPr>
        </p:nvSpPr>
        <p:spPr/>
        <p:txBody>
          <a:bodyPr/>
          <a:lstStyle/>
          <a:p>
            <a:r>
              <a:rPr lang="en-GB" dirty="0"/>
              <a:t>What is Informatics II?</a:t>
            </a:r>
          </a:p>
        </p:txBody>
      </p:sp>
      <p:sp>
        <p:nvSpPr>
          <p:cNvPr id="5" name="Fußzeilenplatzhalter 4">
            <a:extLst>
              <a:ext uri="{FF2B5EF4-FFF2-40B4-BE49-F238E27FC236}">
                <a16:creationId xmlns:a16="http://schemas.microsoft.com/office/drawing/2014/main" id="{1159BD31-7712-F7E6-9063-0E9D3EF87FC4}"/>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13687303-3EC6-14F4-A6B4-12C1ACCFD554}"/>
              </a:ext>
            </a:extLst>
          </p:cNvPr>
          <p:cNvSpPr>
            <a:spLocks noGrp="1"/>
          </p:cNvSpPr>
          <p:nvPr>
            <p:ph type="sldNum" sz="quarter" idx="12"/>
          </p:nvPr>
        </p:nvSpPr>
        <p:spPr/>
        <p:txBody>
          <a:bodyPr/>
          <a:lstStyle/>
          <a:p>
            <a:fld id="{442AD375-037F-43D0-B059-5172DA06796A}" type="slidenum">
              <a:rPr lang="en-GB" smtClean="0"/>
              <a:pPr/>
              <a:t>4</a:t>
            </a:fld>
            <a:endParaRPr lang="en-GB" dirty="0"/>
          </a:p>
        </p:txBody>
      </p:sp>
      <p:sp>
        <p:nvSpPr>
          <p:cNvPr id="4" name="Content Placeholder 3">
            <a:extLst>
              <a:ext uri="{FF2B5EF4-FFF2-40B4-BE49-F238E27FC236}">
                <a16:creationId xmlns:a16="http://schemas.microsoft.com/office/drawing/2014/main" id="{795E3C18-C392-A0E6-AA6F-3EB135B6FE36}"/>
              </a:ext>
            </a:extLst>
          </p:cNvPr>
          <p:cNvSpPr>
            <a:spLocks noGrp="1"/>
          </p:cNvSpPr>
          <p:nvPr>
            <p:ph idx="1"/>
          </p:nvPr>
        </p:nvSpPr>
        <p:spPr/>
        <p:txBody>
          <a:bodyPr/>
          <a:lstStyle/>
          <a:p>
            <a:r>
              <a:rPr lang="en-US" dirty="0"/>
              <a:t>    </a:t>
            </a:r>
            <a:r>
              <a:rPr lang="en-US" b="1" dirty="0">
                <a:solidFill>
                  <a:schemeClr val="accent1">
                    <a:lumMod val="60000"/>
                    <a:lumOff val="40000"/>
                  </a:schemeClr>
                </a:solidFill>
              </a:rPr>
              <a:t>- The exam will be pen and paper, no additional material is allowed.</a:t>
            </a:r>
          </a:p>
          <a:p>
            <a:pPr lvl="1" indent="0">
              <a:buNone/>
            </a:pPr>
            <a:r>
              <a:rPr lang="en-US" dirty="0"/>
              <a:t>	- You will need to write code (C and Pseudocode) by hand.</a:t>
            </a:r>
          </a:p>
          <a:p>
            <a:pPr lvl="1" indent="0">
              <a:buNone/>
            </a:pPr>
            <a:r>
              <a:rPr lang="en-US" b="1" dirty="0">
                <a:solidFill>
                  <a:schemeClr val="accent1">
                    <a:lumMod val="60000"/>
                    <a:lumOff val="40000"/>
                  </a:schemeClr>
                </a:solidFill>
              </a:rPr>
              <a:t>- No obligatory attendance for class nor for exercises. No Handing-in exercises.</a:t>
            </a:r>
          </a:p>
          <a:p>
            <a:pPr lvl="1" indent="0">
              <a:buNone/>
            </a:pPr>
            <a:r>
              <a:rPr lang="en-US" dirty="0"/>
              <a:t>	- The grade is 100% the exam grade.</a:t>
            </a:r>
          </a:p>
        </p:txBody>
      </p:sp>
    </p:spTree>
    <p:extLst>
      <p:ext uri="{BB962C8B-B14F-4D97-AF65-F5344CB8AC3E}">
        <p14:creationId xmlns:p14="http://schemas.microsoft.com/office/powerpoint/2010/main" val="2242138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A002-651A-8F3B-F565-5951D6EA3E2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EDA9FBF-59D8-30EE-7557-0CAE177D7E9B}"/>
              </a:ext>
            </a:extLst>
          </p:cNvPr>
          <p:cNvSpPr>
            <a:spLocks noGrp="1"/>
          </p:cNvSpPr>
          <p:nvPr>
            <p:ph type="title"/>
          </p:nvPr>
        </p:nvSpPr>
        <p:spPr/>
        <p:txBody>
          <a:bodyPr/>
          <a:lstStyle/>
          <a:p>
            <a:r>
              <a:rPr lang="en-GB" dirty="0"/>
              <a:t>What is C?</a:t>
            </a:r>
          </a:p>
        </p:txBody>
      </p:sp>
      <p:sp>
        <p:nvSpPr>
          <p:cNvPr id="5" name="Fußzeilenplatzhalter 4">
            <a:extLst>
              <a:ext uri="{FF2B5EF4-FFF2-40B4-BE49-F238E27FC236}">
                <a16:creationId xmlns:a16="http://schemas.microsoft.com/office/drawing/2014/main" id="{D48BC776-649A-1C84-06E6-4111D9AC5179}"/>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8BB6BDCB-003E-3B52-E34A-67EAA6C7F1B2}"/>
              </a:ext>
            </a:extLst>
          </p:cNvPr>
          <p:cNvSpPr>
            <a:spLocks noGrp="1"/>
          </p:cNvSpPr>
          <p:nvPr>
            <p:ph type="sldNum" sz="quarter" idx="12"/>
          </p:nvPr>
        </p:nvSpPr>
        <p:spPr/>
        <p:txBody>
          <a:bodyPr/>
          <a:lstStyle/>
          <a:p>
            <a:fld id="{442AD375-037F-43D0-B059-5172DA06796A}" type="slidenum">
              <a:rPr lang="en-GB" smtClean="0"/>
              <a:pPr/>
              <a:t>5</a:t>
            </a:fld>
            <a:endParaRPr lang="en-GB" dirty="0"/>
          </a:p>
        </p:txBody>
      </p:sp>
      <p:sp>
        <p:nvSpPr>
          <p:cNvPr id="4" name="Content Placeholder 3">
            <a:extLst>
              <a:ext uri="{FF2B5EF4-FFF2-40B4-BE49-F238E27FC236}">
                <a16:creationId xmlns:a16="http://schemas.microsoft.com/office/drawing/2014/main" id="{8CA047AB-7723-61B9-3450-2DAE2BEF1DCF}"/>
              </a:ext>
            </a:extLst>
          </p:cNvPr>
          <p:cNvSpPr>
            <a:spLocks noGrp="1"/>
          </p:cNvSpPr>
          <p:nvPr>
            <p:ph idx="1"/>
          </p:nvPr>
        </p:nvSpPr>
        <p:spPr/>
        <p:txBody>
          <a:bodyPr/>
          <a:lstStyle/>
          <a:p>
            <a:r>
              <a:rPr lang="en-US" dirty="0"/>
              <a:t>    </a:t>
            </a:r>
            <a:r>
              <a:rPr lang="en-US" b="1" dirty="0">
                <a:solidFill>
                  <a:schemeClr val="accent1">
                    <a:lumMod val="60000"/>
                    <a:lumOff val="40000"/>
                  </a:schemeClr>
                </a:solidFill>
              </a:rPr>
              <a:t>- C is very fast (Compared to python).</a:t>
            </a:r>
          </a:p>
          <a:p>
            <a:pPr lvl="1" indent="0">
              <a:buNone/>
            </a:pPr>
            <a:r>
              <a:rPr lang="en-US" b="1" dirty="0">
                <a:solidFill>
                  <a:schemeClr val="accent1">
                    <a:lumMod val="60000"/>
                    <a:lumOff val="40000"/>
                  </a:schemeClr>
                </a:solidFill>
              </a:rPr>
              <a:t>- C needs to by compiled, then executed.</a:t>
            </a:r>
          </a:p>
          <a:p>
            <a:pPr lvl="2" indent="0">
              <a:buNone/>
            </a:pPr>
            <a:r>
              <a:rPr lang="en-US" b="1" dirty="0">
                <a:solidFill>
                  <a:schemeClr val="accent1">
                    <a:lumMod val="60000"/>
                    <a:lumOff val="40000"/>
                  </a:schemeClr>
                </a:solidFill>
              </a:rPr>
              <a:t>     </a:t>
            </a:r>
            <a:r>
              <a:rPr lang="en-US" b="1" dirty="0"/>
              <a:t>-</a:t>
            </a:r>
            <a:r>
              <a:rPr lang="en-US" b="1" dirty="0">
                <a:solidFill>
                  <a:schemeClr val="accent1">
                    <a:lumMod val="60000"/>
                    <a:lumOff val="40000"/>
                  </a:schemeClr>
                </a:solidFill>
              </a:rPr>
              <a:t> </a:t>
            </a:r>
            <a:r>
              <a:rPr lang="en-US" b="1" dirty="0"/>
              <a:t>Compiled: </a:t>
            </a:r>
            <a:r>
              <a:rPr lang="en-US" dirty="0"/>
              <a:t>Translated into machine code (code CPU can read	</a:t>
            </a:r>
          </a:p>
          <a:p>
            <a:pPr lvl="2" indent="0">
              <a:buNone/>
            </a:pPr>
            <a:r>
              <a:rPr lang="en-US" b="1" dirty="0"/>
              <a:t>                          </a:t>
            </a:r>
            <a:r>
              <a:rPr lang="en-US" dirty="0"/>
              <a:t>and execute).</a:t>
            </a:r>
          </a:p>
          <a:p>
            <a:pPr lvl="2" indent="0">
              <a:buNone/>
            </a:pPr>
            <a:r>
              <a:rPr lang="en-US" b="1" dirty="0"/>
              <a:t>     - Executed: </a:t>
            </a:r>
            <a:r>
              <a:rPr lang="en-US" dirty="0"/>
              <a:t>The code runs and (hopefully) does what we </a:t>
            </a:r>
          </a:p>
          <a:p>
            <a:pPr lvl="2" indent="0">
              <a:buNone/>
            </a:pPr>
            <a:r>
              <a:rPr lang="en-US" dirty="0"/>
              <a:t>		     wrote it to do.</a:t>
            </a:r>
          </a:p>
          <a:p>
            <a:pPr lvl="1" indent="0">
              <a:buNone/>
            </a:pPr>
            <a:r>
              <a:rPr lang="en-US" b="1" dirty="0">
                <a:solidFill>
                  <a:schemeClr val="accent1">
                    <a:lumMod val="60000"/>
                    <a:lumOff val="40000"/>
                  </a:schemeClr>
                </a:solidFill>
              </a:rPr>
              <a:t>- C gives much more freedom than Python to work with data</a:t>
            </a:r>
          </a:p>
          <a:p>
            <a:pPr lvl="1" indent="0">
              <a:buNone/>
            </a:pPr>
            <a:r>
              <a:rPr lang="en-US" dirty="0"/>
              <a:t>  	 - (More of it in the pointers lecture).</a:t>
            </a:r>
          </a:p>
          <a:p>
            <a:pPr lvl="1" indent="0">
              <a:buNone/>
            </a:pPr>
            <a:r>
              <a:rPr lang="en-US" b="1" dirty="0">
                <a:solidFill>
                  <a:schemeClr val="accent1">
                    <a:lumMod val="60000"/>
                    <a:lumOff val="40000"/>
                  </a:schemeClr>
                </a:solidFill>
              </a:rPr>
              <a:t>- C is much more strict than Python.</a:t>
            </a:r>
          </a:p>
          <a:p>
            <a:pPr lvl="2" indent="0">
              <a:buNone/>
            </a:pPr>
            <a:r>
              <a:rPr lang="en-US" b="1" dirty="0">
                <a:solidFill>
                  <a:schemeClr val="accent1">
                    <a:lumMod val="60000"/>
                    <a:lumOff val="40000"/>
                  </a:schemeClr>
                </a:solidFill>
              </a:rPr>
              <a:t>     </a:t>
            </a:r>
            <a:r>
              <a:rPr lang="en-US" b="1" dirty="0"/>
              <a:t>- </a:t>
            </a:r>
            <a:r>
              <a:rPr lang="en-US" dirty="0"/>
              <a:t>Type declaration, semicolons, Array length declaration, </a:t>
            </a:r>
            <a:r>
              <a:rPr lang="en-US" dirty="0" err="1"/>
              <a:t>ecc</a:t>
            </a:r>
            <a:r>
              <a:rPr lang="en-US" dirty="0"/>
              <a:t>.</a:t>
            </a:r>
          </a:p>
          <a:p>
            <a:pPr lvl="1" indent="0">
              <a:buNone/>
            </a:pPr>
            <a:r>
              <a:rPr lang="en-US" dirty="0">
                <a:solidFill>
                  <a:schemeClr val="accent1">
                    <a:lumMod val="60000"/>
                    <a:lumOff val="40000"/>
                  </a:schemeClr>
                </a:solidFill>
              </a:rPr>
              <a:t>	</a:t>
            </a:r>
          </a:p>
        </p:txBody>
      </p:sp>
      <p:pic>
        <p:nvPicPr>
          <p:cNvPr id="1026" name="Picture 2" descr="r/Julia - speed comparison of various programming languages, Julia (AOT) is on fire!!!">
            <a:extLst>
              <a:ext uri="{FF2B5EF4-FFF2-40B4-BE49-F238E27FC236}">
                <a16:creationId xmlns:a16="http://schemas.microsoft.com/office/drawing/2014/main" id="{F159BE3D-2E86-A955-853A-D86E0CF5C4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32104" y="160745"/>
            <a:ext cx="4988094" cy="320044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65CC0DB-6184-69E4-A352-B920953FEBE1}"/>
              </a:ext>
            </a:extLst>
          </p:cNvPr>
          <p:cNvPicPr>
            <a:picLocks noChangeAspect="1"/>
          </p:cNvPicPr>
          <p:nvPr/>
        </p:nvPicPr>
        <p:blipFill>
          <a:blip r:embed="rId3"/>
          <a:stretch>
            <a:fillRect/>
          </a:stretch>
        </p:blipFill>
        <p:spPr>
          <a:xfrm>
            <a:off x="9876774" y="3462506"/>
            <a:ext cx="2143424" cy="628738"/>
          </a:xfrm>
          <a:prstGeom prst="rect">
            <a:avLst/>
          </a:prstGeom>
        </p:spPr>
      </p:pic>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44ACDD91-6B70-86B5-4F4F-0584A4667FCD}"/>
                  </a:ext>
                </a:extLst>
              </p14:cNvPr>
              <p14:cNvContentPartPr/>
              <p14:nvPr/>
            </p14:nvContentPartPr>
            <p14:xfrm>
              <a:off x="-203250" y="4196930"/>
              <a:ext cx="360" cy="360"/>
            </p14:xfrm>
          </p:contentPart>
        </mc:Choice>
        <mc:Fallback xmlns="">
          <p:pic>
            <p:nvPicPr>
              <p:cNvPr id="11" name="Ink 10">
                <a:extLst>
                  <a:ext uri="{FF2B5EF4-FFF2-40B4-BE49-F238E27FC236}">
                    <a16:creationId xmlns:a16="http://schemas.microsoft.com/office/drawing/2014/main" id="{44ACDD91-6B70-86B5-4F4F-0584A4667FCD}"/>
                  </a:ext>
                </a:extLst>
              </p:cNvPr>
              <p:cNvPicPr/>
              <p:nvPr/>
            </p:nvPicPr>
            <p:blipFill>
              <a:blip r:embed="rId5"/>
              <a:stretch>
                <a:fillRect/>
              </a:stretch>
            </p:blipFill>
            <p:spPr>
              <a:xfrm>
                <a:off x="-209370" y="419081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A19A4F9-1E09-816E-C6BF-44C39C431118}"/>
                  </a:ext>
                </a:extLst>
              </p14:cNvPr>
              <p14:cNvContentPartPr/>
              <p14:nvPr/>
            </p14:nvContentPartPr>
            <p14:xfrm>
              <a:off x="10019983" y="3878738"/>
              <a:ext cx="432720" cy="11880"/>
            </p14:xfrm>
          </p:contentPart>
        </mc:Choice>
        <mc:Fallback xmlns="">
          <p:pic>
            <p:nvPicPr>
              <p:cNvPr id="12" name="Ink 11">
                <a:extLst>
                  <a:ext uri="{FF2B5EF4-FFF2-40B4-BE49-F238E27FC236}">
                    <a16:creationId xmlns:a16="http://schemas.microsoft.com/office/drawing/2014/main" id="{4A19A4F9-1E09-816E-C6BF-44C39C431118}"/>
                  </a:ext>
                </a:extLst>
              </p:cNvPr>
              <p:cNvPicPr/>
              <p:nvPr/>
            </p:nvPicPr>
            <p:blipFill>
              <a:blip r:embed="rId7"/>
              <a:stretch>
                <a:fillRect/>
              </a:stretch>
            </p:blipFill>
            <p:spPr>
              <a:xfrm>
                <a:off x="10013863" y="3872618"/>
                <a:ext cx="4449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274C4633-1E97-FBBE-7D68-99478D802D65}"/>
                  </a:ext>
                </a:extLst>
              </p14:cNvPr>
              <p14:cNvContentPartPr/>
              <p14:nvPr/>
            </p14:nvContentPartPr>
            <p14:xfrm>
              <a:off x="11510743" y="3940658"/>
              <a:ext cx="94320" cy="720"/>
            </p14:xfrm>
          </p:contentPart>
        </mc:Choice>
        <mc:Fallback xmlns="">
          <p:pic>
            <p:nvPicPr>
              <p:cNvPr id="13" name="Ink 12">
                <a:extLst>
                  <a:ext uri="{FF2B5EF4-FFF2-40B4-BE49-F238E27FC236}">
                    <a16:creationId xmlns:a16="http://schemas.microsoft.com/office/drawing/2014/main" id="{274C4633-1E97-FBBE-7D68-99478D802D65}"/>
                  </a:ext>
                </a:extLst>
              </p:cNvPr>
              <p:cNvPicPr/>
              <p:nvPr/>
            </p:nvPicPr>
            <p:blipFill>
              <a:blip r:embed="rId9"/>
              <a:stretch>
                <a:fillRect/>
              </a:stretch>
            </p:blipFill>
            <p:spPr>
              <a:xfrm>
                <a:off x="11504623" y="3934538"/>
                <a:ext cx="106560" cy="12960"/>
              </a:xfrm>
              <a:prstGeom prst="rect">
                <a:avLst/>
              </a:prstGeom>
            </p:spPr>
          </p:pic>
        </mc:Fallback>
      </mc:AlternateContent>
    </p:spTree>
    <p:extLst>
      <p:ext uri="{BB962C8B-B14F-4D97-AF65-F5344CB8AC3E}">
        <p14:creationId xmlns:p14="http://schemas.microsoft.com/office/powerpoint/2010/main" val="541686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E6CD1-99B2-48CE-5A26-F097643424C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F20534B-21D4-BBF3-3DF8-4F192CF26AE3}"/>
              </a:ext>
            </a:extLst>
          </p:cNvPr>
          <p:cNvSpPr>
            <a:spLocks noGrp="1"/>
          </p:cNvSpPr>
          <p:nvPr>
            <p:ph type="title"/>
          </p:nvPr>
        </p:nvSpPr>
        <p:spPr/>
        <p:txBody>
          <a:bodyPr/>
          <a:lstStyle/>
          <a:p>
            <a:r>
              <a:rPr lang="en-GB" dirty="0"/>
              <a:t>Task 1.</a:t>
            </a:r>
          </a:p>
        </p:txBody>
      </p:sp>
      <p:sp>
        <p:nvSpPr>
          <p:cNvPr id="5" name="Fußzeilenplatzhalter 4">
            <a:extLst>
              <a:ext uri="{FF2B5EF4-FFF2-40B4-BE49-F238E27FC236}">
                <a16:creationId xmlns:a16="http://schemas.microsoft.com/office/drawing/2014/main" id="{ADF22AD9-1BC5-B52E-4ACC-D3894A120FDA}"/>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C6875297-7FC9-857D-DDB1-763611D2CA06}"/>
              </a:ext>
            </a:extLst>
          </p:cNvPr>
          <p:cNvSpPr>
            <a:spLocks noGrp="1"/>
          </p:cNvSpPr>
          <p:nvPr>
            <p:ph type="sldNum" sz="quarter" idx="12"/>
          </p:nvPr>
        </p:nvSpPr>
        <p:spPr/>
        <p:txBody>
          <a:bodyPr/>
          <a:lstStyle/>
          <a:p>
            <a:fld id="{442AD375-037F-43D0-B059-5172DA06796A}" type="slidenum">
              <a:rPr lang="en-GB" smtClean="0"/>
              <a:pPr/>
              <a:t>6</a:t>
            </a:fld>
            <a:endParaRPr lang="en-GB" dirty="0"/>
          </a:p>
        </p:txBody>
      </p:sp>
      <p:sp>
        <p:nvSpPr>
          <p:cNvPr id="4" name="Content Placeholder 3">
            <a:extLst>
              <a:ext uri="{FF2B5EF4-FFF2-40B4-BE49-F238E27FC236}">
                <a16:creationId xmlns:a16="http://schemas.microsoft.com/office/drawing/2014/main" id="{FA6A5A34-FA4E-45B2-30B6-B5038FD79D17}"/>
              </a:ext>
            </a:extLst>
          </p:cNvPr>
          <p:cNvSpPr>
            <a:spLocks noGrp="1"/>
          </p:cNvSpPr>
          <p:nvPr>
            <p:ph idx="1"/>
          </p:nvPr>
        </p:nvSpPr>
        <p:spPr>
          <a:xfrm>
            <a:off x="271461" y="870744"/>
            <a:ext cx="10936747" cy="5150545"/>
          </a:xfrm>
        </p:spPr>
        <p:txBody>
          <a:bodyPr/>
          <a:lstStyle/>
          <a:p>
            <a:r>
              <a:rPr lang="en-US" dirty="0">
                <a:solidFill>
                  <a:schemeClr val="accent1">
                    <a:lumMod val="60000"/>
                    <a:lumOff val="40000"/>
                  </a:schemeClr>
                </a:solidFill>
              </a:rPr>
              <a:t>   - </a:t>
            </a:r>
            <a:r>
              <a:rPr lang="en-US" b="1" dirty="0">
                <a:solidFill>
                  <a:schemeClr val="accent1">
                    <a:lumMod val="60000"/>
                    <a:lumOff val="40000"/>
                  </a:schemeClr>
                </a:solidFill>
              </a:rPr>
              <a:t>MAC Users:</a:t>
            </a:r>
          </a:p>
          <a:p>
            <a:r>
              <a:rPr lang="en-US" b="1" dirty="0">
                <a:solidFill>
                  <a:schemeClr val="accent1">
                    <a:lumMod val="60000"/>
                    <a:lumOff val="40000"/>
                  </a:schemeClr>
                </a:solidFill>
              </a:rPr>
              <a:t>	</a:t>
            </a:r>
            <a:r>
              <a:rPr lang="en-US" dirty="0"/>
              <a:t>- You should have </a:t>
            </a:r>
            <a:r>
              <a:rPr lang="en-US" dirty="0" err="1"/>
              <a:t>gcc</a:t>
            </a:r>
            <a:r>
              <a:rPr lang="en-US" dirty="0"/>
              <a:t> already installed. To check open a terminal and type “</a:t>
            </a:r>
            <a:r>
              <a:rPr lang="en-US" dirty="0" err="1"/>
              <a:t>gcc</a:t>
            </a:r>
            <a:r>
              <a:rPr lang="en-US" dirty="0"/>
              <a:t> –version”.</a:t>
            </a:r>
          </a:p>
          <a:p>
            <a:r>
              <a:rPr lang="en-US" dirty="0"/>
              <a:t>	- If you see a number version you are good to go. </a:t>
            </a:r>
          </a:p>
          <a:p>
            <a:endParaRPr lang="en-US" dirty="0"/>
          </a:p>
          <a:p>
            <a:r>
              <a:rPr lang="en-US" b="1" dirty="0"/>
              <a:t>  </a:t>
            </a:r>
            <a:r>
              <a:rPr lang="en-US" dirty="0">
                <a:solidFill>
                  <a:schemeClr val="accent1">
                    <a:lumMod val="60000"/>
                    <a:lumOff val="40000"/>
                  </a:schemeClr>
                </a:solidFill>
              </a:rPr>
              <a:t> - </a:t>
            </a:r>
            <a:r>
              <a:rPr lang="en-US" b="1" dirty="0">
                <a:solidFill>
                  <a:schemeClr val="accent1">
                    <a:lumMod val="60000"/>
                    <a:lumOff val="40000"/>
                  </a:schemeClr>
                </a:solidFill>
              </a:rPr>
              <a:t>Windows Users:</a:t>
            </a:r>
          </a:p>
          <a:p>
            <a:r>
              <a:rPr lang="en-US" b="1" dirty="0">
                <a:solidFill>
                  <a:schemeClr val="accent1">
                    <a:lumMod val="60000"/>
                    <a:lumOff val="40000"/>
                  </a:schemeClr>
                </a:solidFill>
              </a:rPr>
              <a:t>	</a:t>
            </a:r>
            <a:r>
              <a:rPr lang="en-US" dirty="0"/>
              <a:t>- Go to </a:t>
            </a:r>
            <a:r>
              <a:rPr lang="en-US" dirty="0">
                <a:hlinkClick r:id="rId2"/>
              </a:rPr>
              <a:t>https://www.msys2.org/</a:t>
            </a:r>
            <a:r>
              <a:rPr lang="en-US" dirty="0"/>
              <a:t> and follow the steps.</a:t>
            </a:r>
          </a:p>
          <a:p>
            <a:endParaRPr lang="en-US" dirty="0"/>
          </a:p>
          <a:p>
            <a:r>
              <a:rPr lang="en-US" dirty="0">
                <a:solidFill>
                  <a:schemeClr val="accent1">
                    <a:lumMod val="60000"/>
                    <a:lumOff val="40000"/>
                  </a:schemeClr>
                </a:solidFill>
              </a:rPr>
              <a:t>   - </a:t>
            </a:r>
            <a:r>
              <a:rPr lang="en-US" b="1" dirty="0">
                <a:solidFill>
                  <a:schemeClr val="accent1">
                    <a:lumMod val="60000"/>
                    <a:lumOff val="40000"/>
                  </a:schemeClr>
                </a:solidFill>
              </a:rPr>
              <a:t>Linux Users:</a:t>
            </a:r>
          </a:p>
          <a:p>
            <a:r>
              <a:rPr lang="en-US" b="1" dirty="0">
                <a:solidFill>
                  <a:schemeClr val="accent1">
                    <a:lumMod val="60000"/>
                    <a:lumOff val="40000"/>
                  </a:schemeClr>
                </a:solidFill>
              </a:rPr>
              <a:t>	</a:t>
            </a:r>
            <a:r>
              <a:rPr lang="en-US" dirty="0"/>
              <a:t>- You already know what you are doing.</a:t>
            </a:r>
          </a:p>
          <a:p>
            <a:r>
              <a:rPr lang="en-US" dirty="0"/>
              <a:t>	</a:t>
            </a:r>
          </a:p>
          <a:p>
            <a:endParaRPr lang="en-US" dirty="0"/>
          </a:p>
          <a:p>
            <a:endParaRPr lang="en-US" dirty="0"/>
          </a:p>
          <a:p>
            <a:endParaRPr lang="en-US" dirty="0"/>
          </a:p>
          <a:p>
            <a:endParaRPr lang="en-US" dirty="0"/>
          </a:p>
          <a:p>
            <a:pPr algn="ctr"/>
            <a:r>
              <a:rPr lang="en-US" dirty="0"/>
              <a:t>	</a:t>
            </a:r>
            <a:r>
              <a:rPr lang="en-US" sz="2800" dirty="0"/>
              <a:t>If you are having any problems please come up to me.</a:t>
            </a:r>
            <a:endParaRPr lang="en-US" b="1" dirty="0"/>
          </a:p>
          <a:p>
            <a:r>
              <a:rPr lang="en-US" b="1" dirty="0"/>
              <a:t>  </a:t>
            </a:r>
            <a:endParaRPr lang="en-US" dirty="0"/>
          </a:p>
        </p:txBody>
      </p:sp>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94A81435-9273-7E7F-66B0-220FFF24980D}"/>
                  </a:ext>
                </a:extLst>
              </p14:cNvPr>
              <p14:cNvContentPartPr/>
              <p14:nvPr/>
            </p14:nvContentPartPr>
            <p14:xfrm>
              <a:off x="-203250" y="4196930"/>
              <a:ext cx="360" cy="360"/>
            </p14:xfrm>
          </p:contentPart>
        </mc:Choice>
        <mc:Fallback xmlns="">
          <p:pic>
            <p:nvPicPr>
              <p:cNvPr id="11" name="Ink 10">
                <a:extLst>
                  <a:ext uri="{FF2B5EF4-FFF2-40B4-BE49-F238E27FC236}">
                    <a16:creationId xmlns:a16="http://schemas.microsoft.com/office/drawing/2014/main" id="{94A81435-9273-7E7F-66B0-220FFF24980D}"/>
                  </a:ext>
                </a:extLst>
              </p:cNvPr>
              <p:cNvPicPr/>
              <p:nvPr/>
            </p:nvPicPr>
            <p:blipFill>
              <a:blip r:embed="rId4"/>
              <a:stretch>
                <a:fillRect/>
              </a:stretch>
            </p:blipFill>
            <p:spPr>
              <a:xfrm>
                <a:off x="-209370" y="4190810"/>
                <a:ext cx="12600" cy="12600"/>
              </a:xfrm>
              <a:prstGeom prst="rect">
                <a:avLst/>
              </a:prstGeom>
            </p:spPr>
          </p:pic>
        </mc:Fallback>
      </mc:AlternateContent>
    </p:spTree>
    <p:extLst>
      <p:ext uri="{BB962C8B-B14F-4D97-AF65-F5344CB8AC3E}">
        <p14:creationId xmlns:p14="http://schemas.microsoft.com/office/powerpoint/2010/main" val="1570804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FEFDC-B15D-DDEB-8B06-7311CC7F148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51B799-25B6-C742-7881-5FD1CF6FB19D}"/>
              </a:ext>
            </a:extLst>
          </p:cNvPr>
          <p:cNvSpPr>
            <a:spLocks noGrp="1"/>
          </p:cNvSpPr>
          <p:nvPr>
            <p:ph type="title"/>
          </p:nvPr>
        </p:nvSpPr>
        <p:spPr/>
        <p:txBody>
          <a:bodyPr/>
          <a:lstStyle/>
          <a:p>
            <a:r>
              <a:rPr lang="en-GB" dirty="0"/>
              <a:t>Task 2.</a:t>
            </a:r>
          </a:p>
        </p:txBody>
      </p:sp>
      <p:sp>
        <p:nvSpPr>
          <p:cNvPr id="5" name="Fußzeilenplatzhalter 4">
            <a:extLst>
              <a:ext uri="{FF2B5EF4-FFF2-40B4-BE49-F238E27FC236}">
                <a16:creationId xmlns:a16="http://schemas.microsoft.com/office/drawing/2014/main" id="{5BC308DF-3C47-26F3-8446-833837E53FD7}"/>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AB29A3B8-7407-0B90-37CB-6D57F799099F}"/>
              </a:ext>
            </a:extLst>
          </p:cNvPr>
          <p:cNvSpPr>
            <a:spLocks noGrp="1"/>
          </p:cNvSpPr>
          <p:nvPr>
            <p:ph type="sldNum" sz="quarter" idx="12"/>
          </p:nvPr>
        </p:nvSpPr>
        <p:spPr/>
        <p:txBody>
          <a:bodyPr/>
          <a:lstStyle/>
          <a:p>
            <a:fld id="{442AD375-037F-43D0-B059-5172DA06796A}" type="slidenum">
              <a:rPr lang="en-GB" smtClean="0"/>
              <a:pPr/>
              <a:t>7</a:t>
            </a:fld>
            <a:endParaRPr lang="en-GB" dirty="0"/>
          </a:p>
        </p:txBody>
      </p:sp>
      <p:sp>
        <p:nvSpPr>
          <p:cNvPr id="4" name="Content Placeholder 3">
            <a:extLst>
              <a:ext uri="{FF2B5EF4-FFF2-40B4-BE49-F238E27FC236}">
                <a16:creationId xmlns:a16="http://schemas.microsoft.com/office/drawing/2014/main" id="{9F6121ED-568E-C613-880A-36098398195B}"/>
              </a:ext>
            </a:extLst>
          </p:cNvPr>
          <p:cNvSpPr>
            <a:spLocks noGrp="1"/>
          </p:cNvSpPr>
          <p:nvPr>
            <p:ph idx="1"/>
          </p:nvPr>
        </p:nvSpPr>
        <p:spPr/>
        <p:txBody>
          <a:bodyPr/>
          <a:lstStyle/>
          <a:p>
            <a:r>
              <a:rPr lang="en-US" b="1" dirty="0">
                <a:solidFill>
                  <a:schemeClr val="accent1">
                    <a:lumMod val="60000"/>
                    <a:lumOff val="40000"/>
                  </a:schemeClr>
                </a:solidFill>
              </a:rPr>
              <a:t>   - Compile and run the file “</a:t>
            </a:r>
            <a:r>
              <a:rPr lang="en-US" b="1" dirty="0" err="1">
                <a:solidFill>
                  <a:schemeClr val="accent1">
                    <a:lumMod val="60000"/>
                    <a:lumOff val="40000"/>
                  </a:schemeClr>
                </a:solidFill>
              </a:rPr>
              <a:t>search.c</a:t>
            </a:r>
            <a:r>
              <a:rPr lang="en-US" b="1" dirty="0">
                <a:solidFill>
                  <a:schemeClr val="accent1">
                    <a:lumMod val="60000"/>
                    <a:lumOff val="40000"/>
                  </a:schemeClr>
                </a:solidFill>
              </a:rPr>
              <a:t>”.</a:t>
            </a:r>
          </a:p>
          <a:p>
            <a:endParaRPr lang="en-US" b="1" dirty="0">
              <a:solidFill>
                <a:schemeClr val="accent1">
                  <a:lumMod val="60000"/>
                  <a:lumOff val="40000"/>
                </a:schemeClr>
              </a:solidFill>
            </a:endParaRPr>
          </a:p>
          <a:p>
            <a:r>
              <a:rPr lang="en-US" b="1" dirty="0">
                <a:solidFill>
                  <a:schemeClr val="accent1">
                    <a:lumMod val="60000"/>
                    <a:lumOff val="40000"/>
                  </a:schemeClr>
                </a:solidFill>
              </a:rPr>
              <a:t>   - What does it output?</a:t>
            </a:r>
          </a:p>
          <a:p>
            <a:endParaRPr lang="en-US" b="1" dirty="0">
              <a:solidFill>
                <a:schemeClr val="accent1">
                  <a:lumMod val="60000"/>
                  <a:lumOff val="40000"/>
                </a:schemeClr>
              </a:solidFill>
            </a:endParaRPr>
          </a:p>
          <a:p>
            <a:r>
              <a:rPr lang="en-US" b="1" dirty="0">
                <a:solidFill>
                  <a:schemeClr val="accent1">
                    <a:lumMod val="60000"/>
                    <a:lumOff val="40000"/>
                  </a:schemeClr>
                </a:solidFill>
              </a:rPr>
              <a:t>   - Can you explain why?</a:t>
            </a: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61092526-C4C3-CB71-A080-922F723E4476}"/>
                  </a:ext>
                </a:extLst>
              </p14:cNvPr>
              <p14:cNvContentPartPr/>
              <p14:nvPr/>
            </p14:nvContentPartPr>
            <p14:xfrm>
              <a:off x="-203250" y="4196930"/>
              <a:ext cx="360" cy="360"/>
            </p14:xfrm>
          </p:contentPart>
        </mc:Choice>
        <mc:Fallback xmlns="">
          <p:pic>
            <p:nvPicPr>
              <p:cNvPr id="11" name="Ink 10">
                <a:extLst>
                  <a:ext uri="{FF2B5EF4-FFF2-40B4-BE49-F238E27FC236}">
                    <a16:creationId xmlns:a16="http://schemas.microsoft.com/office/drawing/2014/main" id="{61092526-C4C3-CB71-A080-922F723E4476}"/>
                  </a:ext>
                </a:extLst>
              </p:cNvPr>
              <p:cNvPicPr/>
              <p:nvPr/>
            </p:nvPicPr>
            <p:blipFill>
              <a:blip r:embed="rId3"/>
              <a:stretch>
                <a:fillRect/>
              </a:stretch>
            </p:blipFill>
            <p:spPr>
              <a:xfrm>
                <a:off x="-209370" y="4190810"/>
                <a:ext cx="12600" cy="12600"/>
              </a:xfrm>
              <a:prstGeom prst="rect">
                <a:avLst/>
              </a:prstGeom>
            </p:spPr>
          </p:pic>
        </mc:Fallback>
      </mc:AlternateContent>
    </p:spTree>
    <p:extLst>
      <p:ext uri="{BB962C8B-B14F-4D97-AF65-F5344CB8AC3E}">
        <p14:creationId xmlns:p14="http://schemas.microsoft.com/office/powerpoint/2010/main" val="2188747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79AEC-4361-626A-D0CE-2927E4074CF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771D15F-A189-9CEA-5D2E-5418233B0365}"/>
              </a:ext>
            </a:extLst>
          </p:cNvPr>
          <p:cNvSpPr>
            <a:spLocks noGrp="1"/>
          </p:cNvSpPr>
          <p:nvPr>
            <p:ph type="title"/>
          </p:nvPr>
        </p:nvSpPr>
        <p:spPr/>
        <p:txBody>
          <a:bodyPr/>
          <a:lstStyle/>
          <a:p>
            <a:r>
              <a:rPr lang="en-GB" dirty="0"/>
              <a:t>Task 3.</a:t>
            </a:r>
          </a:p>
        </p:txBody>
      </p:sp>
      <p:sp>
        <p:nvSpPr>
          <p:cNvPr id="5" name="Fußzeilenplatzhalter 4">
            <a:extLst>
              <a:ext uri="{FF2B5EF4-FFF2-40B4-BE49-F238E27FC236}">
                <a16:creationId xmlns:a16="http://schemas.microsoft.com/office/drawing/2014/main" id="{3424E3D7-E7B3-DA74-C946-5471FFD846AB}"/>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3CAC057A-3CEA-53DE-5609-B313BEFE20FD}"/>
              </a:ext>
            </a:extLst>
          </p:cNvPr>
          <p:cNvSpPr>
            <a:spLocks noGrp="1"/>
          </p:cNvSpPr>
          <p:nvPr>
            <p:ph type="sldNum" sz="quarter" idx="12"/>
          </p:nvPr>
        </p:nvSpPr>
        <p:spPr/>
        <p:txBody>
          <a:bodyPr/>
          <a:lstStyle/>
          <a:p>
            <a:fld id="{442AD375-037F-43D0-B059-5172DA06796A}" type="slidenum">
              <a:rPr lang="en-GB" smtClean="0"/>
              <a:pPr/>
              <a:t>8</a:t>
            </a:fld>
            <a:endParaRPr lang="en-GB" dirty="0"/>
          </a:p>
        </p:txBody>
      </p:sp>
      <p:sp>
        <p:nvSpPr>
          <p:cNvPr id="4" name="Content Placeholder 3">
            <a:extLst>
              <a:ext uri="{FF2B5EF4-FFF2-40B4-BE49-F238E27FC236}">
                <a16:creationId xmlns:a16="http://schemas.microsoft.com/office/drawing/2014/main" id="{BC9EE4E8-808F-13D9-24E7-995FBC7D1D87}"/>
              </a:ext>
            </a:extLst>
          </p:cNvPr>
          <p:cNvSpPr>
            <a:spLocks noGrp="1"/>
          </p:cNvSpPr>
          <p:nvPr>
            <p:ph idx="1"/>
          </p:nvPr>
        </p:nvSpPr>
        <p:spPr>
          <a:xfrm>
            <a:off x="269876" y="3501008"/>
            <a:ext cx="11298732" cy="3271194"/>
          </a:xfrm>
        </p:spPr>
        <p:txBody>
          <a:bodyPr/>
          <a:lstStyle/>
          <a:p>
            <a:r>
              <a:rPr lang="en-US" b="1" dirty="0">
                <a:solidFill>
                  <a:schemeClr val="accent1">
                    <a:lumMod val="60000"/>
                    <a:lumOff val="40000"/>
                  </a:schemeClr>
                </a:solidFill>
              </a:rPr>
              <a:t>   </a:t>
            </a:r>
            <a:br>
              <a:rPr lang="en-US" b="1" dirty="0">
                <a:solidFill>
                  <a:schemeClr val="accent1">
                    <a:lumMod val="60000"/>
                    <a:lumOff val="40000"/>
                  </a:schemeClr>
                </a:solidFill>
              </a:rPr>
            </a:br>
            <a:r>
              <a:rPr lang="en-US" b="1" dirty="0">
                <a:solidFill>
                  <a:schemeClr val="accent1">
                    <a:lumMod val="60000"/>
                    <a:lumOff val="40000"/>
                  </a:schemeClr>
                </a:solidFill>
              </a:rPr>
              <a:t> Anyone has any idea how to make it more efficient?</a:t>
            </a: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E28BECC8-F668-F104-1F82-9E24E3827BBE}"/>
                  </a:ext>
                </a:extLst>
              </p14:cNvPr>
              <p14:cNvContentPartPr/>
              <p14:nvPr/>
            </p14:nvContentPartPr>
            <p14:xfrm>
              <a:off x="-203250" y="4196930"/>
              <a:ext cx="360" cy="360"/>
            </p14:xfrm>
          </p:contentPart>
        </mc:Choice>
        <mc:Fallback xmlns="">
          <p:pic>
            <p:nvPicPr>
              <p:cNvPr id="11" name="Ink 10">
                <a:extLst>
                  <a:ext uri="{FF2B5EF4-FFF2-40B4-BE49-F238E27FC236}">
                    <a16:creationId xmlns:a16="http://schemas.microsoft.com/office/drawing/2014/main" id="{E28BECC8-F668-F104-1F82-9E24E3827BBE}"/>
                  </a:ext>
                </a:extLst>
              </p:cNvPr>
              <p:cNvPicPr/>
              <p:nvPr/>
            </p:nvPicPr>
            <p:blipFill>
              <a:blip r:embed="rId3"/>
              <a:stretch>
                <a:fillRect/>
              </a:stretch>
            </p:blipFill>
            <p:spPr>
              <a:xfrm>
                <a:off x="-209370" y="4190810"/>
                <a:ext cx="12600" cy="12600"/>
              </a:xfrm>
              <a:prstGeom prst="rect">
                <a:avLst/>
              </a:prstGeom>
            </p:spPr>
          </p:pic>
        </mc:Fallback>
      </mc:AlternateContent>
      <p:pic>
        <p:nvPicPr>
          <p:cNvPr id="7" name="Picture 6">
            <a:extLst>
              <a:ext uri="{FF2B5EF4-FFF2-40B4-BE49-F238E27FC236}">
                <a16:creationId xmlns:a16="http://schemas.microsoft.com/office/drawing/2014/main" id="{74288DC3-4BB2-9655-A82B-7C97F13EA38F}"/>
              </a:ext>
            </a:extLst>
          </p:cNvPr>
          <p:cNvPicPr>
            <a:picLocks noChangeAspect="1"/>
          </p:cNvPicPr>
          <p:nvPr/>
        </p:nvPicPr>
        <p:blipFill>
          <a:blip r:embed="rId4"/>
          <a:stretch>
            <a:fillRect/>
          </a:stretch>
        </p:blipFill>
        <p:spPr>
          <a:xfrm>
            <a:off x="166710" y="587364"/>
            <a:ext cx="9601697" cy="2696163"/>
          </a:xfrm>
          <a:prstGeom prst="rect">
            <a:avLst/>
          </a:prstGeom>
        </p:spPr>
      </p:pic>
    </p:spTree>
    <p:extLst>
      <p:ext uri="{BB962C8B-B14F-4D97-AF65-F5344CB8AC3E}">
        <p14:creationId xmlns:p14="http://schemas.microsoft.com/office/powerpoint/2010/main" val="3590058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48F82-28C7-021B-F39F-FCFB1A5C74B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48B837E-C8A3-94D4-1356-40C077A4277B}"/>
              </a:ext>
            </a:extLst>
          </p:cNvPr>
          <p:cNvSpPr>
            <a:spLocks noGrp="1"/>
          </p:cNvSpPr>
          <p:nvPr>
            <p:ph type="title"/>
          </p:nvPr>
        </p:nvSpPr>
        <p:spPr/>
        <p:txBody>
          <a:bodyPr/>
          <a:lstStyle/>
          <a:p>
            <a:r>
              <a:rPr lang="en-GB" dirty="0"/>
              <a:t>Task 4.</a:t>
            </a:r>
          </a:p>
        </p:txBody>
      </p:sp>
      <p:sp>
        <p:nvSpPr>
          <p:cNvPr id="5" name="Fußzeilenplatzhalter 4">
            <a:extLst>
              <a:ext uri="{FF2B5EF4-FFF2-40B4-BE49-F238E27FC236}">
                <a16:creationId xmlns:a16="http://schemas.microsoft.com/office/drawing/2014/main" id="{96EBCCCC-F9EC-C840-E3A6-C3E64701E27E}"/>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3D580905-30AB-E89C-670B-40BEFB9FE479}"/>
              </a:ext>
            </a:extLst>
          </p:cNvPr>
          <p:cNvSpPr>
            <a:spLocks noGrp="1"/>
          </p:cNvSpPr>
          <p:nvPr>
            <p:ph type="sldNum" sz="quarter" idx="12"/>
          </p:nvPr>
        </p:nvSpPr>
        <p:spPr/>
        <p:txBody>
          <a:bodyPr/>
          <a:lstStyle/>
          <a:p>
            <a:fld id="{442AD375-037F-43D0-B059-5172DA06796A}" type="slidenum">
              <a:rPr lang="en-GB" smtClean="0"/>
              <a:pPr/>
              <a:t>9</a:t>
            </a:fld>
            <a:endParaRPr lang="en-GB" dirty="0"/>
          </a:p>
        </p:txBody>
      </p:sp>
      <p:sp>
        <p:nvSpPr>
          <p:cNvPr id="4" name="Content Placeholder 3">
            <a:extLst>
              <a:ext uri="{FF2B5EF4-FFF2-40B4-BE49-F238E27FC236}">
                <a16:creationId xmlns:a16="http://schemas.microsoft.com/office/drawing/2014/main" id="{A3137776-34CF-D85F-E496-4B94D9548809}"/>
              </a:ext>
            </a:extLst>
          </p:cNvPr>
          <p:cNvSpPr>
            <a:spLocks noGrp="1"/>
          </p:cNvSpPr>
          <p:nvPr>
            <p:ph idx="1"/>
          </p:nvPr>
        </p:nvSpPr>
        <p:spPr/>
        <p:txBody>
          <a:bodyPr/>
          <a:lstStyle/>
          <a:p>
            <a:r>
              <a:rPr lang="en-US" b="1" dirty="0">
                <a:solidFill>
                  <a:schemeClr val="accent1">
                    <a:lumMod val="60000"/>
                    <a:lumOff val="40000"/>
                  </a:schemeClr>
                </a:solidFill>
              </a:rPr>
              <a:t>   - Here is not asked to write a Pseudocode, but it’s always a good idea to do so.</a:t>
            </a:r>
          </a:p>
          <a:p>
            <a:endParaRPr lang="en-US" b="1" dirty="0">
              <a:solidFill>
                <a:schemeClr val="accent1">
                  <a:lumMod val="60000"/>
                  <a:lumOff val="40000"/>
                </a:schemeClr>
              </a:solidFill>
            </a:endParaRPr>
          </a:p>
          <a:p>
            <a:r>
              <a:rPr lang="en-US" b="1" dirty="0">
                <a:solidFill>
                  <a:schemeClr val="accent1">
                    <a:lumMod val="60000"/>
                    <a:lumOff val="40000"/>
                  </a:schemeClr>
                </a:solidFill>
              </a:rPr>
              <a:t>   - How do we write a matrix?</a:t>
            </a:r>
          </a:p>
          <a:p>
            <a:br>
              <a:rPr lang="en-US" b="1" dirty="0">
                <a:solidFill>
                  <a:schemeClr val="accent1">
                    <a:lumMod val="60000"/>
                    <a:lumOff val="40000"/>
                  </a:schemeClr>
                </a:solidFill>
              </a:rPr>
            </a:br>
            <a:r>
              <a:rPr lang="en-US" b="1" dirty="0">
                <a:solidFill>
                  <a:schemeClr val="accent1">
                    <a:lumMod val="60000"/>
                    <a:lumOff val="40000"/>
                  </a:schemeClr>
                </a:solidFill>
              </a:rPr>
              <a:t>   - What does it mean “Nested loop”?</a:t>
            </a: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CDA4DD91-D0AD-928D-4FFC-34BF63C2296A}"/>
                  </a:ext>
                </a:extLst>
              </p14:cNvPr>
              <p14:cNvContentPartPr/>
              <p14:nvPr/>
            </p14:nvContentPartPr>
            <p14:xfrm>
              <a:off x="-203250" y="4196930"/>
              <a:ext cx="360" cy="360"/>
            </p14:xfrm>
          </p:contentPart>
        </mc:Choice>
        <mc:Fallback xmlns="">
          <p:pic>
            <p:nvPicPr>
              <p:cNvPr id="11" name="Ink 10">
                <a:extLst>
                  <a:ext uri="{FF2B5EF4-FFF2-40B4-BE49-F238E27FC236}">
                    <a16:creationId xmlns:a16="http://schemas.microsoft.com/office/drawing/2014/main" id="{CDA4DD91-D0AD-928D-4FFC-34BF63C2296A}"/>
                  </a:ext>
                </a:extLst>
              </p:cNvPr>
              <p:cNvPicPr/>
              <p:nvPr/>
            </p:nvPicPr>
            <p:blipFill>
              <a:blip r:embed="rId3"/>
              <a:stretch>
                <a:fillRect/>
              </a:stretch>
            </p:blipFill>
            <p:spPr>
              <a:xfrm>
                <a:off x="-209370" y="4190810"/>
                <a:ext cx="12600" cy="12600"/>
              </a:xfrm>
              <a:prstGeom prst="rect">
                <a:avLst/>
              </a:prstGeom>
            </p:spPr>
          </p:pic>
        </mc:Fallback>
      </mc:AlternateContent>
    </p:spTree>
    <p:extLst>
      <p:ext uri="{BB962C8B-B14F-4D97-AF65-F5344CB8AC3E}">
        <p14:creationId xmlns:p14="http://schemas.microsoft.com/office/powerpoint/2010/main" val="3131830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5A69C-C81F-39DB-EA0F-E776E25B5B0E}"/>
            </a:ext>
          </a:extLst>
        </p:cNvPr>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E34C2971-EDBE-87A7-6BA5-410D9B8A8290}"/>
              </a:ext>
            </a:extLst>
          </p:cNvPr>
          <p:cNvSpPr>
            <a:spLocks noGrp="1"/>
          </p:cNvSpPr>
          <p:nvPr>
            <p:ph type="ftr" sz="quarter" idx="11"/>
          </p:nvPr>
        </p:nvSpPr>
        <p:spPr/>
        <p:txBody>
          <a:bodyPr/>
          <a:lstStyle/>
          <a:p>
            <a:r>
              <a:rPr lang="en-GB"/>
              <a:t>Grgic Anto</a:t>
            </a:r>
            <a:endParaRPr lang="en-GB" dirty="0"/>
          </a:p>
        </p:txBody>
      </p:sp>
      <p:sp>
        <p:nvSpPr>
          <p:cNvPr id="6" name="Foliennummernplatzhalter 5">
            <a:extLst>
              <a:ext uri="{FF2B5EF4-FFF2-40B4-BE49-F238E27FC236}">
                <a16:creationId xmlns:a16="http://schemas.microsoft.com/office/drawing/2014/main" id="{1239C969-EDC9-4034-C46E-9D56BCED2476}"/>
              </a:ext>
            </a:extLst>
          </p:cNvPr>
          <p:cNvSpPr>
            <a:spLocks noGrp="1"/>
          </p:cNvSpPr>
          <p:nvPr>
            <p:ph type="sldNum" sz="quarter" idx="12"/>
          </p:nvPr>
        </p:nvSpPr>
        <p:spPr/>
        <p:txBody>
          <a:bodyPr/>
          <a:lstStyle/>
          <a:p>
            <a:fld id="{442AD375-037F-43D0-B059-5172DA06796A}" type="slidenum">
              <a:rPr lang="en-GB" smtClean="0"/>
              <a:pPr/>
              <a:t>10</a:t>
            </a:fld>
            <a:endParaRPr lang="en-GB" dirty="0"/>
          </a:p>
        </p:txBody>
      </p:sp>
      <p:sp>
        <p:nvSpPr>
          <p:cNvPr id="4" name="Content Placeholder 3">
            <a:extLst>
              <a:ext uri="{FF2B5EF4-FFF2-40B4-BE49-F238E27FC236}">
                <a16:creationId xmlns:a16="http://schemas.microsoft.com/office/drawing/2014/main" id="{48B70483-9410-FACF-0934-51DAB32DDFC9}"/>
              </a:ext>
            </a:extLst>
          </p:cNvPr>
          <p:cNvSpPr>
            <a:spLocks noGrp="1"/>
          </p:cNvSpPr>
          <p:nvPr>
            <p:ph idx="1"/>
          </p:nvPr>
        </p:nvSpPr>
        <p:spPr>
          <a:xfrm>
            <a:off x="271461" y="870744"/>
            <a:ext cx="10648715" cy="5150545"/>
          </a:xfrm>
        </p:spPr>
        <p:txBody>
          <a:bodyPr/>
          <a:lstStyle/>
          <a:p>
            <a:pPr algn="ctr"/>
            <a:r>
              <a:rPr lang="en-US" b="1" dirty="0">
                <a:solidFill>
                  <a:schemeClr val="accent1">
                    <a:lumMod val="60000"/>
                    <a:lumOff val="40000"/>
                  </a:schemeClr>
                </a:solidFill>
              </a:rPr>
              <a:t>   </a:t>
            </a:r>
            <a:r>
              <a:rPr lang="en-US" sz="3200" b="1" dirty="0">
                <a:solidFill>
                  <a:schemeClr val="accent1">
                    <a:lumMod val="60000"/>
                    <a:lumOff val="40000"/>
                  </a:schemeClr>
                </a:solidFill>
              </a:rPr>
              <a:t>Thank you for your attention.</a:t>
            </a:r>
            <a:br>
              <a:rPr lang="en-US" sz="3200" b="1" dirty="0">
                <a:solidFill>
                  <a:schemeClr val="accent1">
                    <a:lumMod val="60000"/>
                    <a:lumOff val="40000"/>
                  </a:schemeClr>
                </a:solidFill>
              </a:rPr>
            </a:br>
            <a:br>
              <a:rPr lang="en-US" sz="3200" b="1" dirty="0">
                <a:solidFill>
                  <a:schemeClr val="accent1">
                    <a:lumMod val="60000"/>
                    <a:lumOff val="40000"/>
                  </a:schemeClr>
                </a:solidFill>
              </a:rPr>
            </a:br>
            <a:r>
              <a:rPr lang="en-US" sz="3200" b="1" dirty="0">
                <a:solidFill>
                  <a:schemeClr val="accent1">
                    <a:lumMod val="60000"/>
                    <a:lumOff val="40000"/>
                  </a:schemeClr>
                </a:solidFill>
              </a:rPr>
              <a:t>	If you have any question write in the Olat forum or come up to me.</a:t>
            </a: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AEC6D648-79AD-958C-A6EA-55977F4CE9AC}"/>
                  </a:ext>
                </a:extLst>
              </p14:cNvPr>
              <p14:cNvContentPartPr/>
              <p14:nvPr/>
            </p14:nvContentPartPr>
            <p14:xfrm>
              <a:off x="-203250" y="4196930"/>
              <a:ext cx="360" cy="360"/>
            </p14:xfrm>
          </p:contentPart>
        </mc:Choice>
        <mc:Fallback xmlns="">
          <p:pic>
            <p:nvPicPr>
              <p:cNvPr id="11" name="Ink 10">
                <a:extLst>
                  <a:ext uri="{FF2B5EF4-FFF2-40B4-BE49-F238E27FC236}">
                    <a16:creationId xmlns:a16="http://schemas.microsoft.com/office/drawing/2014/main" id="{AEC6D648-79AD-958C-A6EA-55977F4CE9AC}"/>
                  </a:ext>
                </a:extLst>
              </p:cNvPr>
              <p:cNvPicPr/>
              <p:nvPr/>
            </p:nvPicPr>
            <p:blipFill>
              <a:blip r:embed="rId3"/>
              <a:stretch>
                <a:fillRect/>
              </a:stretch>
            </p:blipFill>
            <p:spPr>
              <a:xfrm>
                <a:off x="-209370" y="4190810"/>
                <a:ext cx="12600" cy="12600"/>
              </a:xfrm>
              <a:prstGeom prst="rect">
                <a:avLst/>
              </a:prstGeom>
            </p:spPr>
          </p:pic>
        </mc:Fallback>
      </mc:AlternateContent>
    </p:spTree>
    <p:extLst>
      <p:ext uri="{BB962C8B-B14F-4D97-AF65-F5344CB8AC3E}">
        <p14:creationId xmlns:p14="http://schemas.microsoft.com/office/powerpoint/2010/main" val="58116916"/>
      </p:ext>
    </p:extLst>
  </p:cSld>
  <p:clrMapOvr>
    <a:masterClrMapping/>
  </p:clrMapOvr>
</p:sld>
</file>

<file path=ppt/theme/theme1.xml><?xml version="1.0" encoding="utf-8"?>
<a:theme xmlns:a="http://schemas.openxmlformats.org/drawingml/2006/main" name="Benutzerdefiniertes Design">
  <a:themeElements>
    <a:clrScheme name="Uni Zürich">
      <a:dk1>
        <a:sysClr val="windowText" lastClr="000000"/>
      </a:dk1>
      <a:lt1>
        <a:sysClr val="window" lastClr="FFFFFF"/>
      </a:lt1>
      <a:dk2>
        <a:srgbClr val="666666"/>
      </a:dk2>
      <a:lt2>
        <a:srgbClr val="D7D7D7"/>
      </a:lt2>
      <a:accent1>
        <a:srgbClr val="0028A5"/>
      </a:accent1>
      <a:accent2>
        <a:srgbClr val="4AC9E3"/>
      </a:accent2>
      <a:accent3>
        <a:srgbClr val="A4D233"/>
      </a:accent3>
      <a:accent4>
        <a:srgbClr val="FFC845"/>
      </a:accent4>
      <a:accent5>
        <a:srgbClr val="FC4C02"/>
      </a:accent5>
      <a:accent6>
        <a:srgbClr val="BF0D3E"/>
      </a:accent6>
      <a:hlink>
        <a:srgbClr val="000000"/>
      </a:hlink>
      <a:folHlink>
        <a:srgbClr val="000000"/>
      </a:folHlink>
    </a:clrScheme>
    <a:fontScheme name="Uni Zürich">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a:defPPr>
      </a:lstStyle>
    </a:txDef>
  </a:objectDefaults>
  <a:extraClrSchemeLst/>
  <a:extLst>
    <a:ext uri="{05A4C25C-085E-4340-85A3-A5531E510DB2}">
      <thm15:themeFamily xmlns:thm15="http://schemas.microsoft.com/office/thememl/2012/main" name="uzh-presentation-en" id="{1E472478-859B-544F-8FDA-30F40BD221B0}" vid="{E0316969-E371-664E-B793-DAC528073B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c24777f-78b6-4f3c-a73a-d5fa08e4d537" xsi:nil="true"/>
    <lcf76f155ced4ddcb4097134ff3c332f xmlns="c9077d15-72ed-4fec-bcfe-3472729e919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0E594130A2AF244FBF3F304D904ED593" ma:contentTypeVersion="18" ma:contentTypeDescription="Ein neues Dokument erstellen." ma:contentTypeScope="" ma:versionID="9c227ad3ab8d826471e210bb857ebfda">
  <xsd:schema xmlns:xsd="http://www.w3.org/2001/XMLSchema" xmlns:xs="http://www.w3.org/2001/XMLSchema" xmlns:p="http://schemas.microsoft.com/office/2006/metadata/properties" xmlns:ns2="c9077d15-72ed-4fec-bcfe-3472729e9195" xmlns:ns3="bc24777f-78b6-4f3c-a73a-d5fa08e4d537" targetNamespace="http://schemas.microsoft.com/office/2006/metadata/properties" ma:root="true" ma:fieldsID="2a0acd45fe6cc66a06723547185abeb0" ns2:_="" ns3:_="">
    <xsd:import namespace="c9077d15-72ed-4fec-bcfe-3472729e9195"/>
    <xsd:import namespace="bc24777f-78b6-4f3c-a73a-d5fa08e4d53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077d15-72ed-4fec-bcfe-3472729e91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Bildmarkierungen" ma:readOnly="false" ma:fieldId="{5cf76f15-5ced-4ddc-b409-7134ff3c332f}" ma:taxonomyMulti="true" ma:sspId="7fbe3b91-0d7a-4fca-85de-75d49bc052c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c24777f-78b6-4f3c-a73a-d5fa08e4d537"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23888c3-3691-4ee2-9093-74875a1c94d8}" ma:internalName="TaxCatchAll" ma:showField="CatchAllData" ma:web="bc24777f-78b6-4f3c-a73a-d5fa08e4d537">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6B7BE2-63AD-4C37-AC44-F0E4FC348E24}">
  <ds:schemaRefs>
    <ds:schemaRef ds:uri="http://schemas.microsoft.com/sharepoint/v3/contenttype/forms"/>
  </ds:schemaRefs>
</ds:datastoreItem>
</file>

<file path=customXml/itemProps2.xml><?xml version="1.0" encoding="utf-8"?>
<ds:datastoreItem xmlns:ds="http://schemas.openxmlformats.org/officeDocument/2006/customXml" ds:itemID="{5626B806-0237-4942-A1FD-5C97285908C2}">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elements/1.1/"/>
    <ds:schemaRef ds:uri="http://schemas.openxmlformats.org/package/2006/metadata/core-properties"/>
    <ds:schemaRef ds:uri="c9077d15-72ed-4fec-bcfe-3472729e9195"/>
    <ds:schemaRef ds:uri="http://purl.org/dc/dcmitype/"/>
    <ds:schemaRef ds:uri="bc24777f-78b6-4f3c-a73a-d5fa08e4d537"/>
    <ds:schemaRef ds:uri="http://www.w3.org/XML/1998/namespace"/>
  </ds:schemaRefs>
</ds:datastoreItem>
</file>

<file path=customXml/itemProps3.xml><?xml version="1.0" encoding="utf-8"?>
<ds:datastoreItem xmlns:ds="http://schemas.openxmlformats.org/officeDocument/2006/customXml" ds:itemID="{4B8C4983-C2B9-40A5-988A-6394CBDA55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077d15-72ed-4fec-bcfe-3472729e9195"/>
    <ds:schemaRef ds:uri="bc24777f-78b6-4f3c-a73a-d5fa08e4d5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uzh-presentation-en</Template>
  <TotalTime>650</TotalTime>
  <Words>807</Words>
  <Application>Microsoft Office PowerPoint</Application>
  <PresentationFormat>Widescreen</PresentationFormat>
  <Paragraphs>115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Source Sans Pro</vt:lpstr>
      <vt:lpstr>Source Sans Pro SemiBold</vt:lpstr>
      <vt:lpstr>Benutzerdefiniertes Design</vt:lpstr>
      <vt:lpstr>PowerPoint Presentation</vt:lpstr>
      <vt:lpstr>Schedule</vt:lpstr>
      <vt:lpstr>What is Informatics II?</vt:lpstr>
      <vt:lpstr>What is Informatics II?</vt:lpstr>
      <vt:lpstr>What is C?</vt:lpstr>
      <vt:lpstr>Task 1.</vt:lpstr>
      <vt:lpstr>Task 2.</vt:lpstr>
      <vt:lpstr>Task 3.</vt:lpstr>
      <vt:lpstr>Task 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 Grgic</dc:creator>
  <dc:description>erstellt durch Vorlagenbauer.ch</dc:description>
  <cp:lastModifiedBy>Anto Grgic</cp:lastModifiedBy>
  <cp:revision>8</cp:revision>
  <dcterms:created xsi:type="dcterms:W3CDTF">2026-02-24T14:10:36Z</dcterms:created>
  <dcterms:modified xsi:type="dcterms:W3CDTF">2026-02-27T12:32:56Z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0x0101000E594130A2AF244FBF3F304D904ED593</vt:lpwstr>
  </property>
  <property fmtid="{D5CDD505-2E9C-101B-9397-08002B2CF9AE}" pid="3" name="MediaServiceImageTags">
    <vt:lpwstr/>
  </property>
</Properties>
</file>