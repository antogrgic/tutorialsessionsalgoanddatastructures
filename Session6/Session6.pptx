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4"/>
  </p:sldMasterIdLst>
  <p:notesMasterIdLst>
    <p:notesMasterId r:id="rId18"/>
  </p:notesMasterIdLst>
  <p:handoutMasterIdLst>
    <p:handoutMasterId r:id="rId19"/>
  </p:handoutMasterIdLst>
  <p:sldIdLst>
    <p:sldId id="346" r:id="rId5"/>
    <p:sldId id="335" r:id="rId6"/>
    <p:sldId id="355" r:id="rId7"/>
    <p:sldId id="365" r:id="rId8"/>
    <p:sldId id="374" r:id="rId9"/>
    <p:sldId id="375" r:id="rId10"/>
    <p:sldId id="370" r:id="rId11"/>
    <p:sldId id="377" r:id="rId12"/>
    <p:sldId id="379" r:id="rId13"/>
    <p:sldId id="380" r:id="rId14"/>
    <p:sldId id="382" r:id="rId15"/>
    <p:sldId id="378" r:id="rId16"/>
    <p:sldId id="357" r:id="rId17"/>
  </p:sldIdLst>
  <p:sldSz cx="12192000" cy="6858000"/>
  <p:notesSz cx="6858000" cy="9144000"/>
  <p:defaultTextStyle>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9152458D-D975-4659-9756-A6BAF0E2F024}">
          <p14:sldIdLst>
            <p14:sldId id="346"/>
            <p14:sldId id="335"/>
            <p14:sldId id="355"/>
            <p14:sldId id="365"/>
            <p14:sldId id="374"/>
            <p14:sldId id="375"/>
            <p14:sldId id="370"/>
            <p14:sldId id="377"/>
            <p14:sldId id="379"/>
            <p14:sldId id="380"/>
            <p14:sldId id="382"/>
            <p14:sldId id="378"/>
            <p14:sldId id="35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7F7F7"/>
    <a:srgbClr val="0028A5"/>
    <a:srgbClr val="FF66FF"/>
    <a:srgbClr val="A4D233"/>
    <a:srgbClr val="FFFFFF"/>
    <a:srgbClr val="F1F3F3"/>
    <a:srgbClr val="E5EAE9"/>
    <a:srgbClr val="E1D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0E951-F767-40FB-8981-BDCADE0C3650}">
  <a:tblStyle styleId="{CA20E951-F767-40FB-8981-BDCADE0C3650}" styleName="UZH Standard">
    <a:wholeTbl>
      <a:tcTxStyle>
        <a:fontRef idx="minor">
          <a:prstClr val="black"/>
        </a:fontRef>
        <a:schemeClr val="dk1"/>
      </a:tcTxStyle>
      <a:tcStyle>
        <a:tcBdr>
          <a:left>
            <a:ln>
              <a:noFill/>
            </a:ln>
          </a:left>
          <a:right>
            <a:ln>
              <a:noFill/>
            </a:ln>
          </a:right>
          <a:top>
            <a:ln>
              <a:noFill/>
            </a:ln>
          </a:top>
          <a:bottom>
            <a:ln w="4233" cmpd="sng">
              <a:solidFill>
                <a:schemeClr val="dk1"/>
              </a:solidFill>
            </a:ln>
          </a:bottom>
          <a:insideH>
            <a:ln w="4233" cmpd="sng">
              <a:solidFill>
                <a:schemeClr val="dk1"/>
              </a:solidFill>
            </a:ln>
          </a:insideH>
          <a:insideV>
            <a:ln>
              <a:noFill/>
            </a:ln>
          </a:insideV>
        </a:tcBdr>
        <a:fill>
          <a:noFill/>
        </a:fill>
      </a:tcStyle>
    </a:wholeTbl>
    <a:band1H>
      <a:tcTxStyle>
        <a:schemeClr val="dk1"/>
      </a:tcTxStyle>
      <a:tcStyle>
        <a:tcBdr/>
        <a:fill>
          <a:noFill/>
        </a:fill>
      </a:tcStyle>
    </a:band1H>
    <a:band2H>
      <a:tcTxStyle>
        <a:schemeClr val="dk1"/>
      </a:tcTxStyle>
      <a:tcStyle>
        <a:tcBdr/>
        <a:fill>
          <a:noFill/>
        </a:fill>
      </a:tcStyle>
    </a:band2H>
    <a:band1V>
      <a:tcTxStyle>
        <a:schemeClr val="dk1"/>
      </a:tcTxStyle>
      <a:tcStyle>
        <a:tcBdr/>
        <a:fill>
          <a:noFill/>
        </a:fill>
      </a:tcStyle>
    </a:band1V>
    <a:band2V>
      <a:tcTxStyle>
        <a:schemeClr val="dk1"/>
      </a:tcTxStyle>
      <a:tcStyle>
        <a:tcBdr/>
        <a:fill>
          <a:noFill/>
        </a:fill>
      </a:tcStyle>
    </a:band2V>
    <a:lastCol>
      <a:tcTxStyle>
        <a:fontRef idx="major"/>
        <a:schemeClr val="dk1"/>
      </a:tcTxStyle>
      <a:tcStyle>
        <a:tcBdr/>
        <a:fill>
          <a:noFill/>
        </a:fill>
      </a:tcStyle>
    </a:lastCol>
    <a:firstCol>
      <a:tcTxStyle>
        <a:fontRef idx="major"/>
        <a:schemeClr val="dk1"/>
      </a:tcTxStyle>
      <a:tcStyle>
        <a:tcBdr/>
        <a:fill>
          <a:noFill/>
        </a:fill>
      </a:tcStyle>
    </a:firstCol>
    <a:lastRow>
      <a:tcTxStyle>
        <a:fontRef idx="major"/>
        <a:schemeClr val="dk1"/>
      </a:tcTxStyle>
      <a:tcStyle>
        <a:tcBdr>
          <a:top>
            <a:ln w="4233" cmpd="sng">
              <a:solidFill>
                <a:schemeClr val="dk1"/>
              </a:solidFill>
            </a:ln>
          </a:top>
          <a:bottom>
            <a:ln w="4233" cmpd="sng">
              <a:solidFill>
                <a:schemeClr val="dk1"/>
              </a:solidFill>
            </a:ln>
          </a:bottom>
        </a:tcBdr>
        <a:fill>
          <a:noFill/>
        </a:fill>
      </a:tcStyle>
    </a:lastRow>
    <a:firstRow>
      <a:tcTxStyle b="on">
        <a:fontRef idx="major"/>
        <a:schemeClr val="dk1"/>
      </a:tcTxStyle>
      <a:tcStyle>
        <a:tcBdr>
          <a:top>
            <a:ln>
              <a:noFill/>
            </a:ln>
          </a:top>
          <a:bottom>
            <a:ln w="12700" cmpd="sng">
              <a:solidFill>
                <a:schemeClr val="dk1"/>
              </a:solidFill>
            </a:ln>
          </a:bottom>
        </a:tcBdr>
        <a:fill>
          <a:no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94694" autoAdjust="0"/>
  </p:normalViewPr>
  <p:slideViewPr>
    <p:cSldViewPr showGuides="1">
      <p:cViewPr varScale="1">
        <p:scale>
          <a:sx n="75" d="100"/>
          <a:sy n="75" d="100"/>
        </p:scale>
        <p:origin x="681" y="267"/>
      </p:cViewPr>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3" d="100"/>
          <a:sy n="53" d="100"/>
        </p:scale>
        <p:origin x="2334" y="2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6672" y="229395"/>
            <a:ext cx="4320480" cy="310159"/>
          </a:xfrm>
          <a:prstGeom prst="rect">
            <a:avLst/>
          </a:prstGeom>
        </p:spPr>
        <p:txBody>
          <a:bodyPr vert="horz" lIns="0" tIns="0" rIns="0" bIns="0" rtlCol="0"/>
          <a:lstStyle>
            <a:lvl1pPr algn="l">
              <a:defRPr sz="1200"/>
            </a:lvl1pPr>
          </a:lstStyle>
          <a:p>
            <a:r>
              <a:rPr lang="de-CH" sz="900"/>
              <a:t>Kopfzeilentext</a:t>
            </a:r>
            <a:endParaRPr lang="de-CH" sz="900" dirty="0"/>
          </a:p>
        </p:txBody>
      </p:sp>
      <p:sp>
        <p:nvSpPr>
          <p:cNvPr id="3" name="Datumsplatzhalter 2"/>
          <p:cNvSpPr>
            <a:spLocks noGrp="1"/>
          </p:cNvSpPr>
          <p:nvPr>
            <p:ph type="dt" sz="quarter" idx="1"/>
          </p:nvPr>
        </p:nvSpPr>
        <p:spPr>
          <a:xfrm>
            <a:off x="5137720" y="229395"/>
            <a:ext cx="1243608" cy="310159"/>
          </a:xfrm>
          <a:prstGeom prst="rect">
            <a:avLst/>
          </a:prstGeom>
        </p:spPr>
        <p:txBody>
          <a:bodyPr vert="horz" lIns="0" tIns="0" rIns="0" bIns="0" rtlCol="0"/>
          <a:lstStyle>
            <a:lvl1pPr algn="r">
              <a:defRPr sz="1200"/>
            </a:lvl1pPr>
          </a:lstStyle>
          <a:p>
            <a:fld id="{EEC665CA-D682-48EC-95D2-126FD6449D65}" type="datetime1">
              <a:rPr lang="de-CH" sz="900" smtClean="0"/>
              <a:t>16.04.2026</a:t>
            </a:fld>
            <a:endParaRPr lang="de-CH" sz="900"/>
          </a:p>
        </p:txBody>
      </p:sp>
      <p:sp>
        <p:nvSpPr>
          <p:cNvPr id="4" name="Fußzeilenplatzhalter 3"/>
          <p:cNvSpPr>
            <a:spLocks noGrp="1"/>
          </p:cNvSpPr>
          <p:nvPr>
            <p:ph type="ftr" sz="quarter" idx="2"/>
          </p:nvPr>
        </p:nvSpPr>
        <p:spPr>
          <a:xfrm>
            <a:off x="476672" y="8489144"/>
            <a:ext cx="4320480" cy="331331"/>
          </a:xfrm>
          <a:prstGeom prst="rect">
            <a:avLst/>
          </a:prstGeom>
        </p:spPr>
        <p:txBody>
          <a:bodyPr vert="horz" lIns="0" tIns="0" rIns="0" bIns="0" rtlCol="0" anchor="b"/>
          <a:lstStyle>
            <a:lvl1pPr algn="l">
              <a:defRPr sz="1200"/>
            </a:lvl1pPr>
          </a:lstStyle>
          <a:p>
            <a:r>
              <a:rPr lang="de-CH" sz="900"/>
              <a:t>Fusszeilentext</a:t>
            </a:r>
            <a:endParaRPr lang="de-CH" sz="900" dirty="0"/>
          </a:p>
        </p:txBody>
      </p:sp>
      <p:sp>
        <p:nvSpPr>
          <p:cNvPr id="5" name="Foliennummernplatzhalter 4"/>
          <p:cNvSpPr>
            <a:spLocks noGrp="1"/>
          </p:cNvSpPr>
          <p:nvPr>
            <p:ph type="sldNum" sz="quarter" idx="3"/>
          </p:nvPr>
        </p:nvSpPr>
        <p:spPr>
          <a:xfrm>
            <a:off x="5137720" y="8489146"/>
            <a:ext cx="1243608" cy="331329"/>
          </a:xfrm>
          <a:prstGeom prst="rect">
            <a:avLst/>
          </a:prstGeom>
        </p:spPr>
        <p:txBody>
          <a:bodyPr vert="horz" lIns="0" tIns="0" rIns="0" bIns="0" rtlCol="0" anchor="b"/>
          <a:lstStyle>
            <a:lvl1pPr algn="r">
              <a:defRPr sz="1200"/>
            </a:lvl1pPr>
          </a:lstStyle>
          <a:p>
            <a:fld id="{2CEDAA2C-602C-494B-9BFF-F0D7FF14E319}" type="slidenum">
              <a:rPr lang="de-CH" sz="900" smtClean="0"/>
              <a:t>‹#›</a:t>
            </a:fld>
            <a:endParaRPr lang="de-CH" sz="900" dirty="0"/>
          </a:p>
        </p:txBody>
      </p:sp>
    </p:spTree>
    <p:extLst>
      <p:ext uri="{BB962C8B-B14F-4D97-AF65-F5344CB8AC3E}">
        <p14:creationId xmlns:p14="http://schemas.microsoft.com/office/powerpoint/2010/main" val="1625002673"/>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lienbildplatzhalter 11"/>
          <p:cNvSpPr>
            <a:spLocks noGrp="1" noRot="1" noChangeAspect="1"/>
          </p:cNvSpPr>
          <p:nvPr>
            <p:ph type="sldImg" idx="2"/>
          </p:nvPr>
        </p:nvSpPr>
        <p:spPr>
          <a:xfrm>
            <a:off x="764704" y="899592"/>
            <a:ext cx="5560412" cy="3127732"/>
          </a:xfrm>
          <a:prstGeom prst="rect">
            <a:avLst/>
          </a:prstGeom>
          <a:noFill/>
          <a:ln w="3175">
            <a:solidFill>
              <a:prstClr val="black"/>
            </a:solidFill>
          </a:ln>
        </p:spPr>
        <p:txBody>
          <a:bodyPr vert="horz" lIns="91440" tIns="45720" rIns="91440" bIns="45720" rtlCol="0" anchor="ctr"/>
          <a:lstStyle/>
          <a:p>
            <a:endParaRPr lang="de-CH"/>
          </a:p>
        </p:txBody>
      </p:sp>
      <p:sp>
        <p:nvSpPr>
          <p:cNvPr id="14" name="Fußzeilenplatzhalter 13"/>
          <p:cNvSpPr>
            <a:spLocks noGrp="1"/>
          </p:cNvSpPr>
          <p:nvPr>
            <p:ph type="ftr" sz="quarter" idx="4"/>
          </p:nvPr>
        </p:nvSpPr>
        <p:spPr>
          <a:xfrm>
            <a:off x="775244" y="8712000"/>
            <a:ext cx="2230428" cy="179512"/>
          </a:xfrm>
          <a:prstGeom prst="rect">
            <a:avLst/>
          </a:prstGeom>
        </p:spPr>
        <p:txBody>
          <a:bodyPr vert="horz" lIns="0" tIns="0" rIns="0" bIns="0" rtlCol="0" anchor="t"/>
          <a:lstStyle>
            <a:lvl1pPr algn="l">
              <a:defRPr sz="900"/>
            </a:lvl1pPr>
          </a:lstStyle>
          <a:p>
            <a:r>
              <a:rPr lang="de-CH" dirty="0"/>
              <a:t>Fusszeilentext</a:t>
            </a:r>
          </a:p>
        </p:txBody>
      </p:sp>
      <p:sp>
        <p:nvSpPr>
          <p:cNvPr id="15" name="Foliennummernplatzhalter 14"/>
          <p:cNvSpPr>
            <a:spLocks noGrp="1"/>
          </p:cNvSpPr>
          <p:nvPr>
            <p:ph type="sldNum" sz="quarter" idx="5"/>
          </p:nvPr>
        </p:nvSpPr>
        <p:spPr>
          <a:xfrm>
            <a:off x="5462663" y="8712000"/>
            <a:ext cx="871173" cy="179512"/>
          </a:xfrm>
          <a:prstGeom prst="rect">
            <a:avLst/>
          </a:prstGeom>
        </p:spPr>
        <p:txBody>
          <a:bodyPr vert="horz" lIns="0" tIns="0" rIns="0" bIns="0" rtlCol="0" anchor="t"/>
          <a:lstStyle>
            <a:lvl1pPr algn="r">
              <a:defRPr sz="900"/>
            </a:lvl1pPr>
          </a:lstStyle>
          <a:p>
            <a:fld id="{83C81C81-E364-4366-A610-2DB15FF98538}" type="slidenum">
              <a:rPr lang="de-CH" smtClean="0"/>
              <a:pPr/>
              <a:t>‹#›</a:t>
            </a:fld>
            <a:endParaRPr lang="de-CH" dirty="0"/>
          </a:p>
        </p:txBody>
      </p:sp>
      <p:sp>
        <p:nvSpPr>
          <p:cNvPr id="16" name="Notizenplatzhalter 15"/>
          <p:cNvSpPr>
            <a:spLocks noGrp="1"/>
          </p:cNvSpPr>
          <p:nvPr>
            <p:ph type="body" sz="quarter" idx="3"/>
          </p:nvPr>
        </p:nvSpPr>
        <p:spPr>
          <a:xfrm>
            <a:off x="773424" y="4283968"/>
            <a:ext cx="5560412" cy="4248472"/>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17" name="Datumsplatzhalter 16"/>
          <p:cNvSpPr>
            <a:spLocks noGrp="1"/>
          </p:cNvSpPr>
          <p:nvPr>
            <p:ph type="dt" idx="1"/>
          </p:nvPr>
        </p:nvSpPr>
        <p:spPr>
          <a:xfrm>
            <a:off x="4229809" y="425838"/>
            <a:ext cx="2095308" cy="185722"/>
          </a:xfrm>
          <a:prstGeom prst="rect">
            <a:avLst/>
          </a:prstGeom>
        </p:spPr>
        <p:txBody>
          <a:bodyPr vert="horz" lIns="0" tIns="0" rIns="0" bIns="0" rtlCol="0"/>
          <a:lstStyle>
            <a:lvl1pPr algn="r">
              <a:defRPr sz="900"/>
            </a:lvl1pPr>
          </a:lstStyle>
          <a:p>
            <a:fld id="{A17AAF7D-4283-4014-80F4-26E915FEACF8}" type="datetime1">
              <a:rPr lang="de-CH" smtClean="0"/>
              <a:t>16.04.2026</a:t>
            </a:fld>
            <a:endParaRPr lang="de-CH" dirty="0"/>
          </a:p>
        </p:txBody>
      </p:sp>
      <p:sp>
        <p:nvSpPr>
          <p:cNvPr id="18" name="Kopfzeilenplatzhalter 17"/>
          <p:cNvSpPr>
            <a:spLocks noGrp="1"/>
          </p:cNvSpPr>
          <p:nvPr>
            <p:ph type="hdr" sz="quarter"/>
          </p:nvPr>
        </p:nvSpPr>
        <p:spPr>
          <a:xfrm>
            <a:off x="764704" y="432000"/>
            <a:ext cx="3249080" cy="179560"/>
          </a:xfrm>
          <a:prstGeom prst="rect">
            <a:avLst/>
          </a:prstGeom>
        </p:spPr>
        <p:txBody>
          <a:bodyPr vert="horz" lIns="0" tIns="0" rIns="0" bIns="0" rtlCol="0"/>
          <a:lstStyle>
            <a:lvl1pPr algn="l">
              <a:defRPr sz="900"/>
            </a:lvl1pPr>
          </a:lstStyle>
          <a:p>
            <a:r>
              <a:rPr lang="de-CH"/>
              <a:t>Kopfzeilentext</a:t>
            </a:r>
            <a:endParaRPr lang="de-CH" dirty="0"/>
          </a:p>
        </p:txBody>
      </p:sp>
    </p:spTree>
    <p:extLst>
      <p:ext uri="{BB962C8B-B14F-4D97-AF65-F5344CB8AC3E}">
        <p14:creationId xmlns:p14="http://schemas.microsoft.com/office/powerpoint/2010/main" val="31170970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Aft>
        <a:spcPts val="600"/>
      </a:spcAft>
      <a:defRPr sz="1100" kern="1200">
        <a:solidFill>
          <a:schemeClr val="tx1"/>
        </a:solidFill>
        <a:latin typeface="+mn-lt"/>
        <a:ea typeface="+mn-ea"/>
        <a:cs typeface="+mn-cs"/>
      </a:defRPr>
    </a:lvl1pPr>
    <a:lvl2pPr marL="177800"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2pPr>
    <a:lvl3pPr marL="357188" indent="-17938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3pPr>
    <a:lvl4pPr marL="534988"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4pPr>
    <a:lvl5pPr marL="720725" indent="-18573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mit Universitätseinhei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80000"/>
            <a:ext cx="11652249" cy="5513115"/>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solidFill>
                  <a:schemeClr val="bg1"/>
                </a:solidFill>
              </a:defRPr>
            </a:lvl1pPr>
          </a:lstStyle>
          <a:p>
            <a:fld id="{C515E362-FD09-4668-88D0-DD938814C8D5}" type="datetime1">
              <a:rPr lang="en-GB" noProof="0" smtClean="0"/>
              <a:t>16/04/2026</a:t>
            </a:fld>
            <a:endParaRPr lang="en-GB" noProof="0"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p:spPr>
        <p:txBody>
          <a:bodyPr/>
          <a:lstStyle>
            <a:lvl1pPr>
              <a:defRPr sz="100">
                <a:solidFill>
                  <a:schemeClr val="bg1"/>
                </a:solidFill>
              </a:defRPr>
            </a:lvl1pPr>
          </a:lstStyle>
          <a:p>
            <a:r>
              <a:rPr lang="en-GB" noProof="0"/>
              <a:t>Grgic Anto</a:t>
            </a:r>
            <a:endParaRPr lang="en-GB" noProof="0" dirty="0"/>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solidFill>
                  <a:schemeClr val="bg1"/>
                </a:solidFill>
              </a:defRPr>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cxnSp>
        <p:nvCxnSpPr>
          <p:cNvPr id="14" name="Gerader Verbinder 13">
            <a:extLst>
              <a:ext uri="{FF2B5EF4-FFF2-40B4-BE49-F238E27FC236}">
                <a16:creationId xmlns:a16="http://schemas.microsoft.com/office/drawing/2014/main" id="{7D526C9F-D78C-A1C8-B22D-122736EC2F5E}"/>
              </a:ext>
            </a:extLst>
          </p:cNvPr>
          <p:cNvCxnSpPr/>
          <p:nvPr userDrawn="1"/>
        </p:nvCxnSpPr>
        <p:spPr>
          <a:xfrm>
            <a:off x="2134800" y="268547"/>
            <a:ext cx="0" cy="5400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5" name="Textplatzhalter 12">
            <a:extLst>
              <a:ext uri="{FF2B5EF4-FFF2-40B4-BE49-F238E27FC236}">
                <a16:creationId xmlns:a16="http://schemas.microsoft.com/office/drawing/2014/main" id="{7B00AE1C-C971-C5C1-1DCB-41F3370C34D2}"/>
              </a:ext>
            </a:extLst>
          </p:cNvPr>
          <p:cNvSpPr>
            <a:spLocks noGrp="1"/>
          </p:cNvSpPr>
          <p:nvPr>
            <p:ph type="body" sz="quarter" idx="14" hasCustomPrompt="1"/>
          </p:nvPr>
        </p:nvSpPr>
        <p:spPr>
          <a:xfrm>
            <a:off x="2412000" y="273600"/>
            <a:ext cx="3465505" cy="536400"/>
          </a:xfrm>
        </p:spPr>
        <p:txBody>
          <a:bodyPr anchor="ctr"/>
          <a:lstStyle>
            <a:lvl1pPr>
              <a:lnSpc>
                <a:spcPct val="97000"/>
              </a:lnSpc>
              <a:defRPr sz="1300" spc="-20" baseline="0">
                <a:latin typeface="Source Sans Pro SemiBold" panose="020B0603030403020204" pitchFamily="34" charset="0"/>
              </a:defRPr>
            </a:lvl1pPr>
          </a:lstStyle>
          <a:p>
            <a:pPr lvl="0"/>
            <a:r>
              <a:rPr lang="en-GB" noProof="0" dirty="0" err="1"/>
              <a:t>Organisationseinheit</a:t>
            </a:r>
            <a:endParaRPr lang="en-GB" noProof="0" dirty="0"/>
          </a:p>
        </p:txBody>
      </p:sp>
      <p:sp>
        <p:nvSpPr>
          <p:cNvPr id="5" name="Textplatzhalter 4">
            <a:extLst>
              <a:ext uri="{FF2B5EF4-FFF2-40B4-BE49-F238E27FC236}">
                <a16:creationId xmlns:a16="http://schemas.microsoft.com/office/drawing/2014/main" id="{AEEBEE38-90C0-68F8-53F6-37ACBFF1050F}"/>
              </a:ext>
            </a:extLst>
          </p:cNvPr>
          <p:cNvSpPr>
            <a:spLocks noGrp="1"/>
          </p:cNvSpPr>
          <p:nvPr>
            <p:ph type="body" sz="quarter" idx="15"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Tree>
    <p:extLst>
      <p:ext uri="{BB962C8B-B14F-4D97-AF65-F5344CB8AC3E}">
        <p14:creationId xmlns:p14="http://schemas.microsoft.com/office/powerpoint/2010/main" val="2970711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Logo">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78185"/>
            <a:ext cx="11652249" cy="5513115"/>
          </a:xfrm>
          <a:pattFill prst="lgCheck">
            <a:fgClr>
              <a:schemeClr val="bg1">
                <a:lumMod val="85000"/>
              </a:schemeClr>
            </a:fgClr>
            <a:bgClr>
              <a:schemeClr val="bg1"/>
            </a:bgClr>
          </a:pattFill>
        </p:spPr>
        <p:txBody>
          <a:bodyPr tIns="720000" anchor="ctr" anchorCtr="0"/>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lvl1pPr>
          </a:lstStyle>
          <a:p>
            <a:fld id="{B7827833-B3EB-4D22-BDF4-3587D1185BAB}" type="datetime1">
              <a:rPr lang="en-GB" noProof="0" smtClean="0"/>
              <a:t>16/04/2026</a:t>
            </a:fld>
            <a:endParaRPr lang="en-GB" noProof="0"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p:spPr>
        <p:txBody>
          <a:bodyPr/>
          <a:lstStyle>
            <a:lvl1pPr>
              <a:defRPr sz="100"/>
            </a:lvl1pPr>
          </a:lstStyle>
          <a:p>
            <a:r>
              <a:rPr lang="en-GB" noProof="0"/>
              <a:t>Grgic Anto</a:t>
            </a:r>
            <a:endParaRPr lang="en-GB" noProof="0" dirty="0"/>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5" name="Textplatzhalter 4">
            <a:extLst>
              <a:ext uri="{FF2B5EF4-FFF2-40B4-BE49-F238E27FC236}">
                <a16:creationId xmlns:a16="http://schemas.microsoft.com/office/drawing/2014/main" id="{8500B2A4-A548-86D9-6FFA-57A63AC10C67}"/>
              </a:ext>
            </a:extLst>
          </p:cNvPr>
          <p:cNvSpPr>
            <a:spLocks noGrp="1"/>
          </p:cNvSpPr>
          <p:nvPr>
            <p:ph type="body" sz="quarter" idx="14"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Tree>
    <p:extLst>
      <p:ext uri="{BB962C8B-B14F-4D97-AF65-F5344CB8AC3E}">
        <p14:creationId xmlns:p14="http://schemas.microsoft.com/office/powerpoint/2010/main" val="389188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mit Logos">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80000"/>
            <a:ext cx="11652249" cy="49788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solidFill>
                  <a:schemeClr val="bg1"/>
                </a:solidFill>
              </a:defRPr>
            </a:lvl1pPr>
          </a:lstStyle>
          <a:p>
            <a:fld id="{F8C16490-B6B0-45CE-820B-001EE801F293}" type="datetime1">
              <a:rPr lang="en-GB" noProof="0" smtClean="0"/>
              <a:t>16/04/2026</a:t>
            </a:fld>
            <a:endParaRPr lang="en-GB" noProof="0"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p:spPr>
        <p:txBody>
          <a:bodyPr/>
          <a:lstStyle>
            <a:lvl1pPr>
              <a:defRPr sz="100">
                <a:solidFill>
                  <a:schemeClr val="bg1"/>
                </a:solidFill>
              </a:defRPr>
            </a:lvl1pPr>
          </a:lstStyle>
          <a:p>
            <a:r>
              <a:rPr lang="en-GB" noProof="0"/>
              <a:t>Grgic Anto</a:t>
            </a:r>
            <a:endParaRPr lang="en-GB" noProof="0" dirty="0"/>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solidFill>
                  <a:schemeClr val="bg1"/>
                </a:solidFill>
              </a:defRPr>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13" name="Textplatzhalter 12">
            <a:extLst>
              <a:ext uri="{FF2B5EF4-FFF2-40B4-BE49-F238E27FC236}">
                <a16:creationId xmlns:a16="http://schemas.microsoft.com/office/drawing/2014/main" id="{311DA3BE-00CD-1BA7-A6C5-5D9732DE8861}"/>
              </a:ext>
            </a:extLst>
          </p:cNvPr>
          <p:cNvSpPr>
            <a:spLocks noGrp="1"/>
          </p:cNvSpPr>
          <p:nvPr>
            <p:ph type="body" sz="quarter" idx="14" hasCustomPrompt="1"/>
          </p:nvPr>
        </p:nvSpPr>
        <p:spPr>
          <a:xfrm>
            <a:off x="2412000" y="273600"/>
            <a:ext cx="3465505" cy="536400"/>
          </a:xfrm>
        </p:spPr>
        <p:txBody>
          <a:bodyPr anchor="ctr"/>
          <a:lstStyle>
            <a:lvl1pPr>
              <a:lnSpc>
                <a:spcPct val="97000"/>
              </a:lnSpc>
              <a:defRPr sz="1300" spc="-20" baseline="0">
                <a:latin typeface="Source Sans Pro SemiBold" panose="020B0603030403020204" pitchFamily="34" charset="0"/>
              </a:defRPr>
            </a:lvl1pPr>
          </a:lstStyle>
          <a:p>
            <a:pPr lvl="0"/>
            <a:r>
              <a:rPr lang="en-GB" noProof="0" dirty="0" err="1"/>
              <a:t>Organisationseinheit</a:t>
            </a:r>
            <a:endParaRPr lang="en-GB" noProof="0" dirty="0"/>
          </a:p>
        </p:txBody>
      </p:sp>
      <p:cxnSp>
        <p:nvCxnSpPr>
          <p:cNvPr id="2" name="Gerader Verbinder 1">
            <a:extLst>
              <a:ext uri="{FF2B5EF4-FFF2-40B4-BE49-F238E27FC236}">
                <a16:creationId xmlns:a16="http://schemas.microsoft.com/office/drawing/2014/main" id="{5A04CBAD-2C4F-A402-4949-1283FB197368}"/>
              </a:ext>
            </a:extLst>
          </p:cNvPr>
          <p:cNvCxnSpPr/>
          <p:nvPr userDrawn="1"/>
        </p:nvCxnSpPr>
        <p:spPr>
          <a:xfrm>
            <a:off x="2134800" y="268547"/>
            <a:ext cx="0" cy="5400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5" name="Textplatzhalter 4">
            <a:extLst>
              <a:ext uri="{FF2B5EF4-FFF2-40B4-BE49-F238E27FC236}">
                <a16:creationId xmlns:a16="http://schemas.microsoft.com/office/drawing/2014/main" id="{E22F3AE3-7ACB-2716-808B-C82789FE837D}"/>
              </a:ext>
            </a:extLst>
          </p:cNvPr>
          <p:cNvSpPr>
            <a:spLocks noGrp="1"/>
          </p:cNvSpPr>
          <p:nvPr>
            <p:ph type="body" sz="quarter" idx="15"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
        <p:nvSpPr>
          <p:cNvPr id="3" name="Bildplatzhalter 6">
            <a:extLst>
              <a:ext uri="{FF2B5EF4-FFF2-40B4-BE49-F238E27FC236}">
                <a16:creationId xmlns:a16="http://schemas.microsoft.com/office/drawing/2014/main" id="{3E33648C-CA30-D18F-AD19-488B5D389660}"/>
              </a:ext>
            </a:extLst>
          </p:cNvPr>
          <p:cNvSpPr>
            <a:spLocks noGrp="1"/>
          </p:cNvSpPr>
          <p:nvPr>
            <p:ph type="pic" sz="quarter" idx="17" hasCustomPrompt="1"/>
          </p:nvPr>
        </p:nvSpPr>
        <p:spPr>
          <a:xfrm>
            <a:off x="1710983" y="6224588"/>
            <a:ext cx="1021219" cy="352570"/>
          </a:xfrm>
        </p:spPr>
        <p:txBody>
          <a:bodyPr/>
          <a:lstStyle/>
          <a:p>
            <a:r>
              <a:rPr lang="de-DE" dirty="0"/>
              <a:t>Logo</a:t>
            </a:r>
          </a:p>
        </p:txBody>
      </p:sp>
      <p:sp>
        <p:nvSpPr>
          <p:cNvPr id="7" name="Bildplatzhalter 6">
            <a:extLst>
              <a:ext uri="{FF2B5EF4-FFF2-40B4-BE49-F238E27FC236}">
                <a16:creationId xmlns:a16="http://schemas.microsoft.com/office/drawing/2014/main" id="{A15B553A-D76B-BE50-5229-98B3298F67E7}"/>
              </a:ext>
            </a:extLst>
          </p:cNvPr>
          <p:cNvSpPr>
            <a:spLocks noGrp="1"/>
          </p:cNvSpPr>
          <p:nvPr>
            <p:ph type="pic" sz="quarter" idx="18" hasCustomPrompt="1"/>
          </p:nvPr>
        </p:nvSpPr>
        <p:spPr>
          <a:xfrm>
            <a:off x="3155868" y="6224588"/>
            <a:ext cx="1021219" cy="352570"/>
          </a:xfrm>
        </p:spPr>
        <p:txBody>
          <a:bodyPr/>
          <a:lstStyle/>
          <a:p>
            <a:r>
              <a:rPr lang="de-DE" dirty="0"/>
              <a:t>Logo</a:t>
            </a:r>
          </a:p>
        </p:txBody>
      </p:sp>
      <p:cxnSp>
        <p:nvCxnSpPr>
          <p:cNvPr id="10" name="Gerader Verbinder 13">
            <a:extLst>
              <a:ext uri="{FF2B5EF4-FFF2-40B4-BE49-F238E27FC236}">
                <a16:creationId xmlns:a16="http://schemas.microsoft.com/office/drawing/2014/main" id="{C8695E30-C682-657A-CE1E-BCDA5B2D888F}"/>
              </a:ext>
            </a:extLst>
          </p:cNvPr>
          <p:cNvCxnSpPr>
            <a:cxnSpLocks/>
          </p:cNvCxnSpPr>
          <p:nvPr userDrawn="1"/>
        </p:nvCxnSpPr>
        <p:spPr>
          <a:xfrm>
            <a:off x="1491966" y="6246812"/>
            <a:ext cx="0" cy="337344"/>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cxnSp>
        <p:nvCxnSpPr>
          <p:cNvPr id="12" name="Gerader Verbinder 16">
            <a:extLst>
              <a:ext uri="{FF2B5EF4-FFF2-40B4-BE49-F238E27FC236}">
                <a16:creationId xmlns:a16="http://schemas.microsoft.com/office/drawing/2014/main" id="{D97721AF-771D-3772-A516-40C8BD5539BE}"/>
              </a:ext>
            </a:extLst>
          </p:cNvPr>
          <p:cNvCxnSpPr>
            <a:cxnSpLocks/>
          </p:cNvCxnSpPr>
          <p:nvPr userDrawn="1"/>
        </p:nvCxnSpPr>
        <p:spPr>
          <a:xfrm>
            <a:off x="2951746" y="6246812"/>
            <a:ext cx="0" cy="337344"/>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5" name="Bildplatzhalter 6">
            <a:extLst>
              <a:ext uri="{FF2B5EF4-FFF2-40B4-BE49-F238E27FC236}">
                <a16:creationId xmlns:a16="http://schemas.microsoft.com/office/drawing/2014/main" id="{B7E424F3-B19E-8930-52AC-A85E22C10F26}"/>
              </a:ext>
            </a:extLst>
          </p:cNvPr>
          <p:cNvSpPr>
            <a:spLocks noGrp="1"/>
          </p:cNvSpPr>
          <p:nvPr>
            <p:ph type="pic" sz="quarter" idx="16" hasCustomPrompt="1"/>
          </p:nvPr>
        </p:nvSpPr>
        <p:spPr>
          <a:xfrm>
            <a:off x="266098" y="6224588"/>
            <a:ext cx="1021219" cy="352570"/>
          </a:xfrm>
        </p:spPr>
        <p:txBody>
          <a:bodyPr/>
          <a:lstStyle/>
          <a:p>
            <a:r>
              <a:rPr lang="de-DE" dirty="0"/>
              <a:t>Logo</a:t>
            </a:r>
          </a:p>
        </p:txBody>
      </p:sp>
    </p:spTree>
    <p:extLst>
      <p:ext uri="{BB962C8B-B14F-4D97-AF65-F5344CB8AC3E}">
        <p14:creationId xmlns:p14="http://schemas.microsoft.com/office/powerpoint/2010/main" val="872154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ild gross mit Tex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273378"/>
            <a:ext cx="11652249"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39B43C91-F0D8-4D10-AD7C-80106A87C29F}"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2" name="Textplatzhalter 4">
            <a:extLst>
              <a:ext uri="{FF2B5EF4-FFF2-40B4-BE49-F238E27FC236}">
                <a16:creationId xmlns:a16="http://schemas.microsoft.com/office/drawing/2014/main" id="{48EC57F8-2FF9-F2DC-C053-E44A7DBF457D}"/>
              </a:ext>
            </a:extLst>
          </p:cNvPr>
          <p:cNvSpPr>
            <a:spLocks noGrp="1"/>
          </p:cNvSpPr>
          <p:nvPr>
            <p:ph type="body" sz="quarter" idx="17" hasCustomPrompt="1"/>
          </p:nvPr>
        </p:nvSpPr>
        <p:spPr>
          <a:xfrm>
            <a:off x="0" y="1209675"/>
            <a:ext cx="1983799" cy="1308143"/>
          </a:xfrm>
          <a:solidFill>
            <a:schemeClr val="bg1"/>
          </a:solidFill>
        </p:spPr>
        <p:txBody>
          <a:bodyPr wrap="none" lIns="270000" tIns="154800" rIns="248400" bIns="180000">
            <a:spAutoFit/>
          </a:bodyPr>
          <a:lstStyle>
            <a:lvl1pPr>
              <a:lnSpc>
                <a:spcPct val="97000"/>
              </a:lnSpc>
              <a:defRPr sz="2400" b="1"/>
            </a:lvl1pPr>
            <a:lvl2pPr marL="0" indent="0">
              <a:lnSpc>
                <a:spcPct val="103000"/>
              </a:lnSpc>
              <a:spcBef>
                <a:spcPts val="0"/>
              </a:spcBef>
              <a:buFontTx/>
              <a:buNone/>
              <a:defRPr sz="1600" b="0"/>
            </a:lvl2pPr>
            <a:lvl3pPr>
              <a:lnSpc>
                <a:spcPct val="83000"/>
              </a:lnSpc>
              <a:defRPr sz="4700" b="1"/>
            </a:lvl3pPr>
            <a:lvl4pPr>
              <a:lnSpc>
                <a:spcPct val="83000"/>
              </a:lnSpc>
              <a:defRPr sz="4700" b="1"/>
            </a:lvl4pPr>
            <a:lvl5pPr>
              <a:lnSpc>
                <a:spcPct val="83000"/>
              </a:lnSpc>
              <a:defRPr sz="4700" b="1"/>
            </a:lvl5pPr>
          </a:lstStyle>
          <a:p>
            <a:pPr lvl="0"/>
            <a:r>
              <a:rPr lang="en-GB" noProof="0" dirty="0"/>
              <a:t>Insert title</a:t>
            </a:r>
          </a:p>
          <a:p>
            <a:pPr lvl="1"/>
            <a:r>
              <a:rPr lang="en-GB" noProof="0" dirty="0"/>
              <a:t>Insert text</a:t>
            </a:r>
          </a:p>
          <a:p>
            <a:pPr lvl="0"/>
            <a:endParaRPr lang="en-GB" noProof="0" dirty="0"/>
          </a:p>
        </p:txBody>
      </p:sp>
    </p:spTree>
    <p:extLst>
      <p:ext uri="{BB962C8B-B14F-4D97-AF65-F5344CB8AC3E}">
        <p14:creationId xmlns:p14="http://schemas.microsoft.com/office/powerpoint/2010/main" val="1837750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Bild und Text">
    <p:spTree>
      <p:nvGrpSpPr>
        <p:cNvPr id="1" name=""/>
        <p:cNvGrpSpPr/>
        <p:nvPr/>
      </p:nvGrpSpPr>
      <p:grpSpPr>
        <a:xfrm>
          <a:off x="0" y="0"/>
          <a:ext cx="0" cy="0"/>
          <a:chOff x="0" y="0"/>
          <a:chExt cx="0" cy="0"/>
        </a:xfrm>
      </p:grpSpPr>
      <p:sp>
        <p:nvSpPr>
          <p:cNvPr id="8" name="Bildplatzhalter 4">
            <a:extLst>
              <a:ext uri="{FF2B5EF4-FFF2-40B4-BE49-F238E27FC236}">
                <a16:creationId xmlns:a16="http://schemas.microsoft.com/office/drawing/2014/main" id="{62E6E148-5F7E-6A90-F5E7-CAF43EF2FFA4}"/>
              </a:ext>
            </a:extLst>
          </p:cNvPr>
          <p:cNvSpPr>
            <a:spLocks noGrp="1"/>
          </p:cNvSpPr>
          <p:nvPr>
            <p:ph type="pic" sz="quarter" idx="14"/>
          </p:nvPr>
        </p:nvSpPr>
        <p:spPr>
          <a:xfrm>
            <a:off x="269875" y="866775"/>
            <a:ext cx="11652249" cy="5150546"/>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Titel 1"/>
          <p:cNvSpPr>
            <a:spLocks noGrp="1"/>
          </p:cNvSpPr>
          <p:nvPr>
            <p:ph type="title" hasCustomPrompt="1"/>
          </p:nvPr>
        </p:nvSpPr>
        <p:spPr>
          <a:xfrm>
            <a:off x="273600" y="244800"/>
            <a:ext cx="11650662" cy="625944"/>
          </a:xfrm>
        </p:spPr>
        <p:txBody>
          <a:bodyPr/>
          <a:lstStyle>
            <a:lvl1pPr>
              <a:defRPr/>
            </a:lvl1p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C3D20089-3297-4BE2-B75D-7802F1A971AD}"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Textplatzhalter 8">
            <a:extLst>
              <a:ext uri="{FF2B5EF4-FFF2-40B4-BE49-F238E27FC236}">
                <a16:creationId xmlns:a16="http://schemas.microsoft.com/office/drawing/2014/main" id="{6CDD860C-EA71-505B-F39E-701CB8A00FF5}"/>
              </a:ext>
            </a:extLst>
          </p:cNvPr>
          <p:cNvSpPr>
            <a:spLocks noGrp="1"/>
          </p:cNvSpPr>
          <p:nvPr>
            <p:ph type="body" sz="quarter" idx="13" hasCustomPrompt="1"/>
          </p:nvPr>
        </p:nvSpPr>
        <p:spPr>
          <a:xfrm>
            <a:off x="270000" y="6022800"/>
            <a:ext cx="5826000" cy="203300"/>
          </a:xfrm>
        </p:spPr>
        <p:txBody>
          <a:bodyPr anchor="b"/>
          <a:lstStyle>
            <a:lvl1pPr>
              <a:lnSpc>
                <a:spcPct val="109000"/>
              </a:lnSpc>
              <a:defRPr sz="1000"/>
            </a:lvl1pPr>
            <a:lvl2pPr>
              <a:defRPr sz="1000"/>
            </a:lvl2pPr>
            <a:lvl3pPr>
              <a:defRPr sz="1000"/>
            </a:lvl3pPr>
            <a:lvl4pPr>
              <a:defRPr sz="1000"/>
            </a:lvl4pPr>
            <a:lvl5pPr>
              <a:defRPr sz="1000"/>
            </a:lvl5pPr>
          </a:lstStyle>
          <a:p>
            <a:pPr lvl="0"/>
            <a:r>
              <a:rPr lang="en-GB" noProof="0" dirty="0"/>
              <a:t>Insert source</a:t>
            </a:r>
          </a:p>
        </p:txBody>
      </p:sp>
      <p:sp>
        <p:nvSpPr>
          <p:cNvPr id="3" name="Textplatzhalter 4">
            <a:extLst>
              <a:ext uri="{FF2B5EF4-FFF2-40B4-BE49-F238E27FC236}">
                <a16:creationId xmlns:a16="http://schemas.microsoft.com/office/drawing/2014/main" id="{7737E4CB-5032-63D9-B015-478DD21B1364}"/>
              </a:ext>
            </a:extLst>
          </p:cNvPr>
          <p:cNvSpPr>
            <a:spLocks noGrp="1"/>
          </p:cNvSpPr>
          <p:nvPr>
            <p:ph type="body" sz="quarter" idx="17" hasCustomPrompt="1"/>
          </p:nvPr>
        </p:nvSpPr>
        <p:spPr>
          <a:xfrm>
            <a:off x="0" y="4154437"/>
            <a:ext cx="1389084" cy="949904"/>
          </a:xfrm>
          <a:solidFill>
            <a:schemeClr val="bg1"/>
          </a:solidFill>
        </p:spPr>
        <p:txBody>
          <a:bodyPr wrap="none" lIns="270000" tIns="154800" rIns="248400" bIns="180000">
            <a:spAutoFit/>
          </a:bodyPr>
          <a:lstStyle>
            <a:lvl1pPr>
              <a:lnSpc>
                <a:spcPct val="97000"/>
              </a:lnSpc>
              <a:defRPr sz="2400" b="1"/>
            </a:lvl1pPr>
            <a:lvl2pPr marL="0" indent="0">
              <a:lnSpc>
                <a:spcPct val="103000"/>
              </a:lnSpc>
              <a:spcBef>
                <a:spcPts val="0"/>
              </a:spcBef>
              <a:buFontTx/>
              <a:buNone/>
              <a:defRPr sz="1600" b="0"/>
            </a:lvl2pPr>
            <a:lvl3pPr>
              <a:lnSpc>
                <a:spcPct val="83000"/>
              </a:lnSpc>
              <a:defRPr sz="4700" b="1"/>
            </a:lvl3pPr>
            <a:lvl4pPr>
              <a:lnSpc>
                <a:spcPct val="83000"/>
              </a:lnSpc>
              <a:defRPr sz="4700" b="1"/>
            </a:lvl4pPr>
            <a:lvl5pPr>
              <a:lnSpc>
                <a:spcPct val="83000"/>
              </a:lnSpc>
              <a:defRPr sz="4700" b="1"/>
            </a:lvl5pPr>
          </a:lstStyle>
          <a:p>
            <a:pPr lvl="1"/>
            <a:r>
              <a:rPr lang="en-GB" noProof="0" dirty="0"/>
              <a:t>Insert text</a:t>
            </a:r>
          </a:p>
          <a:p>
            <a:pPr lvl="0"/>
            <a:endParaRPr lang="en-GB" noProof="0" dirty="0"/>
          </a:p>
        </p:txBody>
      </p:sp>
    </p:spTree>
    <p:extLst>
      <p:ext uri="{BB962C8B-B14F-4D97-AF65-F5344CB8AC3E}">
        <p14:creationId xmlns:p14="http://schemas.microsoft.com/office/powerpoint/2010/main" val="2677703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titel">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271461" y="289224"/>
            <a:ext cx="11650663" cy="5935364"/>
          </a:xfrm>
          <a:solidFill>
            <a:schemeClr val="accent1"/>
          </a:solidFill>
        </p:spPr>
        <p:txBody>
          <a:bodyPr tIns="324000" rIns="0" anchor="t"/>
          <a:lstStyle>
            <a:lvl1pPr algn="r">
              <a:lnSpc>
                <a:spcPct val="100000"/>
              </a:lnSpc>
              <a:spcBef>
                <a:spcPts val="0"/>
              </a:spcBef>
              <a:spcAft>
                <a:spcPts val="0"/>
              </a:spcAft>
              <a:defRPr sz="45000" b="1">
                <a:solidFill>
                  <a:schemeClr val="accent1">
                    <a:lumMod val="60000"/>
                    <a:lumOff val="40000"/>
                  </a:schemeClr>
                </a:solidFill>
              </a:defRPr>
            </a:lvl1pPr>
            <a:lvl2pPr marL="174625" indent="-174625" algn="r">
              <a:buFont typeface="Source Sans Pro" panose="020B0503030403020204" pitchFamily="34" charset="0"/>
              <a:buChar char="―"/>
              <a:defRPr/>
            </a:lvl2pPr>
            <a:lvl3pPr marL="360363" indent="-185738" algn="r">
              <a:buFont typeface="Source Sans Pro" panose="020B0503030403020204" pitchFamily="34" charset="0"/>
              <a:buChar char="―"/>
              <a:defRPr/>
            </a:lvl3pPr>
            <a:lvl4pPr marL="534988" indent="-174625" algn="r">
              <a:buFont typeface="Source Sans Pro" panose="020B0503030403020204" pitchFamily="34" charset="0"/>
              <a:buChar char="―"/>
              <a:defRPr/>
            </a:lvl4pPr>
            <a:lvl5pPr marL="719138" indent="-184150" algn="r">
              <a:buFont typeface="Source Sans Pro" panose="020B0503030403020204" pitchFamily="34" charset="0"/>
              <a:buChar char="―"/>
              <a:defRPr/>
            </a:lvl5pPr>
          </a:lstStyle>
          <a:p>
            <a:pPr lvl="0"/>
            <a:r>
              <a:rPr lang="de-CH" dirty="0"/>
              <a:t>0</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AE965245-EA34-4D3A-B244-6B1F8D9D1BFC}" type="datetime1">
              <a:rPr lang="en-GB" smtClean="0"/>
              <a:t>16/04/2026</a:t>
            </a:fld>
            <a:endParaRPr lang="de-CH"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a:t>Grgic Anto</a:t>
            </a:r>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de-CH" smtClean="0"/>
              <a:pPr/>
              <a:t>‹#›</a:t>
            </a:fld>
            <a:endParaRPr lang="de-CH" dirty="0"/>
          </a:p>
        </p:txBody>
      </p:sp>
    </p:spTree>
    <p:extLst>
      <p:ext uri="{BB962C8B-B14F-4D97-AF65-F5344CB8AC3E}">
        <p14:creationId xmlns:p14="http://schemas.microsoft.com/office/powerpoint/2010/main" val="4271409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800"/>
            <a:ext cx="11650662" cy="625944"/>
          </a:xfrm>
        </p:spPr>
        <p:txBody>
          <a:bodyPr/>
          <a:lstStyle>
            <a:lvl1pPr>
              <a:defRPr/>
            </a:lvl1pPr>
          </a:lstStyle>
          <a:p>
            <a:r>
              <a:rPr lang="en-GB" noProof="0" dirty="0"/>
              <a:t>Insert title</a:t>
            </a:r>
          </a:p>
        </p:txBody>
      </p:sp>
      <p:sp>
        <p:nvSpPr>
          <p:cNvPr id="3" name="Inhaltsplatzhalter 2"/>
          <p:cNvSpPr>
            <a:spLocks noGrp="1"/>
          </p:cNvSpPr>
          <p:nvPr>
            <p:ph idx="1" hasCustomPrompt="1"/>
          </p:nvPr>
        </p:nvSpPr>
        <p:spPr>
          <a:xfrm>
            <a:off x="271461" y="870744"/>
            <a:ext cx="11650663" cy="51505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52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2BB46893-FD8B-47A3-B1A8-FB4C75AB05E7}"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Textplatzhalter 8">
            <a:extLst>
              <a:ext uri="{FF2B5EF4-FFF2-40B4-BE49-F238E27FC236}">
                <a16:creationId xmlns:a16="http://schemas.microsoft.com/office/drawing/2014/main" id="{6CDD860C-EA71-505B-F39E-701CB8A00FF5}"/>
              </a:ext>
            </a:extLst>
          </p:cNvPr>
          <p:cNvSpPr>
            <a:spLocks noGrp="1"/>
          </p:cNvSpPr>
          <p:nvPr>
            <p:ph type="body" sz="quarter" idx="13" hasCustomPrompt="1"/>
          </p:nvPr>
        </p:nvSpPr>
        <p:spPr>
          <a:xfrm>
            <a:off x="270000" y="6021289"/>
            <a:ext cx="5826000" cy="2033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479570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271461" y="866774"/>
            <a:ext cx="9324000" cy="4816476"/>
          </a:xfrm>
        </p:spPr>
        <p:txBody>
          <a:bodyPr anchor="ctr"/>
          <a:lstStyle>
            <a:lvl1pPr>
              <a:lnSpc>
                <a:spcPct val="97000"/>
              </a:lnSpc>
              <a:spcBef>
                <a:spcPts val="0"/>
              </a:spcBef>
              <a:defRPr sz="3000"/>
            </a:lvl1pPr>
            <a:lvl2pPr>
              <a:lnSpc>
                <a:spcPct val="97000"/>
              </a:lnSpc>
              <a:spcBef>
                <a:spcPts val="1000"/>
              </a:spcBef>
              <a:defRPr sz="3000"/>
            </a:lvl2pPr>
            <a:lvl3pPr>
              <a:lnSpc>
                <a:spcPct val="97000"/>
              </a:lnSpc>
              <a:spcBef>
                <a:spcPts val="1000"/>
              </a:spcBef>
              <a:defRPr sz="3000"/>
            </a:lvl3pPr>
            <a:lvl4pPr>
              <a:lnSpc>
                <a:spcPct val="97000"/>
              </a:lnSpc>
              <a:spcBef>
                <a:spcPts val="1000"/>
              </a:spcBef>
              <a:defRPr sz="3000"/>
            </a:lvl4pPr>
            <a:lvl5pPr>
              <a:lnSpc>
                <a:spcPct val="97000"/>
              </a:lnSpc>
              <a:spcBef>
                <a:spcPts val="1000"/>
              </a:spcBef>
              <a:defRPr sz="3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A217B6A-5CC5-4D65-8051-2CD5B188935C}"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3162266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799"/>
            <a:ext cx="5722937" cy="621975"/>
          </a:xfrm>
        </p:spPr>
        <p:txBody>
          <a:bodyPr/>
          <a:lstStyle>
            <a:lvl1pPr>
              <a:defRPr/>
            </a:lvl1pPr>
          </a:lstStyle>
          <a:p>
            <a:r>
              <a:rPr lang="en-GB" noProof="0" dirty="0"/>
              <a:t>Insert chapter title</a:t>
            </a:r>
          </a:p>
        </p:txBody>
      </p:sp>
      <p:sp>
        <p:nvSpPr>
          <p:cNvPr id="3" name="Inhaltsplatzhalter 2"/>
          <p:cNvSpPr>
            <a:spLocks noGrp="1"/>
          </p:cNvSpPr>
          <p:nvPr>
            <p:ph sz="half" idx="1" hasCustomPrompt="1"/>
          </p:nvPr>
        </p:nvSpPr>
        <p:spPr>
          <a:xfrm>
            <a:off x="271463" y="866774"/>
            <a:ext cx="5722937" cy="5133447"/>
          </a:xfrm>
        </p:spPr>
        <p:txBody>
          <a:bodyPr/>
          <a:lstStyle>
            <a:lvl1pPr>
              <a:defRPr sz="1600"/>
            </a:lvl1pPr>
            <a:lvl2pPr marL="226800" indent="-226800">
              <a:defRPr sz="1600"/>
            </a:lvl2pPr>
            <a:lvl3pPr marL="658800" indent="-226800">
              <a:defRPr sz="1600"/>
            </a:lvl3pPr>
            <a:lvl4pPr marL="1090800" indent="-226800">
              <a:defRPr sz="1600"/>
            </a:lvl4pPr>
            <a:lvl5pPr marL="1522800" indent="-226800">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B906751F-4954-4452-BFF4-12ED94DF4FA2}" type="datetime1">
              <a:rPr lang="en-GB" noProof="0" smtClean="0"/>
              <a:t>16/04/2026</a:t>
            </a:fld>
            <a:endParaRPr lang="en-GB" noProof="0"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2">
            <a:extLst>
              <a:ext uri="{FF2B5EF4-FFF2-40B4-BE49-F238E27FC236}">
                <a16:creationId xmlns:a16="http://schemas.microsoft.com/office/drawing/2014/main" id="{0F08660E-5135-A84E-B689-DDFA75A72BBA}"/>
              </a:ext>
            </a:extLst>
          </p:cNvPr>
          <p:cNvSpPr>
            <a:spLocks noGrp="1"/>
          </p:cNvSpPr>
          <p:nvPr>
            <p:ph sz="half" idx="13" hasCustomPrompt="1"/>
          </p:nvPr>
        </p:nvSpPr>
        <p:spPr>
          <a:xfrm>
            <a:off x="6197600" y="242888"/>
            <a:ext cx="5722937" cy="5981700"/>
          </a:xfrm>
        </p:spPr>
        <p:txBody>
          <a:bodyPr/>
          <a:lstStyle>
            <a:lvl1pPr>
              <a:defRPr sz="1600"/>
            </a:lvl1pPr>
            <a:lvl2pPr marL="226800" indent="-226800">
              <a:defRPr sz="1600"/>
            </a:lvl2pPr>
            <a:lvl3pPr marL="658800" indent="-226800">
              <a:defRPr sz="1600"/>
            </a:lvl3pPr>
            <a:lvl4pPr marL="1090800" indent="-226800">
              <a:defRPr sz="1600"/>
            </a:lvl4pPr>
            <a:lvl5pPr marL="1522800" indent="-226800">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extplatzhalter 8">
            <a:extLst>
              <a:ext uri="{FF2B5EF4-FFF2-40B4-BE49-F238E27FC236}">
                <a16:creationId xmlns:a16="http://schemas.microsoft.com/office/drawing/2014/main" id="{958C9C6E-122D-B369-EB0B-2386BA817C26}"/>
              </a:ext>
            </a:extLst>
          </p:cNvPr>
          <p:cNvSpPr>
            <a:spLocks noGrp="1"/>
          </p:cNvSpPr>
          <p:nvPr>
            <p:ph type="body" sz="quarter" idx="14" hasCustomPrompt="1"/>
          </p:nvPr>
        </p:nvSpPr>
        <p:spPr>
          <a:xfrm>
            <a:off x="269875" y="6000221"/>
            <a:ext cx="5722937" cy="2052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3318625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und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932DB27F-F071-4A95-9EEE-5C5CBF64EE26}"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Inhaltsplatzhalter 2">
            <a:extLst>
              <a:ext uri="{FF2B5EF4-FFF2-40B4-BE49-F238E27FC236}">
                <a16:creationId xmlns:a16="http://schemas.microsoft.com/office/drawing/2014/main" id="{99EEEEF7-8E4F-3C55-5E7A-50A2A740DE06}"/>
              </a:ext>
            </a:extLst>
          </p:cNvPr>
          <p:cNvSpPr>
            <a:spLocks noGrp="1"/>
          </p:cNvSpPr>
          <p:nvPr>
            <p:ph idx="1" hasCustomPrompt="1"/>
          </p:nvPr>
        </p:nvSpPr>
        <p:spPr>
          <a:xfrm>
            <a:off x="271462" y="1371600"/>
            <a:ext cx="5724000" cy="4628621"/>
          </a:xfrm>
        </p:spPr>
        <p:txBody>
          <a:bodyPr/>
          <a:lstStyle>
            <a:lvl1pPr>
              <a:spcAft>
                <a:spcPts val="0"/>
              </a:spcAft>
              <a:defRPr sz="1600"/>
            </a:lvl1pPr>
            <a:lvl2pPr marL="226800" indent="-226800">
              <a:spcBef>
                <a:spcPts val="1000"/>
              </a:spcBef>
              <a:spcAft>
                <a:spcPts val="0"/>
              </a:spcAft>
              <a:defRPr sz="1600"/>
            </a:lvl2pPr>
            <a:lvl3pPr marL="658800" indent="-226800">
              <a:spcBef>
                <a:spcPts val="1000"/>
              </a:spcBef>
              <a:spcAft>
                <a:spcPts val="0"/>
              </a:spcAft>
              <a:defRPr sz="1600"/>
            </a:lvl3pPr>
            <a:lvl4pPr marL="1090800" indent="-226800">
              <a:spcBef>
                <a:spcPts val="1000"/>
              </a:spcBef>
              <a:spcAft>
                <a:spcPts val="0"/>
              </a:spcAft>
              <a:defRPr sz="1600"/>
            </a:lvl4pPr>
            <a:lvl5pPr marL="1522800" indent="-342000">
              <a:spcBef>
                <a:spcPts val="1000"/>
              </a:spcBef>
              <a:spcAft>
                <a:spcPts val="0"/>
              </a:spcAft>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273600" y="245268"/>
            <a:ext cx="5723999" cy="845567"/>
          </a:xfrm>
        </p:spPr>
        <p:txBody>
          <a:bodyPr/>
          <a:lstStyle>
            <a:lvl1pPr>
              <a:lnSpc>
                <a:spcPct val="97000"/>
              </a:lnSpc>
              <a:defRPr/>
            </a:lvl1pPr>
          </a:lstStyle>
          <a:p>
            <a:r>
              <a:rPr lang="en-GB" noProof="0" dirty="0"/>
              <a:t>Insert chapter title</a:t>
            </a:r>
          </a:p>
        </p:txBody>
      </p:sp>
      <p:sp>
        <p:nvSpPr>
          <p:cNvPr id="8" name="Textplatzhalter 8">
            <a:extLst>
              <a:ext uri="{FF2B5EF4-FFF2-40B4-BE49-F238E27FC236}">
                <a16:creationId xmlns:a16="http://schemas.microsoft.com/office/drawing/2014/main" id="{EAAB97D8-67DD-4A1A-E7E3-B479715D9C9F}"/>
              </a:ext>
            </a:extLst>
          </p:cNvPr>
          <p:cNvSpPr>
            <a:spLocks noGrp="1"/>
          </p:cNvSpPr>
          <p:nvPr>
            <p:ph type="body" sz="quarter" idx="13" hasCustomPrompt="1"/>
          </p:nvPr>
        </p:nvSpPr>
        <p:spPr>
          <a:xfrm>
            <a:off x="270000" y="6000221"/>
            <a:ext cx="5734380" cy="2052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416978173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hs Inhalte und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D80781FC-1424-4209-8A6E-9A2144BB4E72}"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273600" y="245268"/>
            <a:ext cx="5723999" cy="845567"/>
          </a:xfrm>
        </p:spPr>
        <p:txBody>
          <a:bodyPr/>
          <a:lstStyle>
            <a:lvl1pPr>
              <a:lnSpc>
                <a:spcPct val="97000"/>
              </a:lnSpc>
              <a:defRPr/>
            </a:lvl1pPr>
          </a:lstStyle>
          <a:p>
            <a:r>
              <a:rPr lang="en-GB" noProof="0" dirty="0"/>
              <a:t>Insert title</a:t>
            </a:r>
          </a:p>
        </p:txBody>
      </p:sp>
      <p:sp>
        <p:nvSpPr>
          <p:cNvPr id="8" name="Textplatzhalter 8">
            <a:extLst>
              <a:ext uri="{FF2B5EF4-FFF2-40B4-BE49-F238E27FC236}">
                <a16:creationId xmlns:a16="http://schemas.microsoft.com/office/drawing/2014/main" id="{EAAB97D8-67DD-4A1A-E7E3-B479715D9C9F}"/>
              </a:ext>
            </a:extLst>
          </p:cNvPr>
          <p:cNvSpPr>
            <a:spLocks noGrp="1"/>
          </p:cNvSpPr>
          <p:nvPr>
            <p:ph type="body" sz="quarter" idx="13" hasCustomPrompt="1"/>
          </p:nvPr>
        </p:nvSpPr>
        <p:spPr>
          <a:xfrm>
            <a:off x="270000" y="6022800"/>
            <a:ext cx="5734380" cy="205200"/>
          </a:xfrm>
        </p:spPr>
        <p:txBody>
          <a:bodyPr anchor="b"/>
          <a:lstStyle>
            <a:lvl1pPr>
              <a:lnSpc>
                <a:spcPct val="109000"/>
              </a:lnSpc>
              <a:defRPr sz="1000"/>
            </a:lvl1pPr>
            <a:lvl2pPr>
              <a:defRPr sz="1000"/>
            </a:lvl2pPr>
            <a:lvl3pPr>
              <a:defRPr sz="1000"/>
            </a:lvl3pPr>
            <a:lvl4pPr>
              <a:defRPr sz="1000"/>
            </a:lvl4pPr>
            <a:lvl5pPr>
              <a:defRPr sz="1000"/>
            </a:lvl5pPr>
          </a:lstStyle>
          <a:p>
            <a:pPr lvl="0"/>
            <a:r>
              <a:rPr lang="en-GB" noProof="0" dirty="0"/>
              <a:t>Insert source</a:t>
            </a:r>
          </a:p>
        </p:txBody>
      </p:sp>
      <p:cxnSp>
        <p:nvCxnSpPr>
          <p:cNvPr id="11" name="Gerader Verbinder 10">
            <a:extLst>
              <a:ext uri="{FF2B5EF4-FFF2-40B4-BE49-F238E27FC236}">
                <a16:creationId xmlns:a16="http://schemas.microsoft.com/office/drawing/2014/main" id="{DD08B5C7-0B72-0F94-738C-A9B735A2519D}"/>
              </a:ext>
            </a:extLst>
          </p:cNvPr>
          <p:cNvCxnSpPr>
            <a:cxnSpLocks/>
          </p:cNvCxnSpPr>
          <p:nvPr userDrawn="1"/>
        </p:nvCxnSpPr>
        <p:spPr>
          <a:xfrm>
            <a:off x="273050" y="5155072"/>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36987E16-61C3-F16E-EBD2-164E17176CF4}"/>
              </a:ext>
            </a:extLst>
          </p:cNvPr>
          <p:cNvCxnSpPr>
            <a:cxnSpLocks/>
          </p:cNvCxnSpPr>
          <p:nvPr userDrawn="1"/>
        </p:nvCxnSpPr>
        <p:spPr>
          <a:xfrm>
            <a:off x="3228366" y="51550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B7071907-BBD2-40D4-55E0-1E83C4F6D6BC}"/>
              </a:ext>
            </a:extLst>
          </p:cNvPr>
          <p:cNvCxnSpPr>
            <a:cxnSpLocks/>
          </p:cNvCxnSpPr>
          <p:nvPr userDrawn="1"/>
        </p:nvCxnSpPr>
        <p:spPr>
          <a:xfrm>
            <a:off x="3233129" y="34405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2CE74047-F734-D6A9-08E0-D291395944F0}"/>
              </a:ext>
            </a:extLst>
          </p:cNvPr>
          <p:cNvCxnSpPr>
            <a:cxnSpLocks/>
          </p:cNvCxnSpPr>
          <p:nvPr userDrawn="1"/>
        </p:nvCxnSpPr>
        <p:spPr>
          <a:xfrm>
            <a:off x="276265" y="34405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5E45E1AF-C792-F20E-F289-890F955A6D57}"/>
              </a:ext>
            </a:extLst>
          </p:cNvPr>
          <p:cNvCxnSpPr>
            <a:cxnSpLocks/>
          </p:cNvCxnSpPr>
          <p:nvPr userDrawn="1"/>
        </p:nvCxnSpPr>
        <p:spPr>
          <a:xfrm>
            <a:off x="273449" y="1726352"/>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98DB0037-139C-0385-E03A-306D5169233B}"/>
              </a:ext>
            </a:extLst>
          </p:cNvPr>
          <p:cNvCxnSpPr>
            <a:cxnSpLocks/>
          </p:cNvCxnSpPr>
          <p:nvPr userDrawn="1"/>
        </p:nvCxnSpPr>
        <p:spPr>
          <a:xfrm>
            <a:off x="3230961" y="1721590"/>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platzhalter 27">
            <a:extLst>
              <a:ext uri="{FF2B5EF4-FFF2-40B4-BE49-F238E27FC236}">
                <a16:creationId xmlns:a16="http://schemas.microsoft.com/office/drawing/2014/main" id="{30017B53-05EC-3989-249C-664AD90907AB}"/>
              </a:ext>
            </a:extLst>
          </p:cNvPr>
          <p:cNvSpPr>
            <a:spLocks noGrp="1"/>
          </p:cNvSpPr>
          <p:nvPr>
            <p:ph type="body" sz="quarter" idx="25" hasCustomPrompt="1"/>
          </p:nvPr>
        </p:nvSpPr>
        <p:spPr>
          <a:xfrm>
            <a:off x="3230670" y="1876705"/>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37" name="Textplatzhalter 27">
            <a:extLst>
              <a:ext uri="{FF2B5EF4-FFF2-40B4-BE49-F238E27FC236}">
                <a16:creationId xmlns:a16="http://schemas.microsoft.com/office/drawing/2014/main" id="{714803E2-4C7F-CFE5-7B57-C3F213A34037}"/>
              </a:ext>
            </a:extLst>
          </p:cNvPr>
          <p:cNvSpPr>
            <a:spLocks noGrp="1"/>
          </p:cNvSpPr>
          <p:nvPr>
            <p:ph type="body" sz="quarter" idx="27" hasCustomPrompt="1"/>
          </p:nvPr>
        </p:nvSpPr>
        <p:spPr>
          <a:xfrm>
            <a:off x="273050" y="5310187"/>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38" name="Textplatzhalter 27">
            <a:extLst>
              <a:ext uri="{FF2B5EF4-FFF2-40B4-BE49-F238E27FC236}">
                <a16:creationId xmlns:a16="http://schemas.microsoft.com/office/drawing/2014/main" id="{9C152131-ED74-0F59-B477-F10CE617C44A}"/>
              </a:ext>
            </a:extLst>
          </p:cNvPr>
          <p:cNvSpPr>
            <a:spLocks noGrp="1"/>
          </p:cNvSpPr>
          <p:nvPr>
            <p:ph type="body" sz="quarter" idx="28" hasCustomPrompt="1"/>
          </p:nvPr>
        </p:nvSpPr>
        <p:spPr>
          <a:xfrm>
            <a:off x="3232838" y="35956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1" name="Textplatzhalter 27">
            <a:extLst>
              <a:ext uri="{FF2B5EF4-FFF2-40B4-BE49-F238E27FC236}">
                <a16:creationId xmlns:a16="http://schemas.microsoft.com/office/drawing/2014/main" id="{1182E294-3DAE-8397-D78D-AE19E051369E}"/>
              </a:ext>
            </a:extLst>
          </p:cNvPr>
          <p:cNvSpPr>
            <a:spLocks noGrp="1"/>
          </p:cNvSpPr>
          <p:nvPr>
            <p:ph type="body" sz="quarter" idx="31" hasCustomPrompt="1"/>
          </p:nvPr>
        </p:nvSpPr>
        <p:spPr>
          <a:xfrm>
            <a:off x="3228075" y="53101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2" name="Textplatzhalter 27">
            <a:extLst>
              <a:ext uri="{FF2B5EF4-FFF2-40B4-BE49-F238E27FC236}">
                <a16:creationId xmlns:a16="http://schemas.microsoft.com/office/drawing/2014/main" id="{F8CA09C2-6A74-C429-81F0-F2CA0C0A8B87}"/>
              </a:ext>
            </a:extLst>
          </p:cNvPr>
          <p:cNvSpPr>
            <a:spLocks noGrp="1"/>
          </p:cNvSpPr>
          <p:nvPr>
            <p:ph type="body" sz="quarter" idx="22" hasCustomPrompt="1"/>
          </p:nvPr>
        </p:nvSpPr>
        <p:spPr>
          <a:xfrm>
            <a:off x="3228366" y="44043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3" name="Textplatzhalter 27">
            <a:extLst>
              <a:ext uri="{FF2B5EF4-FFF2-40B4-BE49-F238E27FC236}">
                <a16:creationId xmlns:a16="http://schemas.microsoft.com/office/drawing/2014/main" id="{79EF64BE-BAA5-7A03-2892-71B58B0FA777}"/>
              </a:ext>
            </a:extLst>
          </p:cNvPr>
          <p:cNvSpPr>
            <a:spLocks noGrp="1"/>
          </p:cNvSpPr>
          <p:nvPr>
            <p:ph type="body" sz="quarter" idx="23" hasCustomPrompt="1"/>
          </p:nvPr>
        </p:nvSpPr>
        <p:spPr>
          <a:xfrm>
            <a:off x="273050" y="4404360"/>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4" name="Textplatzhalter 27">
            <a:extLst>
              <a:ext uri="{FF2B5EF4-FFF2-40B4-BE49-F238E27FC236}">
                <a16:creationId xmlns:a16="http://schemas.microsoft.com/office/drawing/2014/main" id="{B37CF961-4AA4-3E2D-1EEC-751B07F74E7F}"/>
              </a:ext>
            </a:extLst>
          </p:cNvPr>
          <p:cNvSpPr>
            <a:spLocks noGrp="1"/>
          </p:cNvSpPr>
          <p:nvPr>
            <p:ph type="body" sz="quarter" idx="19" hasCustomPrompt="1"/>
          </p:nvPr>
        </p:nvSpPr>
        <p:spPr>
          <a:xfrm>
            <a:off x="276264" y="26898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5" name="Textplatzhalter 27">
            <a:extLst>
              <a:ext uri="{FF2B5EF4-FFF2-40B4-BE49-F238E27FC236}">
                <a16:creationId xmlns:a16="http://schemas.microsoft.com/office/drawing/2014/main" id="{A75866BD-D0AA-3041-796D-1EB9B1F3A8AE}"/>
              </a:ext>
            </a:extLst>
          </p:cNvPr>
          <p:cNvSpPr>
            <a:spLocks noGrp="1"/>
          </p:cNvSpPr>
          <p:nvPr>
            <p:ph type="body" sz="quarter" idx="21" hasCustomPrompt="1"/>
          </p:nvPr>
        </p:nvSpPr>
        <p:spPr>
          <a:xfrm>
            <a:off x="3233128" y="26898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6" name="Textplatzhalter 27">
            <a:extLst>
              <a:ext uri="{FF2B5EF4-FFF2-40B4-BE49-F238E27FC236}">
                <a16:creationId xmlns:a16="http://schemas.microsoft.com/office/drawing/2014/main" id="{348CBF73-5164-67ED-100D-52F0577F0DFC}"/>
              </a:ext>
            </a:extLst>
          </p:cNvPr>
          <p:cNvSpPr>
            <a:spLocks noGrp="1"/>
          </p:cNvSpPr>
          <p:nvPr>
            <p:ph type="body" sz="quarter" idx="26" hasCustomPrompt="1"/>
          </p:nvPr>
        </p:nvSpPr>
        <p:spPr>
          <a:xfrm>
            <a:off x="276264" y="35956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8" name="Textplatzhalter 27">
            <a:extLst>
              <a:ext uri="{FF2B5EF4-FFF2-40B4-BE49-F238E27FC236}">
                <a16:creationId xmlns:a16="http://schemas.microsoft.com/office/drawing/2014/main" id="{E413BFB1-BE2B-5698-D056-CFFE93D63A55}"/>
              </a:ext>
            </a:extLst>
          </p:cNvPr>
          <p:cNvSpPr>
            <a:spLocks noGrp="1"/>
          </p:cNvSpPr>
          <p:nvPr>
            <p:ph type="body" sz="quarter" idx="24" hasCustomPrompt="1"/>
          </p:nvPr>
        </p:nvSpPr>
        <p:spPr>
          <a:xfrm>
            <a:off x="273448" y="1876705"/>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9" name="Textplatzhalter 27">
            <a:extLst>
              <a:ext uri="{FF2B5EF4-FFF2-40B4-BE49-F238E27FC236}">
                <a16:creationId xmlns:a16="http://schemas.microsoft.com/office/drawing/2014/main" id="{A6AD1D29-4F20-7C67-177C-5F66137D5CB4}"/>
              </a:ext>
            </a:extLst>
          </p:cNvPr>
          <p:cNvSpPr>
            <a:spLocks noGrp="1"/>
          </p:cNvSpPr>
          <p:nvPr>
            <p:ph type="body" sz="quarter" idx="18" hasCustomPrompt="1"/>
          </p:nvPr>
        </p:nvSpPr>
        <p:spPr>
          <a:xfrm>
            <a:off x="273448" y="975640"/>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0" name="Textplatzhalter 27">
            <a:extLst>
              <a:ext uri="{FF2B5EF4-FFF2-40B4-BE49-F238E27FC236}">
                <a16:creationId xmlns:a16="http://schemas.microsoft.com/office/drawing/2014/main" id="{A60B2A3C-D051-ADD5-9279-F6C77B951560}"/>
              </a:ext>
            </a:extLst>
          </p:cNvPr>
          <p:cNvSpPr>
            <a:spLocks noGrp="1"/>
          </p:cNvSpPr>
          <p:nvPr>
            <p:ph type="body" sz="quarter" idx="20" hasCustomPrompt="1"/>
          </p:nvPr>
        </p:nvSpPr>
        <p:spPr>
          <a:xfrm>
            <a:off x="3230960" y="970878"/>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Tree>
    <p:extLst>
      <p:ext uri="{BB962C8B-B14F-4D97-AF65-F5344CB8AC3E}">
        <p14:creationId xmlns:p14="http://schemas.microsoft.com/office/powerpoint/2010/main" val="226486285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 und Inhal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4F39C5B1-C2A0-4DDD-92D8-000840688964}"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269875" y="273378"/>
            <a:ext cx="5724000" cy="560164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Inhaltsplatzhalter 2">
            <a:extLst>
              <a:ext uri="{FF2B5EF4-FFF2-40B4-BE49-F238E27FC236}">
                <a16:creationId xmlns:a16="http://schemas.microsoft.com/office/drawing/2014/main" id="{99EEEEF7-8E4F-3C55-5E7A-50A2A740DE06}"/>
              </a:ext>
            </a:extLst>
          </p:cNvPr>
          <p:cNvSpPr>
            <a:spLocks noGrp="1"/>
          </p:cNvSpPr>
          <p:nvPr>
            <p:ph idx="1" hasCustomPrompt="1"/>
          </p:nvPr>
        </p:nvSpPr>
        <p:spPr>
          <a:xfrm>
            <a:off x="6188400" y="866774"/>
            <a:ext cx="5724000" cy="5357813"/>
          </a:xfrm>
        </p:spPr>
        <p:txBody>
          <a:bodyPr/>
          <a:lstStyle>
            <a:lvl1pPr>
              <a:spcAft>
                <a:spcPts val="0"/>
              </a:spcAft>
              <a:defRPr sz="1600"/>
            </a:lvl1pPr>
            <a:lvl2pPr marL="226800" indent="-226800">
              <a:spcBef>
                <a:spcPts val="1000"/>
              </a:spcBef>
              <a:spcAft>
                <a:spcPts val="0"/>
              </a:spcAft>
              <a:buFont typeface="Source Sans Pro" panose="020B0503030403020204" pitchFamily="34" charset="0"/>
              <a:buChar char="―"/>
              <a:defRPr sz="1600"/>
            </a:lvl2pPr>
            <a:lvl3pPr marL="658800" indent="-226800">
              <a:spcBef>
                <a:spcPts val="1000"/>
              </a:spcBef>
              <a:spcAft>
                <a:spcPts val="0"/>
              </a:spcAft>
              <a:buFont typeface="Source Sans Pro" panose="020B0503030403020204" pitchFamily="34" charset="0"/>
              <a:buChar char="―"/>
              <a:defRPr sz="1600"/>
            </a:lvl3pPr>
            <a:lvl4pPr marL="1018800" indent="-226800">
              <a:spcBef>
                <a:spcPts val="1000"/>
              </a:spcBef>
              <a:spcAft>
                <a:spcPts val="0"/>
              </a:spcAft>
              <a:buFont typeface="Source Sans Pro" panose="020B0503030403020204" pitchFamily="34" charset="0"/>
              <a:buChar char="―"/>
              <a:defRPr sz="1600"/>
            </a:lvl4pPr>
            <a:lvl5pPr marL="1522800" indent="-226800">
              <a:spcBef>
                <a:spcPts val="1000"/>
              </a:spcBef>
              <a:spcAft>
                <a:spcPts val="0"/>
              </a:spcAft>
              <a:buFont typeface="Source Sans Pro" panose="020B0503030403020204" pitchFamily="34" charset="0"/>
              <a:buChar char="―"/>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6188400" y="244800"/>
            <a:ext cx="5723999" cy="519436"/>
          </a:xfrm>
        </p:spPr>
        <p:txBody>
          <a:bodyPr/>
          <a:lstStyle>
            <a:lvl1pPr>
              <a:lnSpc>
                <a:spcPct val="97000"/>
              </a:lnSpc>
              <a:defRPr/>
            </a:lvl1pPr>
          </a:lstStyle>
          <a:p>
            <a:r>
              <a:rPr lang="en-GB" noProof="0" dirty="0"/>
              <a:t>Insert chapter title</a:t>
            </a:r>
          </a:p>
        </p:txBody>
      </p:sp>
      <p:sp>
        <p:nvSpPr>
          <p:cNvPr id="12" name="Textplatzhalter 11">
            <a:extLst>
              <a:ext uri="{FF2B5EF4-FFF2-40B4-BE49-F238E27FC236}">
                <a16:creationId xmlns:a16="http://schemas.microsoft.com/office/drawing/2014/main" id="{DABC8980-79BC-7792-05E5-871BA6059E89}"/>
              </a:ext>
            </a:extLst>
          </p:cNvPr>
          <p:cNvSpPr>
            <a:spLocks noGrp="1"/>
          </p:cNvSpPr>
          <p:nvPr>
            <p:ph type="body" sz="quarter" idx="18" hasCustomPrompt="1"/>
          </p:nvPr>
        </p:nvSpPr>
        <p:spPr>
          <a:xfrm>
            <a:off x="269875" y="6029325"/>
            <a:ext cx="5724525" cy="195263"/>
          </a:xfrm>
        </p:spPr>
        <p:txBody>
          <a:bodyPr anchor="b"/>
          <a:lstStyle>
            <a:lvl1pPr>
              <a:defRPr sz="1000" b="1"/>
            </a:lvl1pPr>
            <a:lvl2pPr>
              <a:defRPr sz="1000" b="1"/>
            </a:lvl2pPr>
            <a:lvl3pPr>
              <a:defRPr sz="1000" b="1"/>
            </a:lvl3pPr>
            <a:lvl4pPr>
              <a:defRPr sz="1000" b="1"/>
            </a:lvl4pPr>
            <a:lvl5pPr>
              <a:defRPr sz="1000" b="1"/>
            </a:lvl5pPr>
          </a:lstStyle>
          <a:p>
            <a:pPr lvl="0"/>
            <a:r>
              <a:rPr lang="en-GB" noProof="0" dirty="0"/>
              <a:t>Insert caption</a:t>
            </a:r>
          </a:p>
        </p:txBody>
      </p:sp>
    </p:spTree>
    <p:extLst>
      <p:ext uri="{BB962C8B-B14F-4D97-AF65-F5344CB8AC3E}">
        <p14:creationId xmlns:p14="http://schemas.microsoft.com/office/powerpoint/2010/main" val="2774246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Bild, drei Flächen und Inhalt">
    <p:spTree>
      <p:nvGrpSpPr>
        <p:cNvPr id="1" name=""/>
        <p:cNvGrpSpPr/>
        <p:nvPr/>
      </p:nvGrpSpPr>
      <p:grpSpPr>
        <a:xfrm>
          <a:off x="0" y="0"/>
          <a:ext cx="0" cy="0"/>
          <a:chOff x="0" y="0"/>
          <a:chExt cx="0" cy="0"/>
        </a:xfrm>
      </p:grpSpPr>
      <p:sp>
        <p:nvSpPr>
          <p:cNvPr id="9" name="Bildplatzhalter 4">
            <a:extLst>
              <a:ext uri="{FF2B5EF4-FFF2-40B4-BE49-F238E27FC236}">
                <a16:creationId xmlns:a16="http://schemas.microsoft.com/office/drawing/2014/main" id="{5A065272-38F7-A074-824D-FD6B0FAB5CA4}"/>
              </a:ext>
            </a:extLst>
          </p:cNvPr>
          <p:cNvSpPr>
            <a:spLocks noGrp="1"/>
          </p:cNvSpPr>
          <p:nvPr>
            <p:ph type="pic" sz="quarter" idx="17"/>
          </p:nvPr>
        </p:nvSpPr>
        <p:spPr>
          <a:xfrm>
            <a:off x="269875" y="866774"/>
            <a:ext cx="5724000" cy="5357813"/>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Titel 1"/>
          <p:cNvSpPr>
            <a:spLocks noGrp="1"/>
          </p:cNvSpPr>
          <p:nvPr>
            <p:ph type="title" hasCustomPrompt="1"/>
          </p:nvPr>
        </p:nvSpPr>
        <p:spPr>
          <a:xfrm>
            <a:off x="273600" y="244799"/>
            <a:ext cx="11648525" cy="621975"/>
          </a:xfrm>
        </p:spPr>
        <p:txBody>
          <a:bodyPr/>
          <a:lstStyle>
            <a:lvl1pPr>
              <a:defRPr/>
            </a:lvl1pPr>
          </a:lstStyle>
          <a:p>
            <a:r>
              <a:rPr lang="en-GB" noProof="0" dirty="0"/>
              <a:t>Insert title</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6CDFE4C3-9C6E-4FD5-958F-990E93D47FB5}" type="datetime1">
              <a:rPr lang="en-GB" noProof="0" smtClean="0"/>
              <a:t>16/04/2026</a:t>
            </a:fld>
            <a:endParaRPr lang="en-GB" noProof="0"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2">
            <a:extLst>
              <a:ext uri="{FF2B5EF4-FFF2-40B4-BE49-F238E27FC236}">
                <a16:creationId xmlns:a16="http://schemas.microsoft.com/office/drawing/2014/main" id="{0F08660E-5135-A84E-B689-DDFA75A72BBA}"/>
              </a:ext>
            </a:extLst>
          </p:cNvPr>
          <p:cNvSpPr>
            <a:spLocks noGrp="1"/>
          </p:cNvSpPr>
          <p:nvPr>
            <p:ph sz="half" idx="13" hasCustomPrompt="1"/>
          </p:nvPr>
        </p:nvSpPr>
        <p:spPr>
          <a:xfrm>
            <a:off x="6197600" y="2602800"/>
            <a:ext cx="5722937" cy="3621787"/>
          </a:xfrm>
        </p:spPr>
        <p:txBody>
          <a:bodyPr/>
          <a:lstStyle>
            <a:lvl1pPr>
              <a:spcBef>
                <a:spcPts val="1000"/>
              </a:spcBef>
              <a:defRPr sz="1600"/>
            </a:lvl1pPr>
            <a:lvl2pPr marL="226800" indent="-226800">
              <a:spcBef>
                <a:spcPts val="0"/>
              </a:spcBef>
              <a:defRPr sz="1600"/>
            </a:lvl2pPr>
            <a:lvl3pPr marL="658800" indent="-226800">
              <a:spcBef>
                <a:spcPts val="0"/>
              </a:spcBef>
              <a:defRPr sz="1600"/>
            </a:lvl3pPr>
            <a:lvl4pPr marL="1090800" indent="-226800">
              <a:spcBef>
                <a:spcPts val="0"/>
              </a:spcBef>
              <a:defRPr sz="1600"/>
            </a:lvl4pPr>
            <a:lvl5pPr marL="1522800" indent="-226800">
              <a:spcBef>
                <a:spcPts val="0"/>
              </a:spcBef>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extplatzhalter 5">
            <a:extLst>
              <a:ext uri="{FF2B5EF4-FFF2-40B4-BE49-F238E27FC236}">
                <a16:creationId xmlns:a16="http://schemas.microsoft.com/office/drawing/2014/main" id="{5C25F038-C59A-91D3-5738-FA2D715B1DFE}"/>
              </a:ext>
            </a:extLst>
          </p:cNvPr>
          <p:cNvSpPr>
            <a:spLocks noGrp="1"/>
          </p:cNvSpPr>
          <p:nvPr>
            <p:ph type="body" sz="quarter" idx="23" hasCustomPrompt="1"/>
          </p:nvPr>
        </p:nvSpPr>
        <p:spPr>
          <a:xfrm>
            <a:off x="268287" y="4738688"/>
            <a:ext cx="4734000" cy="1155600"/>
          </a:xfrm>
          <a:solidFill>
            <a:schemeClr val="bg1"/>
          </a:solidFill>
        </p:spPr>
        <p:txBody>
          <a:bodyPr lIns="180000" anchor="ctr"/>
          <a:lstStyle>
            <a:lvl1pPr>
              <a:lnSpc>
                <a:spcPct val="98000"/>
              </a:lnSpc>
              <a:defRPr sz="2400" b="0"/>
            </a:lvl1pPr>
          </a:lstStyle>
          <a:p>
            <a:pPr lvl="0"/>
            <a:r>
              <a:rPr lang="en-GB" noProof="0" dirty="0"/>
              <a:t>Insert content</a:t>
            </a:r>
          </a:p>
        </p:txBody>
      </p:sp>
      <p:sp>
        <p:nvSpPr>
          <p:cNvPr id="3" name="Rechteck 2">
            <a:extLst>
              <a:ext uri="{FF2B5EF4-FFF2-40B4-BE49-F238E27FC236}">
                <a16:creationId xmlns:a16="http://schemas.microsoft.com/office/drawing/2014/main" id="{1BFFCDAC-C838-ADD4-2284-837AC0DB7D32}"/>
              </a:ext>
            </a:extLst>
          </p:cNvPr>
          <p:cNvSpPr>
            <a:spLocks/>
          </p:cNvSpPr>
          <p:nvPr userDrawn="1"/>
        </p:nvSpPr>
        <p:spPr>
          <a:xfrm>
            <a:off x="6179816"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11" name="Gerader Verbinder 10">
            <a:extLst>
              <a:ext uri="{FF2B5EF4-FFF2-40B4-BE49-F238E27FC236}">
                <a16:creationId xmlns:a16="http://schemas.microsoft.com/office/drawing/2014/main" id="{5D52F735-79F5-3F42-160A-B27CDCC6ECBC}"/>
              </a:ext>
            </a:extLst>
          </p:cNvPr>
          <p:cNvCxnSpPr>
            <a:cxnSpLocks/>
          </p:cNvCxnSpPr>
          <p:nvPr userDrawn="1"/>
        </p:nvCxnSpPr>
        <p:spPr>
          <a:xfrm>
            <a:off x="6357417"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platzhalter 12">
            <a:extLst>
              <a:ext uri="{FF2B5EF4-FFF2-40B4-BE49-F238E27FC236}">
                <a16:creationId xmlns:a16="http://schemas.microsoft.com/office/drawing/2014/main" id="{15E8ED3B-58AB-278E-8FA6-54B53676917B}"/>
              </a:ext>
            </a:extLst>
          </p:cNvPr>
          <p:cNvSpPr>
            <a:spLocks noGrp="1"/>
          </p:cNvSpPr>
          <p:nvPr>
            <p:ph type="body" sz="quarter" idx="24" hasCustomPrompt="1"/>
          </p:nvPr>
        </p:nvSpPr>
        <p:spPr>
          <a:xfrm>
            <a:off x="6179816"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15" name="Textplatzhalter 12">
            <a:extLst>
              <a:ext uri="{FF2B5EF4-FFF2-40B4-BE49-F238E27FC236}">
                <a16:creationId xmlns:a16="http://schemas.microsoft.com/office/drawing/2014/main" id="{50E60B21-008A-2B6B-00EE-55A0A5704EC1}"/>
              </a:ext>
            </a:extLst>
          </p:cNvPr>
          <p:cNvSpPr>
            <a:spLocks noGrp="1"/>
          </p:cNvSpPr>
          <p:nvPr>
            <p:ph type="body" sz="quarter" idx="25" hasCustomPrompt="1"/>
          </p:nvPr>
        </p:nvSpPr>
        <p:spPr>
          <a:xfrm>
            <a:off x="6179816"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
        <p:nvSpPr>
          <p:cNvPr id="24" name="Rechteck 23">
            <a:extLst>
              <a:ext uri="{FF2B5EF4-FFF2-40B4-BE49-F238E27FC236}">
                <a16:creationId xmlns:a16="http://schemas.microsoft.com/office/drawing/2014/main" id="{CAB97A8F-A31B-71A8-6F59-6CF07FEC341B}"/>
              </a:ext>
            </a:extLst>
          </p:cNvPr>
          <p:cNvSpPr>
            <a:spLocks/>
          </p:cNvSpPr>
          <p:nvPr userDrawn="1"/>
        </p:nvSpPr>
        <p:spPr>
          <a:xfrm>
            <a:off x="8161200"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25" name="Gerader Verbinder 24">
            <a:extLst>
              <a:ext uri="{FF2B5EF4-FFF2-40B4-BE49-F238E27FC236}">
                <a16:creationId xmlns:a16="http://schemas.microsoft.com/office/drawing/2014/main" id="{20494D9F-526C-2E69-E603-70C47570B76A}"/>
              </a:ext>
            </a:extLst>
          </p:cNvPr>
          <p:cNvCxnSpPr>
            <a:cxnSpLocks/>
          </p:cNvCxnSpPr>
          <p:nvPr userDrawn="1"/>
        </p:nvCxnSpPr>
        <p:spPr>
          <a:xfrm>
            <a:off x="8350014"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platzhalter 12">
            <a:extLst>
              <a:ext uri="{FF2B5EF4-FFF2-40B4-BE49-F238E27FC236}">
                <a16:creationId xmlns:a16="http://schemas.microsoft.com/office/drawing/2014/main" id="{CD54ACCC-E2D7-61F6-43F8-B08BB0DF8902}"/>
              </a:ext>
            </a:extLst>
          </p:cNvPr>
          <p:cNvSpPr>
            <a:spLocks noGrp="1"/>
          </p:cNvSpPr>
          <p:nvPr>
            <p:ph type="body" sz="quarter" idx="26" hasCustomPrompt="1"/>
          </p:nvPr>
        </p:nvSpPr>
        <p:spPr>
          <a:xfrm>
            <a:off x="8161200"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27" name="Textplatzhalter 12">
            <a:extLst>
              <a:ext uri="{FF2B5EF4-FFF2-40B4-BE49-F238E27FC236}">
                <a16:creationId xmlns:a16="http://schemas.microsoft.com/office/drawing/2014/main" id="{AE30B499-759C-236B-6D1C-6BCA6F207DFA}"/>
              </a:ext>
            </a:extLst>
          </p:cNvPr>
          <p:cNvSpPr>
            <a:spLocks noGrp="1"/>
          </p:cNvSpPr>
          <p:nvPr>
            <p:ph type="body" sz="quarter" idx="27" hasCustomPrompt="1"/>
          </p:nvPr>
        </p:nvSpPr>
        <p:spPr>
          <a:xfrm>
            <a:off x="8161200"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
        <p:nvSpPr>
          <p:cNvPr id="28" name="Rechteck 27">
            <a:extLst>
              <a:ext uri="{FF2B5EF4-FFF2-40B4-BE49-F238E27FC236}">
                <a16:creationId xmlns:a16="http://schemas.microsoft.com/office/drawing/2014/main" id="{2C39869D-3DD1-49E4-9B99-D5ADADC37626}"/>
              </a:ext>
            </a:extLst>
          </p:cNvPr>
          <p:cNvSpPr>
            <a:spLocks/>
          </p:cNvSpPr>
          <p:nvPr userDrawn="1"/>
        </p:nvSpPr>
        <p:spPr>
          <a:xfrm>
            <a:off x="10130400"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29" name="Gerader Verbinder 28">
            <a:extLst>
              <a:ext uri="{FF2B5EF4-FFF2-40B4-BE49-F238E27FC236}">
                <a16:creationId xmlns:a16="http://schemas.microsoft.com/office/drawing/2014/main" id="{DC74D9E1-33AE-B3A6-62C5-702A8706EDCA}"/>
              </a:ext>
            </a:extLst>
          </p:cNvPr>
          <p:cNvCxnSpPr>
            <a:cxnSpLocks/>
          </p:cNvCxnSpPr>
          <p:nvPr userDrawn="1"/>
        </p:nvCxnSpPr>
        <p:spPr>
          <a:xfrm>
            <a:off x="10319214"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platzhalter 12">
            <a:extLst>
              <a:ext uri="{FF2B5EF4-FFF2-40B4-BE49-F238E27FC236}">
                <a16:creationId xmlns:a16="http://schemas.microsoft.com/office/drawing/2014/main" id="{21172486-FB2A-0D37-20BD-766B69EC1648}"/>
              </a:ext>
            </a:extLst>
          </p:cNvPr>
          <p:cNvSpPr>
            <a:spLocks noGrp="1"/>
          </p:cNvSpPr>
          <p:nvPr>
            <p:ph type="body" sz="quarter" idx="28" hasCustomPrompt="1"/>
          </p:nvPr>
        </p:nvSpPr>
        <p:spPr>
          <a:xfrm>
            <a:off x="10130400"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31" name="Textplatzhalter 12">
            <a:extLst>
              <a:ext uri="{FF2B5EF4-FFF2-40B4-BE49-F238E27FC236}">
                <a16:creationId xmlns:a16="http://schemas.microsoft.com/office/drawing/2014/main" id="{A5D721FD-5C54-2030-F7DF-99F78870D3F0}"/>
              </a:ext>
            </a:extLst>
          </p:cNvPr>
          <p:cNvSpPr>
            <a:spLocks noGrp="1"/>
          </p:cNvSpPr>
          <p:nvPr>
            <p:ph type="body" sz="quarter" idx="29" hasCustomPrompt="1"/>
          </p:nvPr>
        </p:nvSpPr>
        <p:spPr>
          <a:xfrm>
            <a:off x="10130400"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Tree>
    <p:extLst>
      <p:ext uri="{BB962C8B-B14F-4D97-AF65-F5344CB8AC3E}">
        <p14:creationId xmlns:p14="http://schemas.microsoft.com/office/powerpoint/2010/main" val="3442525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B5F690C5-E137-4007-8D4D-76228B1F67DB}" type="datetime1">
              <a:rPr lang="en-GB" noProof="0" smtClean="0"/>
              <a:t>16/04/2026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Grgic Anto</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Tree>
    <p:extLst>
      <p:ext uri="{BB962C8B-B14F-4D97-AF65-F5344CB8AC3E}">
        <p14:creationId xmlns:p14="http://schemas.microsoft.com/office/powerpoint/2010/main" val="777660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ld und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chapter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7997AA47-EF2E-46FA-9B55-BB5AE14DC90C}"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908720"/>
            <a:ext cx="7701073" cy="531586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7" name="Inhaltsplatzhalter 2">
            <a:extLst>
              <a:ext uri="{FF2B5EF4-FFF2-40B4-BE49-F238E27FC236}">
                <a16:creationId xmlns:a16="http://schemas.microsoft.com/office/drawing/2014/main" id="{79B29A34-DB3C-6631-0D19-C1C5DF5EA28A}"/>
              </a:ext>
            </a:extLst>
          </p:cNvPr>
          <p:cNvSpPr>
            <a:spLocks noGrp="1"/>
          </p:cNvSpPr>
          <p:nvPr>
            <p:ph idx="20" hasCustomPrompt="1"/>
          </p:nvPr>
        </p:nvSpPr>
        <p:spPr>
          <a:xfrm>
            <a:off x="8156525" y="870743"/>
            <a:ext cx="3765600" cy="53538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1420544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rei Inhal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B45A84FF-55FD-4307-A84C-1706BE180F7F}"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9" name="Inhaltsplatzhalter 2">
            <a:extLst>
              <a:ext uri="{FF2B5EF4-FFF2-40B4-BE49-F238E27FC236}">
                <a16:creationId xmlns:a16="http://schemas.microsoft.com/office/drawing/2014/main" id="{5A128A8A-1E20-0372-6952-A37B014C0229}"/>
              </a:ext>
            </a:extLst>
          </p:cNvPr>
          <p:cNvSpPr>
            <a:spLocks noGrp="1"/>
          </p:cNvSpPr>
          <p:nvPr>
            <p:ph idx="1" hasCustomPrompt="1"/>
          </p:nvPr>
        </p:nvSpPr>
        <p:spPr>
          <a:xfrm>
            <a:off x="280379" y="870744"/>
            <a:ext cx="3765600" cy="5353844"/>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itel 1">
            <a:extLst>
              <a:ext uri="{FF2B5EF4-FFF2-40B4-BE49-F238E27FC236}">
                <a16:creationId xmlns:a16="http://schemas.microsoft.com/office/drawing/2014/main" id="{8E16A7B1-D6D5-1F45-5873-56D50909A60B}"/>
              </a:ext>
            </a:extLst>
          </p:cNvPr>
          <p:cNvSpPr>
            <a:spLocks noGrp="1"/>
          </p:cNvSpPr>
          <p:nvPr>
            <p:ph type="title" hasCustomPrompt="1"/>
          </p:nvPr>
        </p:nvSpPr>
        <p:spPr>
          <a:xfrm>
            <a:off x="271463" y="245269"/>
            <a:ext cx="11650662" cy="531056"/>
          </a:xfrm>
        </p:spPr>
        <p:txBody>
          <a:bodyPr/>
          <a:lstStyle>
            <a:lvl1pPr>
              <a:defRPr/>
            </a:lvl1pPr>
          </a:lstStyle>
          <a:p>
            <a:r>
              <a:rPr lang="en-GB" noProof="0" dirty="0"/>
              <a:t>Insert chapter title</a:t>
            </a:r>
          </a:p>
        </p:txBody>
      </p:sp>
      <p:sp>
        <p:nvSpPr>
          <p:cNvPr id="12" name="Inhaltsplatzhalter 2">
            <a:extLst>
              <a:ext uri="{FF2B5EF4-FFF2-40B4-BE49-F238E27FC236}">
                <a16:creationId xmlns:a16="http://schemas.microsoft.com/office/drawing/2014/main" id="{B08945CC-0D4F-0056-B059-E53C8D583D78}"/>
              </a:ext>
            </a:extLst>
          </p:cNvPr>
          <p:cNvSpPr>
            <a:spLocks noGrp="1"/>
          </p:cNvSpPr>
          <p:nvPr>
            <p:ph idx="19" hasCustomPrompt="1"/>
          </p:nvPr>
        </p:nvSpPr>
        <p:spPr>
          <a:xfrm>
            <a:off x="4218452" y="870744"/>
            <a:ext cx="3765600" cy="5353844"/>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2">
            <a:extLst>
              <a:ext uri="{FF2B5EF4-FFF2-40B4-BE49-F238E27FC236}">
                <a16:creationId xmlns:a16="http://schemas.microsoft.com/office/drawing/2014/main" id="{991A9BC9-91DF-B4F2-E0C5-C2578FBF8926}"/>
              </a:ext>
            </a:extLst>
          </p:cNvPr>
          <p:cNvSpPr>
            <a:spLocks noGrp="1"/>
          </p:cNvSpPr>
          <p:nvPr>
            <p:ph idx="20" hasCustomPrompt="1"/>
          </p:nvPr>
        </p:nvSpPr>
        <p:spPr>
          <a:xfrm>
            <a:off x="8156525" y="870743"/>
            <a:ext cx="3765600" cy="53538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5713388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rei Bilder mit Tex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850507E7-22DC-4FF9-A96B-4B72D63E2C34}"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2" name="Bildplatzhalter 4">
            <a:extLst>
              <a:ext uri="{FF2B5EF4-FFF2-40B4-BE49-F238E27FC236}">
                <a16:creationId xmlns:a16="http://schemas.microsoft.com/office/drawing/2014/main" id="{BB21450C-9A0A-DE52-A711-C6A4E254A2DE}"/>
              </a:ext>
            </a:extLst>
          </p:cNvPr>
          <p:cNvSpPr>
            <a:spLocks noGrp="1"/>
          </p:cNvSpPr>
          <p:nvPr>
            <p:ph type="pic" sz="quarter" idx="17"/>
          </p:nvPr>
        </p:nvSpPr>
        <p:spPr>
          <a:xfrm>
            <a:off x="4218452"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Bildplatzhalter 4">
            <a:extLst>
              <a:ext uri="{FF2B5EF4-FFF2-40B4-BE49-F238E27FC236}">
                <a16:creationId xmlns:a16="http://schemas.microsoft.com/office/drawing/2014/main" id="{40369691-93C7-0711-9987-747ABDF5BEE9}"/>
              </a:ext>
            </a:extLst>
          </p:cNvPr>
          <p:cNvSpPr>
            <a:spLocks noGrp="1"/>
          </p:cNvSpPr>
          <p:nvPr>
            <p:ph type="pic" sz="quarter" idx="18"/>
          </p:nvPr>
        </p:nvSpPr>
        <p:spPr>
          <a:xfrm>
            <a:off x="8156525"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5A128A8A-1E20-0372-6952-A37B014C0229}"/>
              </a:ext>
            </a:extLst>
          </p:cNvPr>
          <p:cNvSpPr>
            <a:spLocks noGrp="1"/>
          </p:cNvSpPr>
          <p:nvPr>
            <p:ph idx="1" hasCustomPrompt="1"/>
          </p:nvPr>
        </p:nvSpPr>
        <p:spPr>
          <a:xfrm>
            <a:off x="280379" y="870744"/>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itel 1">
            <a:extLst>
              <a:ext uri="{FF2B5EF4-FFF2-40B4-BE49-F238E27FC236}">
                <a16:creationId xmlns:a16="http://schemas.microsoft.com/office/drawing/2014/main" id="{8E16A7B1-D6D5-1F45-5873-56D50909A60B}"/>
              </a:ext>
            </a:extLst>
          </p:cNvPr>
          <p:cNvSpPr>
            <a:spLocks noGrp="1"/>
          </p:cNvSpPr>
          <p:nvPr>
            <p:ph type="title" hasCustomPrompt="1"/>
          </p:nvPr>
        </p:nvSpPr>
        <p:spPr>
          <a:xfrm>
            <a:off x="271463" y="245269"/>
            <a:ext cx="11650662" cy="531056"/>
          </a:xfrm>
        </p:spPr>
        <p:txBody>
          <a:bodyPr/>
          <a:lstStyle>
            <a:lvl1pPr>
              <a:defRPr/>
            </a:lvl1pPr>
          </a:lstStyle>
          <a:p>
            <a:r>
              <a:rPr lang="en-GB" noProof="0" dirty="0"/>
              <a:t>Insert chapter title</a:t>
            </a:r>
          </a:p>
        </p:txBody>
      </p:sp>
      <p:sp>
        <p:nvSpPr>
          <p:cNvPr id="12" name="Inhaltsplatzhalter 2">
            <a:extLst>
              <a:ext uri="{FF2B5EF4-FFF2-40B4-BE49-F238E27FC236}">
                <a16:creationId xmlns:a16="http://schemas.microsoft.com/office/drawing/2014/main" id="{B08945CC-0D4F-0056-B059-E53C8D583D78}"/>
              </a:ext>
            </a:extLst>
          </p:cNvPr>
          <p:cNvSpPr>
            <a:spLocks noGrp="1"/>
          </p:cNvSpPr>
          <p:nvPr>
            <p:ph idx="19" hasCustomPrompt="1"/>
          </p:nvPr>
        </p:nvSpPr>
        <p:spPr>
          <a:xfrm>
            <a:off x="4218452" y="870744"/>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2">
            <a:extLst>
              <a:ext uri="{FF2B5EF4-FFF2-40B4-BE49-F238E27FC236}">
                <a16:creationId xmlns:a16="http://schemas.microsoft.com/office/drawing/2014/main" id="{991A9BC9-91DF-B4F2-E0C5-C2578FBF8926}"/>
              </a:ext>
            </a:extLst>
          </p:cNvPr>
          <p:cNvSpPr>
            <a:spLocks noGrp="1"/>
          </p:cNvSpPr>
          <p:nvPr>
            <p:ph idx="20" hasCustomPrompt="1"/>
          </p:nvPr>
        </p:nvSpPr>
        <p:spPr>
          <a:xfrm>
            <a:off x="8156525" y="870743"/>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7210839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rei Bilder">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719E2C6A-27AF-44E0-BCA7-589AA25EC4BE}" type="datetime1">
              <a:rPr lang="en-GB" noProof="0" smtClean="0"/>
              <a:t>16/04/2026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Grgic Anto</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
        <p:nvSpPr>
          <p:cNvPr id="2" name="Bildplatzhalter 4">
            <a:extLst>
              <a:ext uri="{FF2B5EF4-FFF2-40B4-BE49-F238E27FC236}">
                <a16:creationId xmlns:a16="http://schemas.microsoft.com/office/drawing/2014/main" id="{BB21450C-9A0A-DE52-A711-C6A4E254A2DE}"/>
              </a:ext>
            </a:extLst>
          </p:cNvPr>
          <p:cNvSpPr>
            <a:spLocks noGrp="1"/>
          </p:cNvSpPr>
          <p:nvPr>
            <p:ph type="pic" sz="quarter" idx="17"/>
          </p:nvPr>
        </p:nvSpPr>
        <p:spPr>
          <a:xfrm>
            <a:off x="4218452"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4" name="Bildplatzhalter 4">
            <a:extLst>
              <a:ext uri="{FF2B5EF4-FFF2-40B4-BE49-F238E27FC236}">
                <a16:creationId xmlns:a16="http://schemas.microsoft.com/office/drawing/2014/main" id="{40369691-93C7-0711-9987-747ABDF5BEE9}"/>
              </a:ext>
            </a:extLst>
          </p:cNvPr>
          <p:cNvSpPr>
            <a:spLocks noGrp="1"/>
          </p:cNvSpPr>
          <p:nvPr>
            <p:ph type="pic" sz="quarter" idx="18"/>
          </p:nvPr>
        </p:nvSpPr>
        <p:spPr>
          <a:xfrm>
            <a:off x="8156525"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Tree>
    <p:extLst>
      <p:ext uri="{BB962C8B-B14F-4D97-AF65-F5344CB8AC3E}">
        <p14:creationId xmlns:p14="http://schemas.microsoft.com/office/powerpoint/2010/main" val="1620069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Vier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title</a:t>
            </a:r>
          </a:p>
        </p:txBody>
      </p:sp>
      <p:sp>
        <p:nvSpPr>
          <p:cNvPr id="3" name="Inhaltsplatzhalter 2"/>
          <p:cNvSpPr>
            <a:spLocks noGrp="1"/>
          </p:cNvSpPr>
          <p:nvPr>
            <p:ph idx="1" hasCustomPrompt="1"/>
          </p:nvPr>
        </p:nvSpPr>
        <p:spPr>
          <a:xfrm>
            <a:off x="271460"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2D90BFC6-1E20-4BFB-AA94-CA2B6A0C001C}"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80379"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2" name="Inhaltsplatzhalter 2">
            <a:extLst>
              <a:ext uri="{FF2B5EF4-FFF2-40B4-BE49-F238E27FC236}">
                <a16:creationId xmlns:a16="http://schemas.microsoft.com/office/drawing/2014/main" id="{2115A716-7F0D-6001-BBDA-1C1AF55BDEB0}"/>
              </a:ext>
            </a:extLst>
          </p:cNvPr>
          <p:cNvSpPr>
            <a:spLocks noGrp="1"/>
          </p:cNvSpPr>
          <p:nvPr>
            <p:ph idx="17" hasCustomPrompt="1"/>
          </p:nvPr>
        </p:nvSpPr>
        <p:spPr>
          <a:xfrm>
            <a:off x="3228587"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3" name="Bildplatzhalter 4">
            <a:extLst>
              <a:ext uri="{FF2B5EF4-FFF2-40B4-BE49-F238E27FC236}">
                <a16:creationId xmlns:a16="http://schemas.microsoft.com/office/drawing/2014/main" id="{ADAF9B2C-8583-6129-0978-4CC7CC294B45}"/>
              </a:ext>
            </a:extLst>
          </p:cNvPr>
          <p:cNvSpPr>
            <a:spLocks noGrp="1"/>
          </p:cNvSpPr>
          <p:nvPr>
            <p:ph type="pic" sz="quarter" idx="18"/>
          </p:nvPr>
        </p:nvSpPr>
        <p:spPr>
          <a:xfrm>
            <a:off x="3237506"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4" name="Inhaltsplatzhalter 2">
            <a:extLst>
              <a:ext uri="{FF2B5EF4-FFF2-40B4-BE49-F238E27FC236}">
                <a16:creationId xmlns:a16="http://schemas.microsoft.com/office/drawing/2014/main" id="{5E0F70B3-FE43-EB4F-1A26-27C37577C871}"/>
              </a:ext>
            </a:extLst>
          </p:cNvPr>
          <p:cNvSpPr>
            <a:spLocks noGrp="1"/>
          </p:cNvSpPr>
          <p:nvPr>
            <p:ph idx="19" hasCustomPrompt="1"/>
          </p:nvPr>
        </p:nvSpPr>
        <p:spPr>
          <a:xfrm>
            <a:off x="6185714"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5" name="Bildplatzhalter 4">
            <a:extLst>
              <a:ext uri="{FF2B5EF4-FFF2-40B4-BE49-F238E27FC236}">
                <a16:creationId xmlns:a16="http://schemas.microsoft.com/office/drawing/2014/main" id="{D8C6563C-12FB-DB8B-2352-BC6B519F3546}"/>
              </a:ext>
            </a:extLst>
          </p:cNvPr>
          <p:cNvSpPr>
            <a:spLocks noGrp="1"/>
          </p:cNvSpPr>
          <p:nvPr>
            <p:ph type="pic" sz="quarter" idx="20"/>
          </p:nvPr>
        </p:nvSpPr>
        <p:spPr>
          <a:xfrm>
            <a:off x="6194633"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6" name="Inhaltsplatzhalter 2">
            <a:extLst>
              <a:ext uri="{FF2B5EF4-FFF2-40B4-BE49-F238E27FC236}">
                <a16:creationId xmlns:a16="http://schemas.microsoft.com/office/drawing/2014/main" id="{B4039616-C526-8550-70B5-FB949E593989}"/>
              </a:ext>
            </a:extLst>
          </p:cNvPr>
          <p:cNvSpPr>
            <a:spLocks noGrp="1"/>
          </p:cNvSpPr>
          <p:nvPr>
            <p:ph idx="21" hasCustomPrompt="1"/>
          </p:nvPr>
        </p:nvSpPr>
        <p:spPr>
          <a:xfrm>
            <a:off x="9142840"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9151759"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Tree>
    <p:extLst>
      <p:ext uri="{BB962C8B-B14F-4D97-AF65-F5344CB8AC3E}">
        <p14:creationId xmlns:p14="http://schemas.microsoft.com/office/powerpoint/2010/main" val="930470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eben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3" name="Inhaltsplatzhalter 2"/>
          <p:cNvSpPr>
            <a:spLocks noGrp="1"/>
          </p:cNvSpPr>
          <p:nvPr>
            <p:ph idx="1" hasCustomPrompt="1"/>
          </p:nvPr>
        </p:nvSpPr>
        <p:spPr>
          <a:xfrm>
            <a:off x="281300"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6B6F8EB-C510-46A4-AC06-3410590A9997}"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80378"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6" name="Inhaltsplatzhalter 2">
            <a:extLst>
              <a:ext uri="{FF2B5EF4-FFF2-40B4-BE49-F238E27FC236}">
                <a16:creationId xmlns:a16="http://schemas.microsoft.com/office/drawing/2014/main" id="{F20D1239-AC10-7CF3-7460-F409E82CBCF4}"/>
              </a:ext>
            </a:extLst>
          </p:cNvPr>
          <p:cNvSpPr>
            <a:spLocks noGrp="1"/>
          </p:cNvSpPr>
          <p:nvPr>
            <p:ph idx="17" hasCustomPrompt="1"/>
          </p:nvPr>
        </p:nvSpPr>
        <p:spPr>
          <a:xfrm>
            <a:off x="3235845"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17" name="Bildplatzhalter 4">
            <a:extLst>
              <a:ext uri="{FF2B5EF4-FFF2-40B4-BE49-F238E27FC236}">
                <a16:creationId xmlns:a16="http://schemas.microsoft.com/office/drawing/2014/main" id="{63E66951-4F0B-CBC1-A3F3-06E36980367D}"/>
              </a:ext>
            </a:extLst>
          </p:cNvPr>
          <p:cNvSpPr>
            <a:spLocks noGrp="1"/>
          </p:cNvSpPr>
          <p:nvPr>
            <p:ph type="pic" sz="quarter" idx="18"/>
          </p:nvPr>
        </p:nvSpPr>
        <p:spPr>
          <a:xfrm>
            <a:off x="3234923"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Inhaltsplatzhalter 2">
            <a:extLst>
              <a:ext uri="{FF2B5EF4-FFF2-40B4-BE49-F238E27FC236}">
                <a16:creationId xmlns:a16="http://schemas.microsoft.com/office/drawing/2014/main" id="{B22D8516-82BF-C968-B99F-F2C48726086A}"/>
              </a:ext>
            </a:extLst>
          </p:cNvPr>
          <p:cNvSpPr>
            <a:spLocks noGrp="1"/>
          </p:cNvSpPr>
          <p:nvPr>
            <p:ph idx="19" hasCustomPrompt="1"/>
          </p:nvPr>
        </p:nvSpPr>
        <p:spPr>
          <a:xfrm>
            <a:off x="6190390"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19" name="Bildplatzhalter 4">
            <a:extLst>
              <a:ext uri="{FF2B5EF4-FFF2-40B4-BE49-F238E27FC236}">
                <a16:creationId xmlns:a16="http://schemas.microsoft.com/office/drawing/2014/main" id="{CC380BDB-57AA-395C-97C5-32258AD42292}"/>
              </a:ext>
            </a:extLst>
          </p:cNvPr>
          <p:cNvSpPr>
            <a:spLocks noGrp="1"/>
          </p:cNvSpPr>
          <p:nvPr>
            <p:ph type="pic" sz="quarter" idx="20"/>
          </p:nvPr>
        </p:nvSpPr>
        <p:spPr>
          <a:xfrm>
            <a:off x="6189468"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0" name="Inhaltsplatzhalter 2">
            <a:extLst>
              <a:ext uri="{FF2B5EF4-FFF2-40B4-BE49-F238E27FC236}">
                <a16:creationId xmlns:a16="http://schemas.microsoft.com/office/drawing/2014/main" id="{AB12B8A9-2E40-004F-7D4B-DC8308302138}"/>
              </a:ext>
            </a:extLst>
          </p:cNvPr>
          <p:cNvSpPr>
            <a:spLocks noGrp="1"/>
          </p:cNvSpPr>
          <p:nvPr>
            <p:ph idx="21" hasCustomPrompt="1"/>
          </p:nvPr>
        </p:nvSpPr>
        <p:spPr>
          <a:xfrm>
            <a:off x="9144936"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1" name="Bildplatzhalter 4">
            <a:extLst>
              <a:ext uri="{FF2B5EF4-FFF2-40B4-BE49-F238E27FC236}">
                <a16:creationId xmlns:a16="http://schemas.microsoft.com/office/drawing/2014/main" id="{E8E60EDF-84BC-50DF-DF1D-12535BD165EA}"/>
              </a:ext>
            </a:extLst>
          </p:cNvPr>
          <p:cNvSpPr>
            <a:spLocks noGrp="1"/>
          </p:cNvSpPr>
          <p:nvPr>
            <p:ph type="pic" sz="quarter" idx="22"/>
          </p:nvPr>
        </p:nvSpPr>
        <p:spPr>
          <a:xfrm>
            <a:off x="9144014"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8" name="Inhaltsplatzhalter 2">
            <a:extLst>
              <a:ext uri="{FF2B5EF4-FFF2-40B4-BE49-F238E27FC236}">
                <a16:creationId xmlns:a16="http://schemas.microsoft.com/office/drawing/2014/main" id="{271646C3-68B0-05A8-5C65-22D55CE4808F}"/>
              </a:ext>
            </a:extLst>
          </p:cNvPr>
          <p:cNvSpPr>
            <a:spLocks noGrp="1"/>
          </p:cNvSpPr>
          <p:nvPr>
            <p:ph idx="23" hasCustomPrompt="1"/>
          </p:nvPr>
        </p:nvSpPr>
        <p:spPr>
          <a:xfrm>
            <a:off x="270797"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9" name="Bildplatzhalter 4">
            <a:extLst>
              <a:ext uri="{FF2B5EF4-FFF2-40B4-BE49-F238E27FC236}">
                <a16:creationId xmlns:a16="http://schemas.microsoft.com/office/drawing/2014/main" id="{EC544524-67DF-E44E-A80D-DEF20D907A89}"/>
              </a:ext>
            </a:extLst>
          </p:cNvPr>
          <p:cNvSpPr>
            <a:spLocks noGrp="1"/>
          </p:cNvSpPr>
          <p:nvPr>
            <p:ph type="pic" sz="quarter" idx="24"/>
          </p:nvPr>
        </p:nvSpPr>
        <p:spPr>
          <a:xfrm>
            <a:off x="269875"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0" name="Inhaltsplatzhalter 2">
            <a:extLst>
              <a:ext uri="{FF2B5EF4-FFF2-40B4-BE49-F238E27FC236}">
                <a16:creationId xmlns:a16="http://schemas.microsoft.com/office/drawing/2014/main" id="{E052A1FF-3C1D-18C9-FF8C-91D41AD5E46F}"/>
              </a:ext>
            </a:extLst>
          </p:cNvPr>
          <p:cNvSpPr>
            <a:spLocks noGrp="1"/>
          </p:cNvSpPr>
          <p:nvPr>
            <p:ph idx="25" hasCustomPrompt="1"/>
          </p:nvPr>
        </p:nvSpPr>
        <p:spPr>
          <a:xfrm>
            <a:off x="3225342"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31" name="Bildplatzhalter 4">
            <a:extLst>
              <a:ext uri="{FF2B5EF4-FFF2-40B4-BE49-F238E27FC236}">
                <a16:creationId xmlns:a16="http://schemas.microsoft.com/office/drawing/2014/main" id="{CA8F6A59-A25E-5F43-6AC1-01A66F711A97}"/>
              </a:ext>
            </a:extLst>
          </p:cNvPr>
          <p:cNvSpPr>
            <a:spLocks noGrp="1"/>
          </p:cNvSpPr>
          <p:nvPr>
            <p:ph type="pic" sz="quarter" idx="26"/>
          </p:nvPr>
        </p:nvSpPr>
        <p:spPr>
          <a:xfrm>
            <a:off x="3224420"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2" name="Inhaltsplatzhalter 2">
            <a:extLst>
              <a:ext uri="{FF2B5EF4-FFF2-40B4-BE49-F238E27FC236}">
                <a16:creationId xmlns:a16="http://schemas.microsoft.com/office/drawing/2014/main" id="{704FB434-2B9A-C168-61EC-9AE6DBA6CE72}"/>
              </a:ext>
            </a:extLst>
          </p:cNvPr>
          <p:cNvSpPr>
            <a:spLocks noGrp="1"/>
          </p:cNvSpPr>
          <p:nvPr>
            <p:ph idx="27" hasCustomPrompt="1"/>
          </p:nvPr>
        </p:nvSpPr>
        <p:spPr>
          <a:xfrm>
            <a:off x="6179887"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33" name="Bildplatzhalter 4">
            <a:extLst>
              <a:ext uri="{FF2B5EF4-FFF2-40B4-BE49-F238E27FC236}">
                <a16:creationId xmlns:a16="http://schemas.microsoft.com/office/drawing/2014/main" id="{1D1811AD-FBE2-BBD0-4B34-A096DE429FE1}"/>
              </a:ext>
            </a:extLst>
          </p:cNvPr>
          <p:cNvSpPr>
            <a:spLocks noGrp="1"/>
          </p:cNvSpPr>
          <p:nvPr>
            <p:ph type="pic" sz="quarter" idx="28"/>
          </p:nvPr>
        </p:nvSpPr>
        <p:spPr>
          <a:xfrm>
            <a:off x="6178965"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Tree>
    <p:extLst>
      <p:ext uri="{BB962C8B-B14F-4D97-AF65-F5344CB8AC3E}">
        <p14:creationId xmlns:p14="http://schemas.microsoft.com/office/powerpoint/2010/main" val="38181047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BE30AAB7-925B-4FF0-9C4C-ED84A2794D7B}"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69875"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6187440" y="1088740"/>
            <a:ext cx="5734685" cy="4287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8" name="Textplatzhalter 7">
            <a:extLst>
              <a:ext uri="{FF2B5EF4-FFF2-40B4-BE49-F238E27FC236}">
                <a16:creationId xmlns:a16="http://schemas.microsoft.com/office/drawing/2014/main" id="{4280664E-DD47-F588-9AC5-7EF892BCCD6D}"/>
              </a:ext>
            </a:extLst>
          </p:cNvPr>
          <p:cNvSpPr>
            <a:spLocks noGrp="1"/>
          </p:cNvSpPr>
          <p:nvPr>
            <p:ph type="body" sz="quarter" idx="23" hasCustomPrompt="1"/>
          </p:nvPr>
        </p:nvSpPr>
        <p:spPr>
          <a:xfrm>
            <a:off x="269875"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2" name="Bildplatzhalter 4">
            <a:extLst>
              <a:ext uri="{FF2B5EF4-FFF2-40B4-BE49-F238E27FC236}">
                <a16:creationId xmlns:a16="http://schemas.microsoft.com/office/drawing/2014/main" id="{BF131E8F-F030-F634-B58C-C4083E313DB0}"/>
              </a:ext>
            </a:extLst>
          </p:cNvPr>
          <p:cNvSpPr>
            <a:spLocks noGrp="1"/>
          </p:cNvSpPr>
          <p:nvPr>
            <p:ph type="pic" sz="quarter" idx="24"/>
          </p:nvPr>
        </p:nvSpPr>
        <p:spPr>
          <a:xfrm>
            <a:off x="2241952"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3" name="Textplatzhalter 7">
            <a:extLst>
              <a:ext uri="{FF2B5EF4-FFF2-40B4-BE49-F238E27FC236}">
                <a16:creationId xmlns:a16="http://schemas.microsoft.com/office/drawing/2014/main" id="{CCDDB8DD-2426-6FE0-DFEE-6DE9A58F0769}"/>
              </a:ext>
            </a:extLst>
          </p:cNvPr>
          <p:cNvSpPr>
            <a:spLocks noGrp="1"/>
          </p:cNvSpPr>
          <p:nvPr>
            <p:ph type="body" sz="quarter" idx="25" hasCustomPrompt="1"/>
          </p:nvPr>
        </p:nvSpPr>
        <p:spPr>
          <a:xfrm>
            <a:off x="2241952"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4" name="Bildplatzhalter 4">
            <a:extLst>
              <a:ext uri="{FF2B5EF4-FFF2-40B4-BE49-F238E27FC236}">
                <a16:creationId xmlns:a16="http://schemas.microsoft.com/office/drawing/2014/main" id="{983435DF-10F7-65D6-87B3-02DB8987199E}"/>
              </a:ext>
            </a:extLst>
          </p:cNvPr>
          <p:cNvSpPr>
            <a:spLocks noGrp="1"/>
          </p:cNvSpPr>
          <p:nvPr>
            <p:ph type="pic" sz="quarter" idx="26"/>
          </p:nvPr>
        </p:nvSpPr>
        <p:spPr>
          <a:xfrm>
            <a:off x="4216411"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5" name="Textplatzhalter 7">
            <a:extLst>
              <a:ext uri="{FF2B5EF4-FFF2-40B4-BE49-F238E27FC236}">
                <a16:creationId xmlns:a16="http://schemas.microsoft.com/office/drawing/2014/main" id="{C75924EC-5119-BC69-FAE4-4C5FAF979D6A}"/>
              </a:ext>
            </a:extLst>
          </p:cNvPr>
          <p:cNvSpPr>
            <a:spLocks noGrp="1"/>
          </p:cNvSpPr>
          <p:nvPr>
            <p:ph type="body" sz="quarter" idx="27" hasCustomPrompt="1"/>
          </p:nvPr>
        </p:nvSpPr>
        <p:spPr>
          <a:xfrm>
            <a:off x="4216411"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6" name="Bildplatzhalter 4">
            <a:extLst>
              <a:ext uri="{FF2B5EF4-FFF2-40B4-BE49-F238E27FC236}">
                <a16:creationId xmlns:a16="http://schemas.microsoft.com/office/drawing/2014/main" id="{8DBCB22B-C5B8-EE52-8843-F6E91485161D}"/>
              </a:ext>
            </a:extLst>
          </p:cNvPr>
          <p:cNvSpPr>
            <a:spLocks noGrp="1"/>
          </p:cNvSpPr>
          <p:nvPr>
            <p:ph type="pic" sz="quarter" idx="28"/>
          </p:nvPr>
        </p:nvSpPr>
        <p:spPr>
          <a:xfrm>
            <a:off x="269875"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7" name="Bildplatzhalter 4">
            <a:extLst>
              <a:ext uri="{FF2B5EF4-FFF2-40B4-BE49-F238E27FC236}">
                <a16:creationId xmlns:a16="http://schemas.microsoft.com/office/drawing/2014/main" id="{E9A2A0FF-0E7C-DA80-3753-010625EC4777}"/>
              </a:ext>
            </a:extLst>
          </p:cNvPr>
          <p:cNvSpPr>
            <a:spLocks noGrp="1"/>
          </p:cNvSpPr>
          <p:nvPr>
            <p:ph type="pic" sz="quarter" idx="29"/>
          </p:nvPr>
        </p:nvSpPr>
        <p:spPr>
          <a:xfrm>
            <a:off x="2241952"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Bildplatzhalter 4">
            <a:extLst>
              <a:ext uri="{FF2B5EF4-FFF2-40B4-BE49-F238E27FC236}">
                <a16:creationId xmlns:a16="http://schemas.microsoft.com/office/drawing/2014/main" id="{CCD0893B-0A26-A40A-4BEC-E9688A497FAD}"/>
              </a:ext>
            </a:extLst>
          </p:cNvPr>
          <p:cNvSpPr>
            <a:spLocks noGrp="1"/>
          </p:cNvSpPr>
          <p:nvPr>
            <p:ph type="pic" sz="quarter" idx="30"/>
          </p:nvPr>
        </p:nvSpPr>
        <p:spPr>
          <a:xfrm>
            <a:off x="4216411"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9" name="Textplatzhalter 7">
            <a:extLst>
              <a:ext uri="{FF2B5EF4-FFF2-40B4-BE49-F238E27FC236}">
                <a16:creationId xmlns:a16="http://schemas.microsoft.com/office/drawing/2014/main" id="{C01C616E-CDC8-43AA-E3EA-1068A0273501}"/>
              </a:ext>
            </a:extLst>
          </p:cNvPr>
          <p:cNvSpPr>
            <a:spLocks noGrp="1"/>
          </p:cNvSpPr>
          <p:nvPr>
            <p:ph type="body" sz="quarter" idx="31" hasCustomPrompt="1"/>
          </p:nvPr>
        </p:nvSpPr>
        <p:spPr>
          <a:xfrm>
            <a:off x="274033"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0" name="Textplatzhalter 7">
            <a:extLst>
              <a:ext uri="{FF2B5EF4-FFF2-40B4-BE49-F238E27FC236}">
                <a16:creationId xmlns:a16="http://schemas.microsoft.com/office/drawing/2014/main" id="{329A2272-896A-882E-5158-C54F5F68FD07}"/>
              </a:ext>
            </a:extLst>
          </p:cNvPr>
          <p:cNvSpPr>
            <a:spLocks noGrp="1"/>
          </p:cNvSpPr>
          <p:nvPr>
            <p:ph type="body" sz="quarter" idx="32" hasCustomPrompt="1"/>
          </p:nvPr>
        </p:nvSpPr>
        <p:spPr>
          <a:xfrm>
            <a:off x="2241952"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1" name="Textplatzhalter 7">
            <a:extLst>
              <a:ext uri="{FF2B5EF4-FFF2-40B4-BE49-F238E27FC236}">
                <a16:creationId xmlns:a16="http://schemas.microsoft.com/office/drawing/2014/main" id="{2522235C-97A4-2633-577F-C6E62223BE14}"/>
              </a:ext>
            </a:extLst>
          </p:cNvPr>
          <p:cNvSpPr>
            <a:spLocks noGrp="1"/>
          </p:cNvSpPr>
          <p:nvPr>
            <p:ph type="body" sz="quarter" idx="33" hasCustomPrompt="1"/>
          </p:nvPr>
        </p:nvSpPr>
        <p:spPr>
          <a:xfrm>
            <a:off x="4216411"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8" name="Textplatzhalter 7">
            <a:extLst>
              <a:ext uri="{FF2B5EF4-FFF2-40B4-BE49-F238E27FC236}">
                <a16:creationId xmlns:a16="http://schemas.microsoft.com/office/drawing/2014/main" id="{31240D61-DAE3-BD06-237A-C12594445A3C}"/>
              </a:ext>
            </a:extLst>
          </p:cNvPr>
          <p:cNvSpPr>
            <a:spLocks noGrp="1"/>
          </p:cNvSpPr>
          <p:nvPr>
            <p:ph type="body" sz="quarter" idx="34" hasCustomPrompt="1"/>
          </p:nvPr>
        </p:nvSpPr>
        <p:spPr>
          <a:xfrm>
            <a:off x="6190869" y="5508398"/>
            <a:ext cx="5734685" cy="424688"/>
          </a:xfrm>
        </p:spPr>
        <p:txBody>
          <a:bodyPr/>
          <a:lstStyle>
            <a:lvl1pPr>
              <a:defRPr/>
            </a:lvl1pPr>
          </a:lstStyle>
          <a:p>
            <a:pPr lvl="0"/>
            <a:r>
              <a:rPr lang="en-GB" noProof="0" dirty="0"/>
              <a:t>Team</a:t>
            </a:r>
          </a:p>
        </p:txBody>
      </p:sp>
    </p:spTree>
    <p:extLst>
      <p:ext uri="{BB962C8B-B14F-4D97-AF65-F5344CB8AC3E}">
        <p14:creationId xmlns:p14="http://schemas.microsoft.com/office/powerpoint/2010/main" val="41726659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or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B4C6DD47-B5A0-4950-A19A-43F01AC30E13}"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6182789"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1088740"/>
            <a:ext cx="5734685" cy="496916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8" name="Textplatzhalter 7">
            <a:extLst>
              <a:ext uri="{FF2B5EF4-FFF2-40B4-BE49-F238E27FC236}">
                <a16:creationId xmlns:a16="http://schemas.microsoft.com/office/drawing/2014/main" id="{4280664E-DD47-F588-9AC5-7EF892BCCD6D}"/>
              </a:ext>
            </a:extLst>
          </p:cNvPr>
          <p:cNvSpPr>
            <a:spLocks noGrp="1"/>
          </p:cNvSpPr>
          <p:nvPr>
            <p:ph type="body" sz="quarter" idx="23" hasCustomPrompt="1"/>
          </p:nvPr>
        </p:nvSpPr>
        <p:spPr>
          <a:xfrm>
            <a:off x="6182789" y="2932875"/>
            <a:ext cx="1792800" cy="424688"/>
          </a:xfrm>
        </p:spPr>
        <p:txBody>
          <a:bodyPr/>
          <a:lstStyle>
            <a:lvl1pPr>
              <a:defRPr/>
            </a:lvl1pPr>
          </a:lstStyle>
          <a:p>
            <a:pPr lvl="0"/>
            <a:r>
              <a:rPr lang="en-GB" noProof="0" dirty="0"/>
              <a:t>Insert content</a:t>
            </a:r>
          </a:p>
        </p:txBody>
      </p:sp>
      <p:sp>
        <p:nvSpPr>
          <p:cNvPr id="12" name="Bildplatzhalter 4">
            <a:extLst>
              <a:ext uri="{FF2B5EF4-FFF2-40B4-BE49-F238E27FC236}">
                <a16:creationId xmlns:a16="http://schemas.microsoft.com/office/drawing/2014/main" id="{BF131E8F-F030-F634-B58C-C4083E313DB0}"/>
              </a:ext>
            </a:extLst>
          </p:cNvPr>
          <p:cNvSpPr>
            <a:spLocks noGrp="1"/>
          </p:cNvSpPr>
          <p:nvPr>
            <p:ph type="pic" sz="quarter" idx="24"/>
          </p:nvPr>
        </p:nvSpPr>
        <p:spPr>
          <a:xfrm>
            <a:off x="8154866"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3" name="Textplatzhalter 7">
            <a:extLst>
              <a:ext uri="{FF2B5EF4-FFF2-40B4-BE49-F238E27FC236}">
                <a16:creationId xmlns:a16="http://schemas.microsoft.com/office/drawing/2014/main" id="{CCDDB8DD-2426-6FE0-DFEE-6DE9A58F0769}"/>
              </a:ext>
            </a:extLst>
          </p:cNvPr>
          <p:cNvSpPr>
            <a:spLocks noGrp="1"/>
          </p:cNvSpPr>
          <p:nvPr>
            <p:ph type="body" sz="quarter" idx="25" hasCustomPrompt="1"/>
          </p:nvPr>
        </p:nvSpPr>
        <p:spPr>
          <a:xfrm>
            <a:off x="8154866" y="2932875"/>
            <a:ext cx="1792800" cy="424688"/>
          </a:xfrm>
        </p:spPr>
        <p:txBody>
          <a:bodyPr/>
          <a:lstStyle>
            <a:lvl1pPr>
              <a:defRPr/>
            </a:lvl1pPr>
          </a:lstStyle>
          <a:p>
            <a:pPr lvl="0"/>
            <a:r>
              <a:rPr lang="en-GB" noProof="0" dirty="0"/>
              <a:t>Insert content</a:t>
            </a:r>
          </a:p>
        </p:txBody>
      </p:sp>
      <p:sp>
        <p:nvSpPr>
          <p:cNvPr id="14" name="Bildplatzhalter 4">
            <a:extLst>
              <a:ext uri="{FF2B5EF4-FFF2-40B4-BE49-F238E27FC236}">
                <a16:creationId xmlns:a16="http://schemas.microsoft.com/office/drawing/2014/main" id="{983435DF-10F7-65D6-87B3-02DB8987199E}"/>
              </a:ext>
            </a:extLst>
          </p:cNvPr>
          <p:cNvSpPr>
            <a:spLocks noGrp="1"/>
          </p:cNvSpPr>
          <p:nvPr>
            <p:ph type="pic" sz="quarter" idx="26"/>
          </p:nvPr>
        </p:nvSpPr>
        <p:spPr>
          <a:xfrm>
            <a:off x="10129325"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5" name="Textplatzhalter 7">
            <a:extLst>
              <a:ext uri="{FF2B5EF4-FFF2-40B4-BE49-F238E27FC236}">
                <a16:creationId xmlns:a16="http://schemas.microsoft.com/office/drawing/2014/main" id="{C75924EC-5119-BC69-FAE4-4C5FAF979D6A}"/>
              </a:ext>
            </a:extLst>
          </p:cNvPr>
          <p:cNvSpPr>
            <a:spLocks noGrp="1"/>
          </p:cNvSpPr>
          <p:nvPr>
            <p:ph type="body" sz="quarter" idx="27" hasCustomPrompt="1"/>
          </p:nvPr>
        </p:nvSpPr>
        <p:spPr>
          <a:xfrm>
            <a:off x="10129325" y="2932875"/>
            <a:ext cx="1792800" cy="424688"/>
          </a:xfrm>
        </p:spPr>
        <p:txBody>
          <a:bodyPr/>
          <a:lstStyle>
            <a:lvl1pPr>
              <a:defRPr/>
            </a:lvl1pPr>
          </a:lstStyle>
          <a:p>
            <a:pPr lvl="0"/>
            <a:r>
              <a:rPr lang="en-GB" noProof="0" dirty="0"/>
              <a:t>Insert content</a:t>
            </a:r>
          </a:p>
        </p:txBody>
      </p:sp>
      <p:sp>
        <p:nvSpPr>
          <p:cNvPr id="16" name="Bildplatzhalter 4">
            <a:extLst>
              <a:ext uri="{FF2B5EF4-FFF2-40B4-BE49-F238E27FC236}">
                <a16:creationId xmlns:a16="http://schemas.microsoft.com/office/drawing/2014/main" id="{8DBCB22B-C5B8-EE52-8843-F6E91485161D}"/>
              </a:ext>
            </a:extLst>
          </p:cNvPr>
          <p:cNvSpPr>
            <a:spLocks noGrp="1"/>
          </p:cNvSpPr>
          <p:nvPr>
            <p:ph type="pic" sz="quarter" idx="28"/>
          </p:nvPr>
        </p:nvSpPr>
        <p:spPr>
          <a:xfrm>
            <a:off x="6182789"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7" name="Bildplatzhalter 4">
            <a:extLst>
              <a:ext uri="{FF2B5EF4-FFF2-40B4-BE49-F238E27FC236}">
                <a16:creationId xmlns:a16="http://schemas.microsoft.com/office/drawing/2014/main" id="{E9A2A0FF-0E7C-DA80-3753-010625EC4777}"/>
              </a:ext>
            </a:extLst>
          </p:cNvPr>
          <p:cNvSpPr>
            <a:spLocks noGrp="1"/>
          </p:cNvSpPr>
          <p:nvPr>
            <p:ph type="pic" sz="quarter" idx="29"/>
          </p:nvPr>
        </p:nvSpPr>
        <p:spPr>
          <a:xfrm>
            <a:off x="8154866"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Bildplatzhalter 4">
            <a:extLst>
              <a:ext uri="{FF2B5EF4-FFF2-40B4-BE49-F238E27FC236}">
                <a16:creationId xmlns:a16="http://schemas.microsoft.com/office/drawing/2014/main" id="{CCD0893B-0A26-A40A-4BEC-E9688A497FAD}"/>
              </a:ext>
            </a:extLst>
          </p:cNvPr>
          <p:cNvSpPr>
            <a:spLocks noGrp="1"/>
          </p:cNvSpPr>
          <p:nvPr>
            <p:ph type="pic" sz="quarter" idx="30"/>
          </p:nvPr>
        </p:nvSpPr>
        <p:spPr>
          <a:xfrm>
            <a:off x="10129325"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9" name="Textplatzhalter 7">
            <a:extLst>
              <a:ext uri="{FF2B5EF4-FFF2-40B4-BE49-F238E27FC236}">
                <a16:creationId xmlns:a16="http://schemas.microsoft.com/office/drawing/2014/main" id="{C01C616E-CDC8-43AA-E3EA-1068A0273501}"/>
              </a:ext>
            </a:extLst>
          </p:cNvPr>
          <p:cNvSpPr>
            <a:spLocks noGrp="1"/>
          </p:cNvSpPr>
          <p:nvPr>
            <p:ph type="body" sz="quarter" idx="31" hasCustomPrompt="1"/>
          </p:nvPr>
        </p:nvSpPr>
        <p:spPr>
          <a:xfrm>
            <a:off x="6186947" y="5659152"/>
            <a:ext cx="1792800" cy="424688"/>
          </a:xfrm>
        </p:spPr>
        <p:txBody>
          <a:bodyPr/>
          <a:lstStyle>
            <a:lvl1pPr>
              <a:defRPr/>
            </a:lvl1pPr>
          </a:lstStyle>
          <a:p>
            <a:pPr lvl="0"/>
            <a:r>
              <a:rPr lang="en-GB" noProof="0" dirty="0"/>
              <a:t>Insert content</a:t>
            </a:r>
          </a:p>
        </p:txBody>
      </p:sp>
      <p:sp>
        <p:nvSpPr>
          <p:cNvPr id="20" name="Textplatzhalter 7">
            <a:extLst>
              <a:ext uri="{FF2B5EF4-FFF2-40B4-BE49-F238E27FC236}">
                <a16:creationId xmlns:a16="http://schemas.microsoft.com/office/drawing/2014/main" id="{329A2272-896A-882E-5158-C54F5F68FD07}"/>
              </a:ext>
            </a:extLst>
          </p:cNvPr>
          <p:cNvSpPr>
            <a:spLocks noGrp="1"/>
          </p:cNvSpPr>
          <p:nvPr>
            <p:ph type="body" sz="quarter" idx="32" hasCustomPrompt="1"/>
          </p:nvPr>
        </p:nvSpPr>
        <p:spPr>
          <a:xfrm>
            <a:off x="8154866" y="5659152"/>
            <a:ext cx="1792800" cy="424688"/>
          </a:xfrm>
        </p:spPr>
        <p:txBody>
          <a:bodyPr/>
          <a:lstStyle>
            <a:lvl1pPr>
              <a:defRPr/>
            </a:lvl1pPr>
          </a:lstStyle>
          <a:p>
            <a:pPr lvl="0"/>
            <a:r>
              <a:rPr lang="en-GB" noProof="0" dirty="0"/>
              <a:t>Insert content</a:t>
            </a:r>
          </a:p>
        </p:txBody>
      </p:sp>
      <p:sp>
        <p:nvSpPr>
          <p:cNvPr id="21" name="Textplatzhalter 7">
            <a:extLst>
              <a:ext uri="{FF2B5EF4-FFF2-40B4-BE49-F238E27FC236}">
                <a16:creationId xmlns:a16="http://schemas.microsoft.com/office/drawing/2014/main" id="{2522235C-97A4-2633-577F-C6E62223BE14}"/>
              </a:ext>
            </a:extLst>
          </p:cNvPr>
          <p:cNvSpPr>
            <a:spLocks noGrp="1"/>
          </p:cNvSpPr>
          <p:nvPr>
            <p:ph type="body" sz="quarter" idx="33" hasCustomPrompt="1"/>
          </p:nvPr>
        </p:nvSpPr>
        <p:spPr>
          <a:xfrm>
            <a:off x="10129325" y="5659152"/>
            <a:ext cx="1792800" cy="424688"/>
          </a:xfrm>
        </p:spPr>
        <p:txBody>
          <a:bodyPr/>
          <a:lstStyle>
            <a:lvl1pPr>
              <a:defRPr/>
            </a:lvl1pPr>
          </a:lstStyle>
          <a:p>
            <a:pPr lvl="0"/>
            <a:r>
              <a:rPr lang="en-GB" noProof="0" dirty="0"/>
              <a:t>Insert content</a:t>
            </a:r>
          </a:p>
        </p:txBody>
      </p:sp>
    </p:spTree>
    <p:extLst>
      <p:ext uri="{BB962C8B-B14F-4D97-AF65-F5344CB8AC3E}">
        <p14:creationId xmlns:p14="http://schemas.microsoft.com/office/powerpoint/2010/main" val="762027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udent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9F7C6AB-D72C-4DB2-B412-E0727C77E8DE}"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866775"/>
            <a:ext cx="7688373" cy="5362575"/>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 name="Inhaltsplatzhalter 10">
            <a:extLst>
              <a:ext uri="{FF2B5EF4-FFF2-40B4-BE49-F238E27FC236}">
                <a16:creationId xmlns:a16="http://schemas.microsoft.com/office/drawing/2014/main" id="{FFC20296-E86A-3879-BD39-9F30E3319478}"/>
              </a:ext>
            </a:extLst>
          </p:cNvPr>
          <p:cNvSpPr>
            <a:spLocks noGrp="1"/>
          </p:cNvSpPr>
          <p:nvPr>
            <p:ph sz="quarter" idx="23" hasCustomPrompt="1"/>
          </p:nvPr>
        </p:nvSpPr>
        <p:spPr>
          <a:xfrm>
            <a:off x="8148638" y="866775"/>
            <a:ext cx="3768835" cy="1871515"/>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2" name="Inhaltsplatzhalter 10">
            <a:extLst>
              <a:ext uri="{FF2B5EF4-FFF2-40B4-BE49-F238E27FC236}">
                <a16:creationId xmlns:a16="http://schemas.microsoft.com/office/drawing/2014/main" id="{64B2AD41-4DD5-6051-D34F-CA90E2343F5D}"/>
              </a:ext>
            </a:extLst>
          </p:cNvPr>
          <p:cNvSpPr>
            <a:spLocks noGrp="1"/>
          </p:cNvSpPr>
          <p:nvPr>
            <p:ph sz="quarter" idx="24" hasCustomPrompt="1"/>
          </p:nvPr>
        </p:nvSpPr>
        <p:spPr>
          <a:xfrm>
            <a:off x="8148638" y="2938463"/>
            <a:ext cx="3768835" cy="293880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8" name="Textplatzhalter 27">
            <a:extLst>
              <a:ext uri="{FF2B5EF4-FFF2-40B4-BE49-F238E27FC236}">
                <a16:creationId xmlns:a16="http://schemas.microsoft.com/office/drawing/2014/main" id="{D10D92F6-CEED-9778-52E5-5789FA1E2137}"/>
              </a:ext>
            </a:extLst>
          </p:cNvPr>
          <p:cNvSpPr>
            <a:spLocks noGrp="1"/>
          </p:cNvSpPr>
          <p:nvPr>
            <p:ph type="body" sz="quarter" idx="25" hasCustomPrompt="1"/>
          </p:nvPr>
        </p:nvSpPr>
        <p:spPr>
          <a:xfrm>
            <a:off x="8154000" y="6013950"/>
            <a:ext cx="3768835" cy="205200"/>
          </a:xfrm>
        </p:spPr>
        <p:txBody>
          <a:bodyPr anchor="b"/>
          <a:lstStyle>
            <a:lvl1pPr>
              <a:lnSpc>
                <a:spcPct val="109000"/>
              </a:lnSpc>
              <a:defRPr sz="12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Quelle </a:t>
            </a:r>
            <a:r>
              <a:rPr lang="en-GB" noProof="0" dirty="0" err="1"/>
              <a:t>hinzufügen</a:t>
            </a:r>
            <a:endParaRPr lang="en-GB" noProof="0" dirty="0"/>
          </a:p>
        </p:txBody>
      </p:sp>
    </p:spTree>
    <p:extLst>
      <p:ext uri="{BB962C8B-B14F-4D97-AF65-F5344CB8AC3E}">
        <p14:creationId xmlns:p14="http://schemas.microsoft.com/office/powerpoint/2010/main" val="15930016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hs Texte mit Grafik">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43608F40-4162-43B2-8892-FE05E38730A8}"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8156522" y="876298"/>
            <a:ext cx="3765601" cy="5353052"/>
          </a:xfrm>
          <a:noFill/>
        </p:spPr>
        <p:txBody>
          <a:bodyPr tIns="720000" anchor="ctr"/>
          <a:lstStyle>
            <a:lvl1pPr algn="ctr">
              <a:defRPr sz="1200"/>
            </a:lvl1pPr>
          </a:lstStyle>
          <a:p>
            <a:r>
              <a:rPr lang="en-US" noProof="0"/>
              <a:t>Click icon to add picture</a:t>
            </a:r>
            <a:endParaRPr lang="en-GB" noProof="0" dirty="0"/>
          </a:p>
        </p:txBody>
      </p:sp>
      <p:sp>
        <p:nvSpPr>
          <p:cNvPr id="8" name="Inhaltsplatzhalter 10">
            <a:extLst>
              <a:ext uri="{FF2B5EF4-FFF2-40B4-BE49-F238E27FC236}">
                <a16:creationId xmlns:a16="http://schemas.microsoft.com/office/drawing/2014/main" id="{19B00308-6650-D1AB-F5C5-991F60192BF4}"/>
              </a:ext>
            </a:extLst>
          </p:cNvPr>
          <p:cNvSpPr>
            <a:spLocks noGrp="1"/>
          </p:cNvSpPr>
          <p:nvPr>
            <p:ph sz="quarter" idx="23" hasCustomPrompt="1"/>
          </p:nvPr>
        </p:nvSpPr>
        <p:spPr>
          <a:xfrm>
            <a:off x="269877" y="876299"/>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9" name="Inhaltsplatzhalter 10">
            <a:extLst>
              <a:ext uri="{FF2B5EF4-FFF2-40B4-BE49-F238E27FC236}">
                <a16:creationId xmlns:a16="http://schemas.microsoft.com/office/drawing/2014/main" id="{64747F6A-D136-3EFB-6E19-6A385022B994}"/>
              </a:ext>
            </a:extLst>
          </p:cNvPr>
          <p:cNvSpPr>
            <a:spLocks noGrp="1"/>
          </p:cNvSpPr>
          <p:nvPr>
            <p:ph sz="quarter" idx="24" hasCustomPrompt="1"/>
          </p:nvPr>
        </p:nvSpPr>
        <p:spPr>
          <a:xfrm>
            <a:off x="4213200" y="876298"/>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Inhaltsplatzhalter 10">
            <a:extLst>
              <a:ext uri="{FF2B5EF4-FFF2-40B4-BE49-F238E27FC236}">
                <a16:creationId xmlns:a16="http://schemas.microsoft.com/office/drawing/2014/main" id="{B3A42B55-571E-7D35-8A1D-2EE06F2B25D1}"/>
              </a:ext>
            </a:extLst>
          </p:cNvPr>
          <p:cNvSpPr>
            <a:spLocks noGrp="1"/>
          </p:cNvSpPr>
          <p:nvPr>
            <p:ph sz="quarter" idx="25" hasCustomPrompt="1"/>
          </p:nvPr>
        </p:nvSpPr>
        <p:spPr>
          <a:xfrm>
            <a:off x="271068" y="2764546"/>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 name="Inhaltsplatzhalter 10">
            <a:extLst>
              <a:ext uri="{FF2B5EF4-FFF2-40B4-BE49-F238E27FC236}">
                <a16:creationId xmlns:a16="http://schemas.microsoft.com/office/drawing/2014/main" id="{45D49E17-FFEA-350F-4AF4-82760A288C52}"/>
              </a:ext>
            </a:extLst>
          </p:cNvPr>
          <p:cNvSpPr>
            <a:spLocks noGrp="1"/>
          </p:cNvSpPr>
          <p:nvPr>
            <p:ph sz="quarter" idx="26" hasCustomPrompt="1"/>
          </p:nvPr>
        </p:nvSpPr>
        <p:spPr>
          <a:xfrm>
            <a:off x="4214391" y="2764545"/>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10">
            <a:extLst>
              <a:ext uri="{FF2B5EF4-FFF2-40B4-BE49-F238E27FC236}">
                <a16:creationId xmlns:a16="http://schemas.microsoft.com/office/drawing/2014/main" id="{02C0735D-E433-CC9E-BA2C-CE7019E863A6}"/>
              </a:ext>
            </a:extLst>
          </p:cNvPr>
          <p:cNvSpPr>
            <a:spLocks noGrp="1"/>
          </p:cNvSpPr>
          <p:nvPr>
            <p:ph sz="quarter" idx="27" hasCustomPrompt="1"/>
          </p:nvPr>
        </p:nvSpPr>
        <p:spPr>
          <a:xfrm>
            <a:off x="267953" y="4647380"/>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4" name="Inhaltsplatzhalter 10">
            <a:extLst>
              <a:ext uri="{FF2B5EF4-FFF2-40B4-BE49-F238E27FC236}">
                <a16:creationId xmlns:a16="http://schemas.microsoft.com/office/drawing/2014/main" id="{57EE092B-F3B3-A0AB-6AF8-3C6F16032461}"/>
              </a:ext>
            </a:extLst>
          </p:cNvPr>
          <p:cNvSpPr>
            <a:spLocks noGrp="1"/>
          </p:cNvSpPr>
          <p:nvPr>
            <p:ph sz="quarter" idx="28" hasCustomPrompt="1"/>
          </p:nvPr>
        </p:nvSpPr>
        <p:spPr>
          <a:xfrm>
            <a:off x="4211276" y="4647379"/>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16602253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ünf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2" y="244800"/>
            <a:ext cx="576000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171122E3-8667-4CBC-89DA-665A2A12A766}"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266936" y="1371600"/>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442D8CDC-499B-83AC-9951-0F3067D8DBBA}"/>
              </a:ext>
            </a:extLst>
          </p:cNvPr>
          <p:cNvSpPr>
            <a:spLocks noGrp="1"/>
          </p:cNvSpPr>
          <p:nvPr>
            <p:ph idx="22" hasCustomPrompt="1"/>
          </p:nvPr>
        </p:nvSpPr>
        <p:spPr>
          <a:xfrm>
            <a:off x="2264568" y="1371600"/>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8" name="Bildplatzhalter 4">
            <a:extLst>
              <a:ext uri="{FF2B5EF4-FFF2-40B4-BE49-F238E27FC236}">
                <a16:creationId xmlns:a16="http://schemas.microsoft.com/office/drawing/2014/main" id="{6BDEB48F-A5F4-E47E-A6CF-964F1398E89A}"/>
              </a:ext>
            </a:extLst>
          </p:cNvPr>
          <p:cNvSpPr>
            <a:spLocks noGrp="1"/>
          </p:cNvSpPr>
          <p:nvPr>
            <p:ph type="pic" sz="quarter" idx="26"/>
          </p:nvPr>
        </p:nvSpPr>
        <p:spPr>
          <a:xfrm>
            <a:off x="269875" y="3105944"/>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0" name="Bildplatzhalter 4">
            <a:extLst>
              <a:ext uri="{FF2B5EF4-FFF2-40B4-BE49-F238E27FC236}">
                <a16:creationId xmlns:a16="http://schemas.microsoft.com/office/drawing/2014/main" id="{4D8633B6-F883-1298-E515-91B31B28E3A4}"/>
              </a:ext>
            </a:extLst>
          </p:cNvPr>
          <p:cNvSpPr>
            <a:spLocks noGrp="1"/>
          </p:cNvSpPr>
          <p:nvPr>
            <p:ph type="pic" sz="quarter" idx="28"/>
          </p:nvPr>
        </p:nvSpPr>
        <p:spPr>
          <a:xfrm>
            <a:off x="269875" y="4840288"/>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6" name="Bildplatzhalter 4">
            <a:extLst>
              <a:ext uri="{FF2B5EF4-FFF2-40B4-BE49-F238E27FC236}">
                <a16:creationId xmlns:a16="http://schemas.microsoft.com/office/drawing/2014/main" id="{0ED7E5AD-E183-82CD-F090-884A82A4B967}"/>
              </a:ext>
            </a:extLst>
          </p:cNvPr>
          <p:cNvSpPr>
            <a:spLocks noGrp="1"/>
          </p:cNvSpPr>
          <p:nvPr>
            <p:ph type="pic" sz="quarter" idx="30"/>
          </p:nvPr>
        </p:nvSpPr>
        <p:spPr>
          <a:xfrm>
            <a:off x="6180532" y="1371600"/>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9" name="Bildplatzhalter 4">
            <a:extLst>
              <a:ext uri="{FF2B5EF4-FFF2-40B4-BE49-F238E27FC236}">
                <a16:creationId xmlns:a16="http://schemas.microsoft.com/office/drawing/2014/main" id="{560DE703-9043-4D96-9589-6AB1C9265741}"/>
              </a:ext>
            </a:extLst>
          </p:cNvPr>
          <p:cNvSpPr>
            <a:spLocks noGrp="1"/>
          </p:cNvSpPr>
          <p:nvPr>
            <p:ph type="pic" sz="quarter" idx="32"/>
          </p:nvPr>
        </p:nvSpPr>
        <p:spPr>
          <a:xfrm>
            <a:off x="6180532" y="3105944"/>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 name="Inhaltsplatzhalter 2">
            <a:extLst>
              <a:ext uri="{FF2B5EF4-FFF2-40B4-BE49-F238E27FC236}">
                <a16:creationId xmlns:a16="http://schemas.microsoft.com/office/drawing/2014/main" id="{235B7962-C9CE-24B7-343C-9D504EEF1ADA}"/>
              </a:ext>
            </a:extLst>
          </p:cNvPr>
          <p:cNvSpPr>
            <a:spLocks noGrp="1"/>
          </p:cNvSpPr>
          <p:nvPr>
            <p:ph idx="34" hasCustomPrompt="1"/>
          </p:nvPr>
        </p:nvSpPr>
        <p:spPr>
          <a:xfrm>
            <a:off x="2264568" y="3105944"/>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7" name="Inhaltsplatzhalter 2">
            <a:extLst>
              <a:ext uri="{FF2B5EF4-FFF2-40B4-BE49-F238E27FC236}">
                <a16:creationId xmlns:a16="http://schemas.microsoft.com/office/drawing/2014/main" id="{DFF4B996-5BF2-362E-6F3C-0472752C4919}"/>
              </a:ext>
            </a:extLst>
          </p:cNvPr>
          <p:cNvSpPr>
            <a:spLocks noGrp="1"/>
          </p:cNvSpPr>
          <p:nvPr>
            <p:ph idx="35" hasCustomPrompt="1"/>
          </p:nvPr>
        </p:nvSpPr>
        <p:spPr>
          <a:xfrm>
            <a:off x="2264568" y="4840288"/>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8" name="Inhaltsplatzhalter 2">
            <a:extLst>
              <a:ext uri="{FF2B5EF4-FFF2-40B4-BE49-F238E27FC236}">
                <a16:creationId xmlns:a16="http://schemas.microsoft.com/office/drawing/2014/main" id="{23CD5622-E8DA-D57A-1F36-A80A2A8ACA69}"/>
              </a:ext>
            </a:extLst>
          </p:cNvPr>
          <p:cNvSpPr>
            <a:spLocks noGrp="1"/>
          </p:cNvSpPr>
          <p:nvPr>
            <p:ph idx="36" hasCustomPrompt="1"/>
          </p:nvPr>
        </p:nvSpPr>
        <p:spPr>
          <a:xfrm>
            <a:off x="8184232" y="3105944"/>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Inhaltsplatzhalter 2">
            <a:extLst>
              <a:ext uri="{FF2B5EF4-FFF2-40B4-BE49-F238E27FC236}">
                <a16:creationId xmlns:a16="http://schemas.microsoft.com/office/drawing/2014/main" id="{60987D4F-9295-E825-B64B-CE16F9CC37E4}"/>
              </a:ext>
            </a:extLst>
          </p:cNvPr>
          <p:cNvSpPr>
            <a:spLocks noGrp="1"/>
          </p:cNvSpPr>
          <p:nvPr>
            <p:ph idx="37" hasCustomPrompt="1"/>
          </p:nvPr>
        </p:nvSpPr>
        <p:spPr>
          <a:xfrm>
            <a:off x="8184232" y="1371600"/>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3898624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eun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3" y="244800"/>
            <a:ext cx="576000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4AB1CAA3-0E26-4D77-9861-DAEB699CEE1D}"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266936"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442D8CDC-499B-83AC-9951-0F3067D8DBBA}"/>
              </a:ext>
            </a:extLst>
          </p:cNvPr>
          <p:cNvSpPr>
            <a:spLocks noGrp="1"/>
          </p:cNvSpPr>
          <p:nvPr>
            <p:ph idx="22" hasCustomPrompt="1"/>
          </p:nvPr>
        </p:nvSpPr>
        <p:spPr>
          <a:xfrm>
            <a:off x="1254919" y="158626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0" name="Bildplatzhalter 4">
            <a:extLst>
              <a:ext uri="{FF2B5EF4-FFF2-40B4-BE49-F238E27FC236}">
                <a16:creationId xmlns:a16="http://schemas.microsoft.com/office/drawing/2014/main" id="{622633EA-CE0F-D311-E9F8-E4FF04D03BC7}"/>
              </a:ext>
            </a:extLst>
          </p:cNvPr>
          <p:cNvSpPr>
            <a:spLocks noGrp="1"/>
          </p:cNvSpPr>
          <p:nvPr>
            <p:ph type="pic" sz="quarter" idx="26"/>
          </p:nvPr>
        </p:nvSpPr>
        <p:spPr>
          <a:xfrm>
            <a:off x="266936"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1" name="Inhaltsplatzhalter 2">
            <a:extLst>
              <a:ext uri="{FF2B5EF4-FFF2-40B4-BE49-F238E27FC236}">
                <a16:creationId xmlns:a16="http://schemas.microsoft.com/office/drawing/2014/main" id="{B2222D7F-5144-753F-7AF0-A8D709992A99}"/>
              </a:ext>
            </a:extLst>
          </p:cNvPr>
          <p:cNvSpPr>
            <a:spLocks noGrp="1"/>
          </p:cNvSpPr>
          <p:nvPr>
            <p:ph idx="27" hasCustomPrompt="1"/>
          </p:nvPr>
        </p:nvSpPr>
        <p:spPr>
          <a:xfrm>
            <a:off x="1254919"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2" name="Bildplatzhalter 4">
            <a:extLst>
              <a:ext uri="{FF2B5EF4-FFF2-40B4-BE49-F238E27FC236}">
                <a16:creationId xmlns:a16="http://schemas.microsoft.com/office/drawing/2014/main" id="{03285094-5EB7-BA03-462D-65224736565D}"/>
              </a:ext>
            </a:extLst>
          </p:cNvPr>
          <p:cNvSpPr>
            <a:spLocks noGrp="1"/>
          </p:cNvSpPr>
          <p:nvPr>
            <p:ph type="pic" sz="quarter" idx="28"/>
          </p:nvPr>
        </p:nvSpPr>
        <p:spPr>
          <a:xfrm>
            <a:off x="266936"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3" name="Inhaltsplatzhalter 2">
            <a:extLst>
              <a:ext uri="{FF2B5EF4-FFF2-40B4-BE49-F238E27FC236}">
                <a16:creationId xmlns:a16="http://schemas.microsoft.com/office/drawing/2014/main" id="{42C14EDF-15BE-41CE-9D5E-3D50F6B67AB4}"/>
              </a:ext>
            </a:extLst>
          </p:cNvPr>
          <p:cNvSpPr>
            <a:spLocks noGrp="1"/>
          </p:cNvSpPr>
          <p:nvPr>
            <p:ph idx="29" hasCustomPrompt="1"/>
          </p:nvPr>
        </p:nvSpPr>
        <p:spPr>
          <a:xfrm>
            <a:off x="1254919"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4" name="Bildplatzhalter 4">
            <a:extLst>
              <a:ext uri="{FF2B5EF4-FFF2-40B4-BE49-F238E27FC236}">
                <a16:creationId xmlns:a16="http://schemas.microsoft.com/office/drawing/2014/main" id="{DAC93A43-12FF-3F6B-DA7A-A04D2ECA735B}"/>
              </a:ext>
            </a:extLst>
          </p:cNvPr>
          <p:cNvSpPr>
            <a:spLocks noGrp="1"/>
          </p:cNvSpPr>
          <p:nvPr>
            <p:ph type="pic" sz="quarter" idx="30"/>
          </p:nvPr>
        </p:nvSpPr>
        <p:spPr>
          <a:xfrm>
            <a:off x="4202236"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5" name="Inhaltsplatzhalter 2">
            <a:extLst>
              <a:ext uri="{FF2B5EF4-FFF2-40B4-BE49-F238E27FC236}">
                <a16:creationId xmlns:a16="http://schemas.microsoft.com/office/drawing/2014/main" id="{A696B000-854E-5397-BD25-46F024ACF0B6}"/>
              </a:ext>
            </a:extLst>
          </p:cNvPr>
          <p:cNvSpPr>
            <a:spLocks noGrp="1"/>
          </p:cNvSpPr>
          <p:nvPr>
            <p:ph idx="31" hasCustomPrompt="1"/>
          </p:nvPr>
        </p:nvSpPr>
        <p:spPr>
          <a:xfrm>
            <a:off x="5195900" y="158626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6" name="Bildplatzhalter 4">
            <a:extLst>
              <a:ext uri="{FF2B5EF4-FFF2-40B4-BE49-F238E27FC236}">
                <a16:creationId xmlns:a16="http://schemas.microsoft.com/office/drawing/2014/main" id="{755C6D27-9F7F-A193-A31F-2412FB8334A4}"/>
              </a:ext>
            </a:extLst>
          </p:cNvPr>
          <p:cNvSpPr>
            <a:spLocks noGrp="1"/>
          </p:cNvSpPr>
          <p:nvPr>
            <p:ph type="pic" sz="quarter" idx="32"/>
          </p:nvPr>
        </p:nvSpPr>
        <p:spPr>
          <a:xfrm>
            <a:off x="4202236"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3" name="Inhaltsplatzhalter 2">
            <a:extLst>
              <a:ext uri="{FF2B5EF4-FFF2-40B4-BE49-F238E27FC236}">
                <a16:creationId xmlns:a16="http://schemas.microsoft.com/office/drawing/2014/main" id="{80A26B48-243C-9DD6-BDC2-FE40212B1AAE}"/>
              </a:ext>
            </a:extLst>
          </p:cNvPr>
          <p:cNvSpPr>
            <a:spLocks noGrp="1"/>
          </p:cNvSpPr>
          <p:nvPr>
            <p:ph idx="33" hasCustomPrompt="1"/>
          </p:nvPr>
        </p:nvSpPr>
        <p:spPr>
          <a:xfrm>
            <a:off x="5195900"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24" name="Bildplatzhalter 4">
            <a:extLst>
              <a:ext uri="{FF2B5EF4-FFF2-40B4-BE49-F238E27FC236}">
                <a16:creationId xmlns:a16="http://schemas.microsoft.com/office/drawing/2014/main" id="{0E647CD5-DA5F-6055-1889-45FC8EA8E3AC}"/>
              </a:ext>
            </a:extLst>
          </p:cNvPr>
          <p:cNvSpPr>
            <a:spLocks noGrp="1"/>
          </p:cNvSpPr>
          <p:nvPr>
            <p:ph type="pic" sz="quarter" idx="34"/>
          </p:nvPr>
        </p:nvSpPr>
        <p:spPr>
          <a:xfrm>
            <a:off x="4202236"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7" name="Inhaltsplatzhalter 2">
            <a:extLst>
              <a:ext uri="{FF2B5EF4-FFF2-40B4-BE49-F238E27FC236}">
                <a16:creationId xmlns:a16="http://schemas.microsoft.com/office/drawing/2014/main" id="{FFA660F0-3C7A-4C52-196B-D1FC1C4E12F1}"/>
              </a:ext>
            </a:extLst>
          </p:cNvPr>
          <p:cNvSpPr>
            <a:spLocks noGrp="1"/>
          </p:cNvSpPr>
          <p:nvPr>
            <p:ph idx="35" hasCustomPrompt="1"/>
          </p:nvPr>
        </p:nvSpPr>
        <p:spPr>
          <a:xfrm>
            <a:off x="5195900"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2" name="Bildplatzhalter 4">
            <a:extLst>
              <a:ext uri="{FF2B5EF4-FFF2-40B4-BE49-F238E27FC236}">
                <a16:creationId xmlns:a16="http://schemas.microsoft.com/office/drawing/2014/main" id="{9AE88E45-2228-3BAB-B328-25AE00C86922}"/>
              </a:ext>
            </a:extLst>
          </p:cNvPr>
          <p:cNvSpPr>
            <a:spLocks noGrp="1"/>
          </p:cNvSpPr>
          <p:nvPr>
            <p:ph type="pic" sz="quarter" idx="36"/>
          </p:nvPr>
        </p:nvSpPr>
        <p:spPr>
          <a:xfrm>
            <a:off x="8148811"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3" name="Inhaltsplatzhalter 2">
            <a:extLst>
              <a:ext uri="{FF2B5EF4-FFF2-40B4-BE49-F238E27FC236}">
                <a16:creationId xmlns:a16="http://schemas.microsoft.com/office/drawing/2014/main" id="{8D6A0681-D929-2BA4-D3F8-B3541A94FD81}"/>
              </a:ext>
            </a:extLst>
          </p:cNvPr>
          <p:cNvSpPr>
            <a:spLocks noGrp="1"/>
          </p:cNvSpPr>
          <p:nvPr>
            <p:ph idx="37" hasCustomPrompt="1"/>
          </p:nvPr>
        </p:nvSpPr>
        <p:spPr>
          <a:xfrm>
            <a:off x="9136793" y="1586260"/>
            <a:ext cx="2785331"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4" name="Bildplatzhalter 4">
            <a:extLst>
              <a:ext uri="{FF2B5EF4-FFF2-40B4-BE49-F238E27FC236}">
                <a16:creationId xmlns:a16="http://schemas.microsoft.com/office/drawing/2014/main" id="{8D809E36-7256-6CC2-0F4B-23E42C6B1426}"/>
              </a:ext>
            </a:extLst>
          </p:cNvPr>
          <p:cNvSpPr>
            <a:spLocks noGrp="1"/>
          </p:cNvSpPr>
          <p:nvPr>
            <p:ph type="pic" sz="quarter" idx="38"/>
          </p:nvPr>
        </p:nvSpPr>
        <p:spPr>
          <a:xfrm>
            <a:off x="8148811"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5" name="Inhaltsplatzhalter 2">
            <a:extLst>
              <a:ext uri="{FF2B5EF4-FFF2-40B4-BE49-F238E27FC236}">
                <a16:creationId xmlns:a16="http://schemas.microsoft.com/office/drawing/2014/main" id="{FF8DEA4B-FE27-8A9E-FBBB-04944A377343}"/>
              </a:ext>
            </a:extLst>
          </p:cNvPr>
          <p:cNvSpPr>
            <a:spLocks noGrp="1"/>
          </p:cNvSpPr>
          <p:nvPr>
            <p:ph idx="39" hasCustomPrompt="1"/>
          </p:nvPr>
        </p:nvSpPr>
        <p:spPr>
          <a:xfrm>
            <a:off x="9136794"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6" name="Bildplatzhalter 4">
            <a:extLst>
              <a:ext uri="{FF2B5EF4-FFF2-40B4-BE49-F238E27FC236}">
                <a16:creationId xmlns:a16="http://schemas.microsoft.com/office/drawing/2014/main" id="{5AC54CE7-1DE9-FCC9-D36F-326C1CC978F1}"/>
              </a:ext>
            </a:extLst>
          </p:cNvPr>
          <p:cNvSpPr>
            <a:spLocks noGrp="1"/>
          </p:cNvSpPr>
          <p:nvPr>
            <p:ph type="pic" sz="quarter" idx="40"/>
          </p:nvPr>
        </p:nvSpPr>
        <p:spPr>
          <a:xfrm>
            <a:off x="8148811"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7" name="Inhaltsplatzhalter 2">
            <a:extLst>
              <a:ext uri="{FF2B5EF4-FFF2-40B4-BE49-F238E27FC236}">
                <a16:creationId xmlns:a16="http://schemas.microsoft.com/office/drawing/2014/main" id="{CFFA07EE-B7CC-6673-18A8-938F608DD842}"/>
              </a:ext>
            </a:extLst>
          </p:cNvPr>
          <p:cNvSpPr>
            <a:spLocks noGrp="1"/>
          </p:cNvSpPr>
          <p:nvPr>
            <p:ph idx="41" hasCustomPrompt="1"/>
          </p:nvPr>
        </p:nvSpPr>
        <p:spPr>
          <a:xfrm>
            <a:off x="9136794"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Tree>
    <p:extLst>
      <p:ext uri="{BB962C8B-B14F-4D97-AF65-F5344CB8AC3E}">
        <p14:creationId xmlns:p14="http://schemas.microsoft.com/office/powerpoint/2010/main" val="10039452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und elf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3" y="244800"/>
            <a:ext cx="11650662" cy="625944"/>
          </a:xfrm>
        </p:spPr>
        <p:txBody>
          <a:bodyPr/>
          <a:lstStyle>
            <a:lvl1pPr>
              <a:defRPr/>
            </a:lvl1p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8416D8B0-C1F6-401E-A49C-9F8317A00928}"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41" name="Inhaltsplatzhalter 30">
            <a:extLst>
              <a:ext uri="{FF2B5EF4-FFF2-40B4-BE49-F238E27FC236}">
                <a16:creationId xmlns:a16="http://schemas.microsoft.com/office/drawing/2014/main" id="{1FE9EFCD-7C86-A7FC-7CBA-C2A928454C03}"/>
              </a:ext>
            </a:extLst>
          </p:cNvPr>
          <p:cNvSpPr>
            <a:spLocks noGrp="1"/>
          </p:cNvSpPr>
          <p:nvPr>
            <p:ph sz="quarter" idx="14" hasCustomPrompt="1"/>
          </p:nvPr>
        </p:nvSpPr>
        <p:spPr>
          <a:xfrm>
            <a:off x="271463" y="878400"/>
            <a:ext cx="2862063"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2" name="Inhaltsplatzhalter 30">
            <a:extLst>
              <a:ext uri="{FF2B5EF4-FFF2-40B4-BE49-F238E27FC236}">
                <a16:creationId xmlns:a16="http://schemas.microsoft.com/office/drawing/2014/main" id="{B5AF2636-78AA-31AE-B767-CD1ED9E3083B}"/>
              </a:ext>
            </a:extLst>
          </p:cNvPr>
          <p:cNvSpPr>
            <a:spLocks noGrp="1"/>
          </p:cNvSpPr>
          <p:nvPr>
            <p:ph sz="quarter" idx="15" hasCustomPrompt="1"/>
          </p:nvPr>
        </p:nvSpPr>
        <p:spPr>
          <a:xfrm>
            <a:off x="3131605" y="878400"/>
            <a:ext cx="2962866"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3" name="Inhaltsplatzhalter 30">
            <a:extLst>
              <a:ext uri="{FF2B5EF4-FFF2-40B4-BE49-F238E27FC236}">
                <a16:creationId xmlns:a16="http://schemas.microsoft.com/office/drawing/2014/main" id="{8CD2FE50-AB2F-83AF-8B23-1260D26EF813}"/>
              </a:ext>
            </a:extLst>
          </p:cNvPr>
          <p:cNvSpPr>
            <a:spLocks noGrp="1"/>
          </p:cNvSpPr>
          <p:nvPr>
            <p:ph sz="quarter" idx="16" hasCustomPrompt="1"/>
          </p:nvPr>
        </p:nvSpPr>
        <p:spPr>
          <a:xfrm>
            <a:off x="6102458" y="878400"/>
            <a:ext cx="2948569"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4" name="Inhaltsplatzhalter 30">
            <a:extLst>
              <a:ext uri="{FF2B5EF4-FFF2-40B4-BE49-F238E27FC236}">
                <a16:creationId xmlns:a16="http://schemas.microsoft.com/office/drawing/2014/main" id="{156B3F99-D56F-6D47-0C38-55E1C209F590}"/>
              </a:ext>
            </a:extLst>
          </p:cNvPr>
          <p:cNvSpPr>
            <a:spLocks noGrp="1"/>
          </p:cNvSpPr>
          <p:nvPr>
            <p:ph sz="quarter" idx="17" hasCustomPrompt="1"/>
          </p:nvPr>
        </p:nvSpPr>
        <p:spPr>
          <a:xfrm>
            <a:off x="9056315" y="878400"/>
            <a:ext cx="2861423"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5" name="Inhaltsplatzhalter 30">
            <a:extLst>
              <a:ext uri="{FF2B5EF4-FFF2-40B4-BE49-F238E27FC236}">
                <a16:creationId xmlns:a16="http://schemas.microsoft.com/office/drawing/2014/main" id="{61CB84E3-822D-E7BF-88FA-B6CD84997420}"/>
              </a:ext>
            </a:extLst>
          </p:cNvPr>
          <p:cNvSpPr>
            <a:spLocks noGrp="1"/>
          </p:cNvSpPr>
          <p:nvPr>
            <p:ph sz="quarter" idx="18" hasCustomPrompt="1"/>
          </p:nvPr>
        </p:nvSpPr>
        <p:spPr>
          <a:xfrm>
            <a:off x="271463" y="4942799"/>
            <a:ext cx="2862063" cy="128179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6" name="Inhaltsplatzhalter 30">
            <a:extLst>
              <a:ext uri="{FF2B5EF4-FFF2-40B4-BE49-F238E27FC236}">
                <a16:creationId xmlns:a16="http://schemas.microsoft.com/office/drawing/2014/main" id="{4BBD1101-501F-08B4-863D-4EC398FF4C2F}"/>
              </a:ext>
            </a:extLst>
          </p:cNvPr>
          <p:cNvSpPr>
            <a:spLocks noGrp="1"/>
          </p:cNvSpPr>
          <p:nvPr>
            <p:ph sz="quarter" idx="19" hasCustomPrompt="1"/>
          </p:nvPr>
        </p:nvSpPr>
        <p:spPr>
          <a:xfrm>
            <a:off x="3131605" y="3577319"/>
            <a:ext cx="2962866" cy="2647269"/>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7" name="Inhaltsplatzhalter 30">
            <a:extLst>
              <a:ext uri="{FF2B5EF4-FFF2-40B4-BE49-F238E27FC236}">
                <a16:creationId xmlns:a16="http://schemas.microsoft.com/office/drawing/2014/main" id="{799F2A81-65B3-AA66-95A8-AD7674ADA344}"/>
              </a:ext>
            </a:extLst>
          </p:cNvPr>
          <p:cNvSpPr>
            <a:spLocks noGrp="1"/>
          </p:cNvSpPr>
          <p:nvPr>
            <p:ph sz="quarter" idx="20" hasCustomPrompt="1"/>
          </p:nvPr>
        </p:nvSpPr>
        <p:spPr>
          <a:xfrm>
            <a:off x="6102458" y="3577319"/>
            <a:ext cx="2948569" cy="2647269"/>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8" name="Inhaltsplatzhalter 30">
            <a:extLst>
              <a:ext uri="{FF2B5EF4-FFF2-40B4-BE49-F238E27FC236}">
                <a16:creationId xmlns:a16="http://schemas.microsoft.com/office/drawing/2014/main" id="{CD8C8901-62AC-56A4-B429-1C6C564195B7}"/>
              </a:ext>
            </a:extLst>
          </p:cNvPr>
          <p:cNvSpPr>
            <a:spLocks noGrp="1"/>
          </p:cNvSpPr>
          <p:nvPr>
            <p:ph sz="quarter" idx="21" hasCustomPrompt="1"/>
          </p:nvPr>
        </p:nvSpPr>
        <p:spPr>
          <a:xfrm>
            <a:off x="9056315" y="4942798"/>
            <a:ext cx="2861423" cy="128179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9" name="Inhaltsplatzhalter 30">
            <a:extLst>
              <a:ext uri="{FF2B5EF4-FFF2-40B4-BE49-F238E27FC236}">
                <a16:creationId xmlns:a16="http://schemas.microsoft.com/office/drawing/2014/main" id="{FC91EDA6-5E9C-6D6C-EF9F-C7F0B68C4C03}"/>
              </a:ext>
            </a:extLst>
          </p:cNvPr>
          <p:cNvSpPr>
            <a:spLocks noGrp="1"/>
          </p:cNvSpPr>
          <p:nvPr>
            <p:ph sz="quarter" idx="22" hasCustomPrompt="1"/>
          </p:nvPr>
        </p:nvSpPr>
        <p:spPr>
          <a:xfrm>
            <a:off x="271463" y="3577319"/>
            <a:ext cx="2862063" cy="1361404"/>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50" name="Inhaltsplatzhalter 30">
            <a:extLst>
              <a:ext uri="{FF2B5EF4-FFF2-40B4-BE49-F238E27FC236}">
                <a16:creationId xmlns:a16="http://schemas.microsoft.com/office/drawing/2014/main" id="{51E99161-B839-91BE-206F-89792AD5F923}"/>
              </a:ext>
            </a:extLst>
          </p:cNvPr>
          <p:cNvSpPr>
            <a:spLocks noGrp="1"/>
          </p:cNvSpPr>
          <p:nvPr>
            <p:ph sz="quarter" idx="23" hasCustomPrompt="1"/>
          </p:nvPr>
        </p:nvSpPr>
        <p:spPr>
          <a:xfrm>
            <a:off x="9056315" y="3577319"/>
            <a:ext cx="2861423" cy="136080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31085434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4" y="244800"/>
            <a:ext cx="376209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B253AD7-DD44-4CC1-898B-5978DEB5542A}"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10">
            <a:extLst>
              <a:ext uri="{FF2B5EF4-FFF2-40B4-BE49-F238E27FC236}">
                <a16:creationId xmlns:a16="http://schemas.microsoft.com/office/drawing/2014/main" id="{19B00308-6650-D1AB-F5C5-991F60192BF4}"/>
              </a:ext>
            </a:extLst>
          </p:cNvPr>
          <p:cNvSpPr>
            <a:spLocks noGrp="1"/>
          </p:cNvSpPr>
          <p:nvPr>
            <p:ph sz="quarter" idx="23" hasCustomPrompt="1"/>
          </p:nvPr>
        </p:nvSpPr>
        <p:spPr>
          <a:xfrm>
            <a:off x="269877" y="1371601"/>
            <a:ext cx="3765600" cy="1517340"/>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 name="Bildplatzhalter 4">
            <a:extLst>
              <a:ext uri="{FF2B5EF4-FFF2-40B4-BE49-F238E27FC236}">
                <a16:creationId xmlns:a16="http://schemas.microsoft.com/office/drawing/2014/main" id="{E8901B72-CDFB-6B04-2999-9B4D3BECDEBA}"/>
              </a:ext>
            </a:extLst>
          </p:cNvPr>
          <p:cNvSpPr>
            <a:spLocks noGrp="1"/>
          </p:cNvSpPr>
          <p:nvPr>
            <p:ph type="pic" sz="quarter" idx="22"/>
          </p:nvPr>
        </p:nvSpPr>
        <p:spPr>
          <a:xfrm>
            <a:off x="4222638" y="273051"/>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6" name="Inhaltsplatzhalter 10">
            <a:extLst>
              <a:ext uri="{FF2B5EF4-FFF2-40B4-BE49-F238E27FC236}">
                <a16:creationId xmlns:a16="http://schemas.microsoft.com/office/drawing/2014/main" id="{5F7462AF-9418-FBED-AE2B-9097CD9893A9}"/>
              </a:ext>
            </a:extLst>
          </p:cNvPr>
          <p:cNvSpPr>
            <a:spLocks noGrp="1"/>
          </p:cNvSpPr>
          <p:nvPr>
            <p:ph sz="quarter" idx="24" hasCustomPrompt="1"/>
          </p:nvPr>
        </p:nvSpPr>
        <p:spPr>
          <a:xfrm>
            <a:off x="4222638"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6193722"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8" name="Inhaltsplatzhalter 10">
            <a:extLst>
              <a:ext uri="{FF2B5EF4-FFF2-40B4-BE49-F238E27FC236}">
                <a16:creationId xmlns:a16="http://schemas.microsoft.com/office/drawing/2014/main" id="{BE5D1B04-2BFA-33F3-C355-D8EB9E6F77DC}"/>
              </a:ext>
            </a:extLst>
          </p:cNvPr>
          <p:cNvSpPr>
            <a:spLocks noGrp="1"/>
          </p:cNvSpPr>
          <p:nvPr>
            <p:ph sz="quarter" idx="26" hasCustomPrompt="1"/>
          </p:nvPr>
        </p:nvSpPr>
        <p:spPr>
          <a:xfrm>
            <a:off x="6193722"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9" name="Bildplatzhalter 4">
            <a:extLst>
              <a:ext uri="{FF2B5EF4-FFF2-40B4-BE49-F238E27FC236}">
                <a16:creationId xmlns:a16="http://schemas.microsoft.com/office/drawing/2014/main" id="{8823469C-27C8-EF8F-4CC9-197675E31FB1}"/>
              </a:ext>
            </a:extLst>
          </p:cNvPr>
          <p:cNvSpPr>
            <a:spLocks noGrp="1"/>
          </p:cNvSpPr>
          <p:nvPr>
            <p:ph type="pic" sz="quarter" idx="27"/>
          </p:nvPr>
        </p:nvSpPr>
        <p:spPr>
          <a:xfrm>
            <a:off x="8164806"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0" name="Inhaltsplatzhalter 10">
            <a:extLst>
              <a:ext uri="{FF2B5EF4-FFF2-40B4-BE49-F238E27FC236}">
                <a16:creationId xmlns:a16="http://schemas.microsoft.com/office/drawing/2014/main" id="{887C4011-3849-0B28-B9C6-CD6CCD2774AC}"/>
              </a:ext>
            </a:extLst>
          </p:cNvPr>
          <p:cNvSpPr>
            <a:spLocks noGrp="1"/>
          </p:cNvSpPr>
          <p:nvPr>
            <p:ph sz="quarter" idx="28" hasCustomPrompt="1"/>
          </p:nvPr>
        </p:nvSpPr>
        <p:spPr>
          <a:xfrm>
            <a:off x="8164806"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1" name="Bildplatzhalter 4">
            <a:extLst>
              <a:ext uri="{FF2B5EF4-FFF2-40B4-BE49-F238E27FC236}">
                <a16:creationId xmlns:a16="http://schemas.microsoft.com/office/drawing/2014/main" id="{CBEDB122-E4B4-DEAF-0C6D-61CF1C399FB7}"/>
              </a:ext>
            </a:extLst>
          </p:cNvPr>
          <p:cNvSpPr>
            <a:spLocks noGrp="1"/>
          </p:cNvSpPr>
          <p:nvPr>
            <p:ph type="pic" sz="quarter" idx="29"/>
          </p:nvPr>
        </p:nvSpPr>
        <p:spPr>
          <a:xfrm>
            <a:off x="10135890"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2" name="Inhaltsplatzhalter 10">
            <a:extLst>
              <a:ext uri="{FF2B5EF4-FFF2-40B4-BE49-F238E27FC236}">
                <a16:creationId xmlns:a16="http://schemas.microsoft.com/office/drawing/2014/main" id="{2E8C9BDD-A256-932A-0451-8742BDF218CD}"/>
              </a:ext>
            </a:extLst>
          </p:cNvPr>
          <p:cNvSpPr>
            <a:spLocks noGrp="1"/>
          </p:cNvSpPr>
          <p:nvPr>
            <p:ph sz="quarter" idx="30" hasCustomPrompt="1"/>
          </p:nvPr>
        </p:nvSpPr>
        <p:spPr>
          <a:xfrm>
            <a:off x="10135890"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3" name="Bildplatzhalter 4">
            <a:extLst>
              <a:ext uri="{FF2B5EF4-FFF2-40B4-BE49-F238E27FC236}">
                <a16:creationId xmlns:a16="http://schemas.microsoft.com/office/drawing/2014/main" id="{5648AA9A-5221-27F9-3191-6F0F1FEAF36C}"/>
              </a:ext>
            </a:extLst>
          </p:cNvPr>
          <p:cNvSpPr>
            <a:spLocks noGrp="1"/>
          </p:cNvSpPr>
          <p:nvPr>
            <p:ph type="pic" sz="quarter" idx="31"/>
          </p:nvPr>
        </p:nvSpPr>
        <p:spPr>
          <a:xfrm>
            <a:off x="4220167"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4" name="Inhaltsplatzhalter 10">
            <a:extLst>
              <a:ext uri="{FF2B5EF4-FFF2-40B4-BE49-F238E27FC236}">
                <a16:creationId xmlns:a16="http://schemas.microsoft.com/office/drawing/2014/main" id="{92E2526C-7EE2-C9B9-E09C-E4124FE41C3A}"/>
              </a:ext>
            </a:extLst>
          </p:cNvPr>
          <p:cNvSpPr>
            <a:spLocks noGrp="1"/>
          </p:cNvSpPr>
          <p:nvPr>
            <p:ph sz="quarter" idx="32" hasCustomPrompt="1"/>
          </p:nvPr>
        </p:nvSpPr>
        <p:spPr>
          <a:xfrm>
            <a:off x="4220167"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5" name="Bildplatzhalter 4">
            <a:extLst>
              <a:ext uri="{FF2B5EF4-FFF2-40B4-BE49-F238E27FC236}">
                <a16:creationId xmlns:a16="http://schemas.microsoft.com/office/drawing/2014/main" id="{6836661A-7952-7ADE-BB22-08BB2B174D2B}"/>
              </a:ext>
            </a:extLst>
          </p:cNvPr>
          <p:cNvSpPr>
            <a:spLocks noGrp="1"/>
          </p:cNvSpPr>
          <p:nvPr>
            <p:ph type="pic" sz="quarter" idx="33"/>
          </p:nvPr>
        </p:nvSpPr>
        <p:spPr>
          <a:xfrm>
            <a:off x="6191251"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6" name="Inhaltsplatzhalter 10">
            <a:extLst>
              <a:ext uri="{FF2B5EF4-FFF2-40B4-BE49-F238E27FC236}">
                <a16:creationId xmlns:a16="http://schemas.microsoft.com/office/drawing/2014/main" id="{C2CB294D-1078-8674-FF02-6A8C1FA8750C}"/>
              </a:ext>
            </a:extLst>
          </p:cNvPr>
          <p:cNvSpPr>
            <a:spLocks noGrp="1"/>
          </p:cNvSpPr>
          <p:nvPr>
            <p:ph sz="quarter" idx="34" hasCustomPrompt="1"/>
          </p:nvPr>
        </p:nvSpPr>
        <p:spPr>
          <a:xfrm>
            <a:off x="6191251"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8" name="Bildplatzhalter 4">
            <a:extLst>
              <a:ext uri="{FF2B5EF4-FFF2-40B4-BE49-F238E27FC236}">
                <a16:creationId xmlns:a16="http://schemas.microsoft.com/office/drawing/2014/main" id="{478A5169-5857-1B03-543A-A692CECD2826}"/>
              </a:ext>
            </a:extLst>
          </p:cNvPr>
          <p:cNvSpPr>
            <a:spLocks noGrp="1"/>
          </p:cNvSpPr>
          <p:nvPr>
            <p:ph type="pic" sz="quarter" idx="35"/>
          </p:nvPr>
        </p:nvSpPr>
        <p:spPr>
          <a:xfrm>
            <a:off x="8162335"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9" name="Inhaltsplatzhalter 10">
            <a:extLst>
              <a:ext uri="{FF2B5EF4-FFF2-40B4-BE49-F238E27FC236}">
                <a16:creationId xmlns:a16="http://schemas.microsoft.com/office/drawing/2014/main" id="{CCD55740-F556-6FFB-54B7-F02F33DD446D}"/>
              </a:ext>
            </a:extLst>
          </p:cNvPr>
          <p:cNvSpPr>
            <a:spLocks noGrp="1"/>
          </p:cNvSpPr>
          <p:nvPr>
            <p:ph sz="quarter" idx="36" hasCustomPrompt="1"/>
          </p:nvPr>
        </p:nvSpPr>
        <p:spPr>
          <a:xfrm>
            <a:off x="8162335"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0" name="Bildplatzhalter 4">
            <a:extLst>
              <a:ext uri="{FF2B5EF4-FFF2-40B4-BE49-F238E27FC236}">
                <a16:creationId xmlns:a16="http://schemas.microsoft.com/office/drawing/2014/main" id="{C3C4A300-9C66-727B-BF1B-3FE78BA49252}"/>
              </a:ext>
            </a:extLst>
          </p:cNvPr>
          <p:cNvSpPr>
            <a:spLocks noGrp="1"/>
          </p:cNvSpPr>
          <p:nvPr>
            <p:ph type="pic" sz="quarter" idx="37"/>
          </p:nvPr>
        </p:nvSpPr>
        <p:spPr>
          <a:xfrm>
            <a:off x="10133419"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1" name="Inhaltsplatzhalter 10">
            <a:extLst>
              <a:ext uri="{FF2B5EF4-FFF2-40B4-BE49-F238E27FC236}">
                <a16:creationId xmlns:a16="http://schemas.microsoft.com/office/drawing/2014/main" id="{A1A5D7D5-55B1-516C-7CED-BF26C79BE6B2}"/>
              </a:ext>
            </a:extLst>
          </p:cNvPr>
          <p:cNvSpPr>
            <a:spLocks noGrp="1"/>
          </p:cNvSpPr>
          <p:nvPr>
            <p:ph sz="quarter" idx="38" hasCustomPrompt="1"/>
          </p:nvPr>
        </p:nvSpPr>
        <p:spPr>
          <a:xfrm>
            <a:off x="10133419"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6" name="Bildplatzhalter 4">
            <a:extLst>
              <a:ext uri="{FF2B5EF4-FFF2-40B4-BE49-F238E27FC236}">
                <a16:creationId xmlns:a16="http://schemas.microsoft.com/office/drawing/2014/main" id="{F4A6E408-2281-5C5F-C17D-009678C7B293}"/>
              </a:ext>
            </a:extLst>
          </p:cNvPr>
          <p:cNvSpPr>
            <a:spLocks noGrp="1"/>
          </p:cNvSpPr>
          <p:nvPr>
            <p:ph type="pic" sz="quarter" idx="39"/>
          </p:nvPr>
        </p:nvSpPr>
        <p:spPr>
          <a:xfrm>
            <a:off x="4219981"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7" name="Inhaltsplatzhalter 10">
            <a:extLst>
              <a:ext uri="{FF2B5EF4-FFF2-40B4-BE49-F238E27FC236}">
                <a16:creationId xmlns:a16="http://schemas.microsoft.com/office/drawing/2014/main" id="{106AA095-B514-8CB2-E655-796D9234A496}"/>
              </a:ext>
            </a:extLst>
          </p:cNvPr>
          <p:cNvSpPr>
            <a:spLocks noGrp="1"/>
          </p:cNvSpPr>
          <p:nvPr>
            <p:ph sz="quarter" idx="40" hasCustomPrompt="1"/>
          </p:nvPr>
        </p:nvSpPr>
        <p:spPr>
          <a:xfrm>
            <a:off x="4219981"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8" name="Bildplatzhalter 4">
            <a:extLst>
              <a:ext uri="{FF2B5EF4-FFF2-40B4-BE49-F238E27FC236}">
                <a16:creationId xmlns:a16="http://schemas.microsoft.com/office/drawing/2014/main" id="{B22E5E6F-159C-366B-5296-441253F3F0BB}"/>
              </a:ext>
            </a:extLst>
          </p:cNvPr>
          <p:cNvSpPr>
            <a:spLocks noGrp="1"/>
          </p:cNvSpPr>
          <p:nvPr>
            <p:ph type="pic" sz="quarter" idx="41"/>
          </p:nvPr>
        </p:nvSpPr>
        <p:spPr>
          <a:xfrm>
            <a:off x="6191065"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9" name="Inhaltsplatzhalter 10">
            <a:extLst>
              <a:ext uri="{FF2B5EF4-FFF2-40B4-BE49-F238E27FC236}">
                <a16:creationId xmlns:a16="http://schemas.microsoft.com/office/drawing/2014/main" id="{8F99875B-FC4F-7DCE-AACD-FF783DF1F8CC}"/>
              </a:ext>
            </a:extLst>
          </p:cNvPr>
          <p:cNvSpPr>
            <a:spLocks noGrp="1"/>
          </p:cNvSpPr>
          <p:nvPr>
            <p:ph sz="quarter" idx="42" hasCustomPrompt="1"/>
          </p:nvPr>
        </p:nvSpPr>
        <p:spPr>
          <a:xfrm>
            <a:off x="6191065"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0" name="Bildplatzhalter 4">
            <a:extLst>
              <a:ext uri="{FF2B5EF4-FFF2-40B4-BE49-F238E27FC236}">
                <a16:creationId xmlns:a16="http://schemas.microsoft.com/office/drawing/2014/main" id="{86D99F31-E97B-1DE8-80A6-FCE2268D7504}"/>
              </a:ext>
            </a:extLst>
          </p:cNvPr>
          <p:cNvSpPr>
            <a:spLocks noGrp="1"/>
          </p:cNvSpPr>
          <p:nvPr>
            <p:ph type="pic" sz="quarter" idx="43"/>
          </p:nvPr>
        </p:nvSpPr>
        <p:spPr>
          <a:xfrm>
            <a:off x="8162149"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1" name="Inhaltsplatzhalter 10">
            <a:extLst>
              <a:ext uri="{FF2B5EF4-FFF2-40B4-BE49-F238E27FC236}">
                <a16:creationId xmlns:a16="http://schemas.microsoft.com/office/drawing/2014/main" id="{2AFB99F6-8B03-8325-85FE-ACF55FEF4C7E}"/>
              </a:ext>
            </a:extLst>
          </p:cNvPr>
          <p:cNvSpPr>
            <a:spLocks noGrp="1"/>
          </p:cNvSpPr>
          <p:nvPr>
            <p:ph sz="quarter" idx="44" hasCustomPrompt="1"/>
          </p:nvPr>
        </p:nvSpPr>
        <p:spPr>
          <a:xfrm>
            <a:off x="8162149"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2" name="Bildplatzhalter 4">
            <a:extLst>
              <a:ext uri="{FF2B5EF4-FFF2-40B4-BE49-F238E27FC236}">
                <a16:creationId xmlns:a16="http://schemas.microsoft.com/office/drawing/2014/main" id="{7B354065-93C3-8CD0-C6F7-EAD8915CFD21}"/>
              </a:ext>
            </a:extLst>
          </p:cNvPr>
          <p:cNvSpPr>
            <a:spLocks noGrp="1"/>
          </p:cNvSpPr>
          <p:nvPr>
            <p:ph type="pic" sz="quarter" idx="45"/>
          </p:nvPr>
        </p:nvSpPr>
        <p:spPr>
          <a:xfrm>
            <a:off x="10133233"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3" name="Inhaltsplatzhalter 10">
            <a:extLst>
              <a:ext uri="{FF2B5EF4-FFF2-40B4-BE49-F238E27FC236}">
                <a16:creationId xmlns:a16="http://schemas.microsoft.com/office/drawing/2014/main" id="{D9B63D01-B563-7751-25F8-D9E1385E66D2}"/>
              </a:ext>
            </a:extLst>
          </p:cNvPr>
          <p:cNvSpPr>
            <a:spLocks noGrp="1"/>
          </p:cNvSpPr>
          <p:nvPr>
            <p:ph sz="quarter" idx="46" hasCustomPrompt="1"/>
          </p:nvPr>
        </p:nvSpPr>
        <p:spPr>
          <a:xfrm>
            <a:off x="10133233"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4" name="Bildplatzhalter 4">
            <a:extLst>
              <a:ext uri="{FF2B5EF4-FFF2-40B4-BE49-F238E27FC236}">
                <a16:creationId xmlns:a16="http://schemas.microsoft.com/office/drawing/2014/main" id="{3561E328-70B6-85DB-D07B-4E3133D9FE77}"/>
              </a:ext>
            </a:extLst>
          </p:cNvPr>
          <p:cNvSpPr>
            <a:spLocks noGrp="1"/>
          </p:cNvSpPr>
          <p:nvPr>
            <p:ph type="pic" sz="quarter" idx="47"/>
          </p:nvPr>
        </p:nvSpPr>
        <p:spPr>
          <a:xfrm>
            <a:off x="2247851"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5" name="Inhaltsplatzhalter 10">
            <a:extLst>
              <a:ext uri="{FF2B5EF4-FFF2-40B4-BE49-F238E27FC236}">
                <a16:creationId xmlns:a16="http://schemas.microsoft.com/office/drawing/2014/main" id="{818DEC37-95E8-080D-AB4D-58F52BC284EC}"/>
              </a:ext>
            </a:extLst>
          </p:cNvPr>
          <p:cNvSpPr>
            <a:spLocks noGrp="1"/>
          </p:cNvSpPr>
          <p:nvPr>
            <p:ph sz="quarter" idx="48" hasCustomPrompt="1"/>
          </p:nvPr>
        </p:nvSpPr>
        <p:spPr>
          <a:xfrm>
            <a:off x="2247851"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4116460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Zeitstrahl">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800"/>
            <a:ext cx="11650662" cy="536400"/>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C28D30C8-24DA-4554-A89F-E5537E310C1A}"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cxnSp>
        <p:nvCxnSpPr>
          <p:cNvPr id="7" name="Gerade Verbindung mit Pfeil 6">
            <a:extLst>
              <a:ext uri="{FF2B5EF4-FFF2-40B4-BE49-F238E27FC236}">
                <a16:creationId xmlns:a16="http://schemas.microsoft.com/office/drawing/2014/main" id="{3960DD06-5403-402D-6C88-53DCD45F16E1}"/>
              </a:ext>
            </a:extLst>
          </p:cNvPr>
          <p:cNvCxnSpPr/>
          <p:nvPr userDrawn="1"/>
        </p:nvCxnSpPr>
        <p:spPr>
          <a:xfrm>
            <a:off x="269875" y="3497585"/>
            <a:ext cx="11652250" cy="0"/>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sp>
        <p:nvSpPr>
          <p:cNvPr id="115" name="Bildplatzhalter 4">
            <a:extLst>
              <a:ext uri="{FF2B5EF4-FFF2-40B4-BE49-F238E27FC236}">
                <a16:creationId xmlns:a16="http://schemas.microsoft.com/office/drawing/2014/main" id="{F49F2DB0-AB5C-6BD8-064D-373B4B1209AB}"/>
              </a:ext>
            </a:extLst>
          </p:cNvPr>
          <p:cNvSpPr>
            <a:spLocks noGrp="1"/>
          </p:cNvSpPr>
          <p:nvPr>
            <p:ph type="pic" sz="quarter" idx="17"/>
          </p:nvPr>
        </p:nvSpPr>
        <p:spPr>
          <a:xfrm>
            <a:off x="269875"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6" name="Bildplatzhalter 4">
            <a:extLst>
              <a:ext uri="{FF2B5EF4-FFF2-40B4-BE49-F238E27FC236}">
                <a16:creationId xmlns:a16="http://schemas.microsoft.com/office/drawing/2014/main" id="{F0B6A180-6984-B9E7-7ADC-A121B77988BD}"/>
              </a:ext>
            </a:extLst>
          </p:cNvPr>
          <p:cNvSpPr>
            <a:spLocks noGrp="1"/>
          </p:cNvSpPr>
          <p:nvPr>
            <p:ph type="pic" sz="quarter" idx="18"/>
          </p:nvPr>
        </p:nvSpPr>
        <p:spPr>
          <a:xfrm>
            <a:off x="1974003"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7" name="Bildplatzhalter 4">
            <a:extLst>
              <a:ext uri="{FF2B5EF4-FFF2-40B4-BE49-F238E27FC236}">
                <a16:creationId xmlns:a16="http://schemas.microsoft.com/office/drawing/2014/main" id="{38372887-04E8-C5D5-EF4C-1E25A260FB2C}"/>
              </a:ext>
            </a:extLst>
          </p:cNvPr>
          <p:cNvSpPr>
            <a:spLocks noGrp="1"/>
          </p:cNvSpPr>
          <p:nvPr>
            <p:ph type="pic" sz="quarter" idx="19"/>
          </p:nvPr>
        </p:nvSpPr>
        <p:spPr>
          <a:xfrm>
            <a:off x="3667159"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8" name="Bildplatzhalter 4">
            <a:extLst>
              <a:ext uri="{FF2B5EF4-FFF2-40B4-BE49-F238E27FC236}">
                <a16:creationId xmlns:a16="http://schemas.microsoft.com/office/drawing/2014/main" id="{7A14FB65-6B89-A9C8-8DB1-7B1F7CBFAEC8}"/>
              </a:ext>
            </a:extLst>
          </p:cNvPr>
          <p:cNvSpPr>
            <a:spLocks noGrp="1"/>
          </p:cNvSpPr>
          <p:nvPr>
            <p:ph type="pic" sz="quarter" idx="20"/>
          </p:nvPr>
        </p:nvSpPr>
        <p:spPr>
          <a:xfrm>
            <a:off x="5360315"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9" name="Bildplatzhalter 4">
            <a:extLst>
              <a:ext uri="{FF2B5EF4-FFF2-40B4-BE49-F238E27FC236}">
                <a16:creationId xmlns:a16="http://schemas.microsoft.com/office/drawing/2014/main" id="{CD8F59A9-69CA-1C2A-33D7-AD0BB64181B4}"/>
              </a:ext>
            </a:extLst>
          </p:cNvPr>
          <p:cNvSpPr>
            <a:spLocks noGrp="1"/>
          </p:cNvSpPr>
          <p:nvPr>
            <p:ph type="pic" sz="quarter" idx="21"/>
          </p:nvPr>
        </p:nvSpPr>
        <p:spPr>
          <a:xfrm>
            <a:off x="7053471"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0" name="Bildplatzhalter 4">
            <a:extLst>
              <a:ext uri="{FF2B5EF4-FFF2-40B4-BE49-F238E27FC236}">
                <a16:creationId xmlns:a16="http://schemas.microsoft.com/office/drawing/2014/main" id="{B582FB2A-C51D-65C1-0203-3A5AB4DB0F44}"/>
              </a:ext>
            </a:extLst>
          </p:cNvPr>
          <p:cNvSpPr>
            <a:spLocks noGrp="1"/>
          </p:cNvSpPr>
          <p:nvPr>
            <p:ph type="pic" sz="quarter" idx="22"/>
          </p:nvPr>
        </p:nvSpPr>
        <p:spPr>
          <a:xfrm>
            <a:off x="8746627"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1" name="Bildplatzhalter 4">
            <a:extLst>
              <a:ext uri="{FF2B5EF4-FFF2-40B4-BE49-F238E27FC236}">
                <a16:creationId xmlns:a16="http://schemas.microsoft.com/office/drawing/2014/main" id="{18F14028-DA69-147A-C414-9146D8EAE5FD}"/>
              </a:ext>
            </a:extLst>
          </p:cNvPr>
          <p:cNvSpPr>
            <a:spLocks noGrp="1"/>
          </p:cNvSpPr>
          <p:nvPr>
            <p:ph type="pic" sz="quarter" idx="23"/>
          </p:nvPr>
        </p:nvSpPr>
        <p:spPr>
          <a:xfrm>
            <a:off x="10439783"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2" name="Bildplatzhalter 4">
            <a:extLst>
              <a:ext uri="{FF2B5EF4-FFF2-40B4-BE49-F238E27FC236}">
                <a16:creationId xmlns:a16="http://schemas.microsoft.com/office/drawing/2014/main" id="{3A11402F-1392-D5B0-DE17-2E270C800CA5}"/>
              </a:ext>
            </a:extLst>
          </p:cNvPr>
          <p:cNvSpPr>
            <a:spLocks noGrp="1"/>
          </p:cNvSpPr>
          <p:nvPr>
            <p:ph type="pic" sz="quarter" idx="24"/>
          </p:nvPr>
        </p:nvSpPr>
        <p:spPr>
          <a:xfrm>
            <a:off x="1136079"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3" name="Bildplatzhalter 4">
            <a:extLst>
              <a:ext uri="{FF2B5EF4-FFF2-40B4-BE49-F238E27FC236}">
                <a16:creationId xmlns:a16="http://schemas.microsoft.com/office/drawing/2014/main" id="{92F84F7D-2669-46EA-F7E5-F5A3AE35C50F}"/>
              </a:ext>
            </a:extLst>
          </p:cNvPr>
          <p:cNvSpPr>
            <a:spLocks noGrp="1"/>
          </p:cNvSpPr>
          <p:nvPr>
            <p:ph type="pic" sz="quarter" idx="25"/>
          </p:nvPr>
        </p:nvSpPr>
        <p:spPr>
          <a:xfrm>
            <a:off x="2829006"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4" name="Bildplatzhalter 4">
            <a:extLst>
              <a:ext uri="{FF2B5EF4-FFF2-40B4-BE49-F238E27FC236}">
                <a16:creationId xmlns:a16="http://schemas.microsoft.com/office/drawing/2014/main" id="{7F4B621D-593C-EF66-AAA8-260F24BB8163}"/>
              </a:ext>
            </a:extLst>
          </p:cNvPr>
          <p:cNvSpPr>
            <a:spLocks noGrp="1"/>
          </p:cNvSpPr>
          <p:nvPr>
            <p:ph type="pic" sz="quarter" idx="26"/>
          </p:nvPr>
        </p:nvSpPr>
        <p:spPr>
          <a:xfrm>
            <a:off x="4521933"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5" name="Bildplatzhalter 4">
            <a:extLst>
              <a:ext uri="{FF2B5EF4-FFF2-40B4-BE49-F238E27FC236}">
                <a16:creationId xmlns:a16="http://schemas.microsoft.com/office/drawing/2014/main" id="{EAB29708-5948-93D3-1DAE-9AA4E5A03DCE}"/>
              </a:ext>
            </a:extLst>
          </p:cNvPr>
          <p:cNvSpPr>
            <a:spLocks noGrp="1"/>
          </p:cNvSpPr>
          <p:nvPr>
            <p:ph type="pic" sz="quarter" idx="27"/>
          </p:nvPr>
        </p:nvSpPr>
        <p:spPr>
          <a:xfrm>
            <a:off x="6214860"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6" name="Bildplatzhalter 4">
            <a:extLst>
              <a:ext uri="{FF2B5EF4-FFF2-40B4-BE49-F238E27FC236}">
                <a16:creationId xmlns:a16="http://schemas.microsoft.com/office/drawing/2014/main" id="{6590CFDF-AA3F-86A0-462A-8B00EDC3EDDD}"/>
              </a:ext>
            </a:extLst>
          </p:cNvPr>
          <p:cNvSpPr>
            <a:spLocks noGrp="1"/>
          </p:cNvSpPr>
          <p:nvPr>
            <p:ph type="pic" sz="quarter" idx="28"/>
          </p:nvPr>
        </p:nvSpPr>
        <p:spPr>
          <a:xfrm>
            <a:off x="7907787"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7" name="Bildplatzhalter 4">
            <a:extLst>
              <a:ext uri="{FF2B5EF4-FFF2-40B4-BE49-F238E27FC236}">
                <a16:creationId xmlns:a16="http://schemas.microsoft.com/office/drawing/2014/main" id="{F8D57941-57A2-78B6-C142-19F25D64A5F1}"/>
              </a:ext>
            </a:extLst>
          </p:cNvPr>
          <p:cNvSpPr>
            <a:spLocks noGrp="1"/>
          </p:cNvSpPr>
          <p:nvPr>
            <p:ph type="pic" sz="quarter" idx="29"/>
          </p:nvPr>
        </p:nvSpPr>
        <p:spPr>
          <a:xfrm>
            <a:off x="9600716"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8" name="Inhaltsplatzhalter 10">
            <a:extLst>
              <a:ext uri="{FF2B5EF4-FFF2-40B4-BE49-F238E27FC236}">
                <a16:creationId xmlns:a16="http://schemas.microsoft.com/office/drawing/2014/main" id="{84D95677-0114-3854-2A06-CDDFDD440777}"/>
              </a:ext>
            </a:extLst>
          </p:cNvPr>
          <p:cNvSpPr>
            <a:spLocks noGrp="1"/>
          </p:cNvSpPr>
          <p:nvPr>
            <p:ph sz="quarter" idx="30" hasCustomPrompt="1"/>
          </p:nvPr>
        </p:nvSpPr>
        <p:spPr>
          <a:xfrm>
            <a:off x="269875"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9" name="Inhaltsplatzhalter 10">
            <a:extLst>
              <a:ext uri="{FF2B5EF4-FFF2-40B4-BE49-F238E27FC236}">
                <a16:creationId xmlns:a16="http://schemas.microsoft.com/office/drawing/2014/main" id="{830824E2-E1B0-01AE-F199-E13B717EE78D}"/>
              </a:ext>
            </a:extLst>
          </p:cNvPr>
          <p:cNvSpPr>
            <a:spLocks noGrp="1"/>
          </p:cNvSpPr>
          <p:nvPr>
            <p:ph sz="quarter" idx="31" hasCustomPrompt="1"/>
          </p:nvPr>
        </p:nvSpPr>
        <p:spPr>
          <a:xfrm>
            <a:off x="1974003"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0" name="Inhaltsplatzhalter 10">
            <a:extLst>
              <a:ext uri="{FF2B5EF4-FFF2-40B4-BE49-F238E27FC236}">
                <a16:creationId xmlns:a16="http://schemas.microsoft.com/office/drawing/2014/main" id="{B661178F-E8BD-64EC-8DCE-B999B4D9EABD}"/>
              </a:ext>
            </a:extLst>
          </p:cNvPr>
          <p:cNvSpPr>
            <a:spLocks noGrp="1"/>
          </p:cNvSpPr>
          <p:nvPr>
            <p:ph sz="quarter" idx="32" hasCustomPrompt="1"/>
          </p:nvPr>
        </p:nvSpPr>
        <p:spPr>
          <a:xfrm>
            <a:off x="3667159"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1" name="Inhaltsplatzhalter 10">
            <a:extLst>
              <a:ext uri="{FF2B5EF4-FFF2-40B4-BE49-F238E27FC236}">
                <a16:creationId xmlns:a16="http://schemas.microsoft.com/office/drawing/2014/main" id="{A0685B94-A30D-8020-BFC0-B77022CBDE9F}"/>
              </a:ext>
            </a:extLst>
          </p:cNvPr>
          <p:cNvSpPr>
            <a:spLocks noGrp="1"/>
          </p:cNvSpPr>
          <p:nvPr>
            <p:ph sz="quarter" idx="33" hasCustomPrompt="1"/>
          </p:nvPr>
        </p:nvSpPr>
        <p:spPr>
          <a:xfrm>
            <a:off x="5360315"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2" name="Inhaltsplatzhalter 10">
            <a:extLst>
              <a:ext uri="{FF2B5EF4-FFF2-40B4-BE49-F238E27FC236}">
                <a16:creationId xmlns:a16="http://schemas.microsoft.com/office/drawing/2014/main" id="{7FB39B7C-36A1-9048-02BA-E03566F2EB1F}"/>
              </a:ext>
            </a:extLst>
          </p:cNvPr>
          <p:cNvSpPr>
            <a:spLocks noGrp="1"/>
          </p:cNvSpPr>
          <p:nvPr>
            <p:ph sz="quarter" idx="34" hasCustomPrompt="1"/>
          </p:nvPr>
        </p:nvSpPr>
        <p:spPr>
          <a:xfrm>
            <a:off x="7053471"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3" name="Inhaltsplatzhalter 10">
            <a:extLst>
              <a:ext uri="{FF2B5EF4-FFF2-40B4-BE49-F238E27FC236}">
                <a16:creationId xmlns:a16="http://schemas.microsoft.com/office/drawing/2014/main" id="{15CACBB6-4692-7C6A-8251-BEBD135224A0}"/>
              </a:ext>
            </a:extLst>
          </p:cNvPr>
          <p:cNvSpPr>
            <a:spLocks noGrp="1"/>
          </p:cNvSpPr>
          <p:nvPr>
            <p:ph sz="quarter" idx="35" hasCustomPrompt="1"/>
          </p:nvPr>
        </p:nvSpPr>
        <p:spPr>
          <a:xfrm>
            <a:off x="8746627"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4" name="Inhaltsplatzhalter 10">
            <a:extLst>
              <a:ext uri="{FF2B5EF4-FFF2-40B4-BE49-F238E27FC236}">
                <a16:creationId xmlns:a16="http://schemas.microsoft.com/office/drawing/2014/main" id="{BECB31F3-1FF3-7738-D3E5-314BB6A8314A}"/>
              </a:ext>
            </a:extLst>
          </p:cNvPr>
          <p:cNvSpPr>
            <a:spLocks noGrp="1"/>
          </p:cNvSpPr>
          <p:nvPr>
            <p:ph sz="quarter" idx="36" hasCustomPrompt="1"/>
          </p:nvPr>
        </p:nvSpPr>
        <p:spPr>
          <a:xfrm>
            <a:off x="10439783"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5" name="Inhaltsplatzhalter 10">
            <a:extLst>
              <a:ext uri="{FF2B5EF4-FFF2-40B4-BE49-F238E27FC236}">
                <a16:creationId xmlns:a16="http://schemas.microsoft.com/office/drawing/2014/main" id="{62AF25DC-CA5E-4417-22E5-A964FF016F62}"/>
              </a:ext>
            </a:extLst>
          </p:cNvPr>
          <p:cNvSpPr>
            <a:spLocks noGrp="1"/>
          </p:cNvSpPr>
          <p:nvPr>
            <p:ph sz="quarter" idx="37" hasCustomPrompt="1"/>
          </p:nvPr>
        </p:nvSpPr>
        <p:spPr>
          <a:xfrm>
            <a:off x="1136079"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6" name="Inhaltsplatzhalter 10">
            <a:extLst>
              <a:ext uri="{FF2B5EF4-FFF2-40B4-BE49-F238E27FC236}">
                <a16:creationId xmlns:a16="http://schemas.microsoft.com/office/drawing/2014/main" id="{90D56CD7-60EE-495F-ED4B-C31A87C45E84}"/>
              </a:ext>
            </a:extLst>
          </p:cNvPr>
          <p:cNvSpPr>
            <a:spLocks noGrp="1"/>
          </p:cNvSpPr>
          <p:nvPr>
            <p:ph sz="quarter" idx="38" hasCustomPrompt="1"/>
          </p:nvPr>
        </p:nvSpPr>
        <p:spPr>
          <a:xfrm>
            <a:off x="2829006"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7" name="Inhaltsplatzhalter 10">
            <a:extLst>
              <a:ext uri="{FF2B5EF4-FFF2-40B4-BE49-F238E27FC236}">
                <a16:creationId xmlns:a16="http://schemas.microsoft.com/office/drawing/2014/main" id="{28B0CB76-6D72-3E2E-056B-27DB3947102B}"/>
              </a:ext>
            </a:extLst>
          </p:cNvPr>
          <p:cNvSpPr>
            <a:spLocks noGrp="1"/>
          </p:cNvSpPr>
          <p:nvPr>
            <p:ph sz="quarter" idx="39" hasCustomPrompt="1"/>
          </p:nvPr>
        </p:nvSpPr>
        <p:spPr>
          <a:xfrm>
            <a:off x="4521933"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8" name="Inhaltsplatzhalter 10">
            <a:extLst>
              <a:ext uri="{FF2B5EF4-FFF2-40B4-BE49-F238E27FC236}">
                <a16:creationId xmlns:a16="http://schemas.microsoft.com/office/drawing/2014/main" id="{57BA3158-F345-F5B5-83D3-6B1D5546CF23}"/>
              </a:ext>
            </a:extLst>
          </p:cNvPr>
          <p:cNvSpPr>
            <a:spLocks noGrp="1"/>
          </p:cNvSpPr>
          <p:nvPr>
            <p:ph sz="quarter" idx="40" hasCustomPrompt="1"/>
          </p:nvPr>
        </p:nvSpPr>
        <p:spPr>
          <a:xfrm>
            <a:off x="6214860"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9" name="Inhaltsplatzhalter 10">
            <a:extLst>
              <a:ext uri="{FF2B5EF4-FFF2-40B4-BE49-F238E27FC236}">
                <a16:creationId xmlns:a16="http://schemas.microsoft.com/office/drawing/2014/main" id="{FC40280B-F0D4-264E-C17E-3D2B98F56454}"/>
              </a:ext>
            </a:extLst>
          </p:cNvPr>
          <p:cNvSpPr>
            <a:spLocks noGrp="1"/>
          </p:cNvSpPr>
          <p:nvPr>
            <p:ph sz="quarter" idx="41" hasCustomPrompt="1"/>
          </p:nvPr>
        </p:nvSpPr>
        <p:spPr>
          <a:xfrm>
            <a:off x="7907787"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40" name="Inhaltsplatzhalter 10">
            <a:extLst>
              <a:ext uri="{FF2B5EF4-FFF2-40B4-BE49-F238E27FC236}">
                <a16:creationId xmlns:a16="http://schemas.microsoft.com/office/drawing/2014/main" id="{4B3C570F-341A-24E7-0226-5D3A693E9D76}"/>
              </a:ext>
            </a:extLst>
          </p:cNvPr>
          <p:cNvSpPr>
            <a:spLocks noGrp="1"/>
          </p:cNvSpPr>
          <p:nvPr>
            <p:ph sz="quarter" idx="42" hasCustomPrompt="1"/>
          </p:nvPr>
        </p:nvSpPr>
        <p:spPr>
          <a:xfrm>
            <a:off x="9600716"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5372604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ild gross">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273378"/>
            <a:ext cx="11652249"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F65019D3-7194-40B8-AC7F-62CE5FB72B83}" type="datetime1">
              <a:rPr lang="en-GB" noProof="0" smtClean="0"/>
              <a:t>16/04/2026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Grgic Anto</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Tree>
    <p:extLst>
      <p:ext uri="{BB962C8B-B14F-4D97-AF65-F5344CB8AC3E}">
        <p14:creationId xmlns:p14="http://schemas.microsoft.com/office/powerpoint/2010/main" val="42773539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el, Bild und acht Inhalte">
    <p:spTree>
      <p:nvGrpSpPr>
        <p:cNvPr id="1" name=""/>
        <p:cNvGrpSpPr/>
        <p:nvPr/>
      </p:nvGrpSpPr>
      <p:grpSpPr>
        <a:xfrm>
          <a:off x="0" y="0"/>
          <a:ext cx="0" cy="0"/>
          <a:chOff x="0" y="0"/>
          <a:chExt cx="0" cy="0"/>
        </a:xfrm>
      </p:grpSpPr>
      <p:sp>
        <p:nvSpPr>
          <p:cNvPr id="6" name="Bildplatzhalter 4">
            <a:extLst>
              <a:ext uri="{FF2B5EF4-FFF2-40B4-BE49-F238E27FC236}">
                <a16:creationId xmlns:a16="http://schemas.microsoft.com/office/drawing/2014/main" id="{73EBFA33-E838-4FF1-1D0F-2B8F723A98F0}"/>
              </a:ext>
            </a:extLst>
          </p:cNvPr>
          <p:cNvSpPr>
            <a:spLocks noGrp="1"/>
          </p:cNvSpPr>
          <p:nvPr>
            <p:ph type="pic" sz="quarter" idx="17"/>
          </p:nvPr>
        </p:nvSpPr>
        <p:spPr>
          <a:xfrm>
            <a:off x="0" y="0"/>
            <a:ext cx="12192000" cy="6858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65EDFDEC-7873-15BD-1B6F-5DAEB0755EC2}"/>
              </a:ext>
            </a:extLst>
          </p:cNvPr>
          <p:cNvSpPr>
            <a:spLocks noGrp="1"/>
          </p:cNvSpPr>
          <p:nvPr>
            <p:ph type="dt" sz="half" idx="10"/>
          </p:nvPr>
        </p:nvSpPr>
        <p:spPr>
          <a:xfrm>
            <a:off x="10528398" y="6424761"/>
            <a:ext cx="1189348" cy="144016"/>
          </a:xfrm>
        </p:spPr>
        <p:txBody>
          <a:bodyPr/>
          <a:lstStyle>
            <a:lvl1pPr>
              <a:defRPr>
                <a:solidFill>
                  <a:schemeClr val="bg1"/>
                </a:solidFill>
              </a:defRPr>
            </a:lvl1pPr>
          </a:lstStyle>
          <a:p>
            <a:fld id="{003B95B4-305B-416A-97B6-6B425E07ADA1}" type="datetime1">
              <a:rPr lang="en-GB" noProof="0" smtClean="0"/>
              <a:t>16/04/2026</a:t>
            </a:fld>
            <a:r>
              <a:rPr lang="en-GB" noProof="0"/>
              <a:t>    </a:t>
            </a:r>
            <a:r>
              <a:rPr lang="en-GB" noProof="0" dirty="0"/>
              <a:t>|</a:t>
            </a:r>
          </a:p>
        </p:txBody>
      </p:sp>
      <p:sp>
        <p:nvSpPr>
          <p:cNvPr id="4" name="Fußzeilenplatzhalter 3">
            <a:extLst>
              <a:ext uri="{FF2B5EF4-FFF2-40B4-BE49-F238E27FC236}">
                <a16:creationId xmlns:a16="http://schemas.microsoft.com/office/drawing/2014/main" id="{A604195A-F200-70E1-095F-04D38F55119A}"/>
              </a:ext>
            </a:extLst>
          </p:cNvPr>
          <p:cNvSpPr>
            <a:spLocks noGrp="1"/>
          </p:cNvSpPr>
          <p:nvPr>
            <p:ph type="ftr" sz="quarter" idx="11"/>
          </p:nvPr>
        </p:nvSpPr>
        <p:spPr/>
        <p:txBody>
          <a:bodyPr/>
          <a:lstStyle>
            <a:lvl1pPr>
              <a:defRPr>
                <a:solidFill>
                  <a:schemeClr val="bg1"/>
                </a:solidFill>
              </a:defRPr>
            </a:lvl1pPr>
          </a:lstStyle>
          <a:p>
            <a:r>
              <a:rPr lang="en-US" noProof="0"/>
              <a:t>Grgic Anto</a:t>
            </a:r>
            <a:endParaRPr lang="en-GB" noProof="0" dirty="0"/>
          </a:p>
        </p:txBody>
      </p:sp>
      <p:sp>
        <p:nvSpPr>
          <p:cNvPr id="5" name="Foliennummernplatzhalter 4">
            <a:extLst>
              <a:ext uri="{FF2B5EF4-FFF2-40B4-BE49-F238E27FC236}">
                <a16:creationId xmlns:a16="http://schemas.microsoft.com/office/drawing/2014/main" id="{8F3564CC-433E-0F7E-78ED-4CBD5802F78E}"/>
              </a:ext>
            </a:extLst>
          </p:cNvPr>
          <p:cNvSpPr>
            <a:spLocks noGrp="1"/>
          </p:cNvSpPr>
          <p:nvPr>
            <p:ph type="sldNum" sz="quarter" idx="12"/>
          </p:nvPr>
        </p:nvSpPr>
        <p:spPr>
          <a:xfrm>
            <a:off x="11713325" y="6424761"/>
            <a:ext cx="208800" cy="144016"/>
          </a:xfrm>
        </p:spPr>
        <p:txBody>
          <a:bodyPr/>
          <a:lstStyle>
            <a:lvl1pPr>
              <a:defRPr>
                <a:solidFill>
                  <a:schemeClr val="bg1"/>
                </a:solidFill>
              </a:defRPr>
            </a:lvl1pPr>
          </a:lstStyle>
          <a:p>
            <a:fld id="{442AD375-037F-43D0-B059-5172DA06796A}" type="slidenum">
              <a:rPr lang="en-GB" noProof="0" smtClean="0"/>
              <a:pPr/>
              <a:t>‹#›</a:t>
            </a:fld>
            <a:endParaRPr lang="en-GB" noProof="0" dirty="0"/>
          </a:p>
        </p:txBody>
      </p:sp>
      <p:cxnSp>
        <p:nvCxnSpPr>
          <p:cNvPr id="9" name="Gerader Verbinder 8">
            <a:extLst>
              <a:ext uri="{FF2B5EF4-FFF2-40B4-BE49-F238E27FC236}">
                <a16:creationId xmlns:a16="http://schemas.microsoft.com/office/drawing/2014/main" id="{43F26200-5089-80AE-C07E-2ADBBFCB862E}"/>
              </a:ext>
            </a:extLst>
          </p:cNvPr>
          <p:cNvCxnSpPr>
            <a:cxnSpLocks/>
          </p:cNvCxnSpPr>
          <p:nvPr userDrawn="1"/>
        </p:nvCxnSpPr>
        <p:spPr>
          <a:xfrm>
            <a:off x="1418938"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2" name="Textplatzhalter 10">
            <a:extLst>
              <a:ext uri="{FF2B5EF4-FFF2-40B4-BE49-F238E27FC236}">
                <a16:creationId xmlns:a16="http://schemas.microsoft.com/office/drawing/2014/main" id="{795B1871-CB5E-1539-590E-A27B00A5B38E}"/>
              </a:ext>
            </a:extLst>
          </p:cNvPr>
          <p:cNvSpPr>
            <a:spLocks noGrp="1"/>
          </p:cNvSpPr>
          <p:nvPr>
            <p:ph type="body" sz="quarter" idx="18" hasCustomPrompt="1"/>
          </p:nvPr>
        </p:nvSpPr>
        <p:spPr>
          <a:xfrm>
            <a:off x="285372" y="6448574"/>
            <a:ext cx="1141200" cy="136800"/>
          </a:xfrm>
          <a:blipFill>
            <a:blip r:embed="rId2" cstate="screen">
              <a:extLst>
                <a:ext uri="{28A0092B-C50C-407E-A947-70E740481C1C}">
                  <a14:useLocalDpi xmlns:a14="http://schemas.microsoft.com/office/drawing/2010/main"/>
                </a:ext>
              </a:extLst>
            </a:blip>
            <a:stretch>
              <a:fillRect/>
            </a:stretch>
          </a:blipFill>
        </p:spPr>
        <p:txBody>
          <a:bodyPr/>
          <a:lstStyle>
            <a:lvl1pPr>
              <a:defRPr sz="100">
                <a:solidFill>
                  <a:schemeClr val="tx1"/>
                </a:solidFill>
              </a:defRPr>
            </a:lvl1pPr>
            <a:lvl2pPr>
              <a:defRPr sz="100">
                <a:solidFill>
                  <a:schemeClr val="bg1"/>
                </a:solidFill>
              </a:defRPr>
            </a:lvl2pPr>
            <a:lvl3pPr>
              <a:defRPr sz="100">
                <a:solidFill>
                  <a:schemeClr val="bg1"/>
                </a:solidFill>
              </a:defRPr>
            </a:lvl3pPr>
            <a:lvl4pPr>
              <a:defRPr sz="100">
                <a:solidFill>
                  <a:schemeClr val="bg1"/>
                </a:solidFill>
              </a:defRPr>
            </a:lvl4pPr>
            <a:lvl5pPr>
              <a:defRPr sz="100">
                <a:solidFill>
                  <a:schemeClr val="bg1"/>
                </a:solidFill>
              </a:defRPr>
            </a:lvl5pPr>
          </a:lstStyle>
          <a:p>
            <a:pPr lvl="0"/>
            <a:r>
              <a:rPr lang="en-GB" noProof="0" dirty="0"/>
              <a:t> </a:t>
            </a:r>
          </a:p>
        </p:txBody>
      </p:sp>
      <p:sp>
        <p:nvSpPr>
          <p:cNvPr id="13" name="Titel 1">
            <a:extLst>
              <a:ext uri="{FF2B5EF4-FFF2-40B4-BE49-F238E27FC236}">
                <a16:creationId xmlns:a16="http://schemas.microsoft.com/office/drawing/2014/main" id="{F7249099-EAE8-15A9-5DD9-4B8BD6C11373}"/>
              </a:ext>
            </a:extLst>
          </p:cNvPr>
          <p:cNvSpPr>
            <a:spLocks noGrp="1"/>
          </p:cNvSpPr>
          <p:nvPr>
            <p:ph type="title" hasCustomPrompt="1"/>
          </p:nvPr>
        </p:nvSpPr>
        <p:spPr>
          <a:xfrm>
            <a:off x="271463" y="244800"/>
            <a:ext cx="11650662" cy="625944"/>
          </a:xfrm>
        </p:spPr>
        <p:txBody>
          <a:bodyPr/>
          <a:lstStyle>
            <a:lvl1pPr>
              <a:defRPr>
                <a:solidFill>
                  <a:schemeClr val="bg1"/>
                </a:solidFill>
              </a:defRPr>
            </a:lvl1pPr>
          </a:lstStyle>
          <a:p>
            <a:r>
              <a:rPr lang="en-GB" noProof="0" dirty="0"/>
              <a:t>Insert title</a:t>
            </a:r>
          </a:p>
        </p:txBody>
      </p:sp>
      <p:sp>
        <p:nvSpPr>
          <p:cNvPr id="8" name="Textplatzhalter 27">
            <a:extLst>
              <a:ext uri="{FF2B5EF4-FFF2-40B4-BE49-F238E27FC236}">
                <a16:creationId xmlns:a16="http://schemas.microsoft.com/office/drawing/2014/main" id="{9EB74D43-ABA5-E11E-DD85-85CF51186C28}"/>
              </a:ext>
            </a:extLst>
          </p:cNvPr>
          <p:cNvSpPr>
            <a:spLocks noGrp="1"/>
          </p:cNvSpPr>
          <p:nvPr>
            <p:ph type="body" sz="quarter" idx="28" hasCustomPrompt="1"/>
          </p:nvPr>
        </p:nvSpPr>
        <p:spPr>
          <a:xfrm>
            <a:off x="3230670" y="272760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10" name="Textplatzhalter 27">
            <a:extLst>
              <a:ext uri="{FF2B5EF4-FFF2-40B4-BE49-F238E27FC236}">
                <a16:creationId xmlns:a16="http://schemas.microsoft.com/office/drawing/2014/main" id="{048FC5CC-2121-56F3-C3F5-B5C874FFB127}"/>
              </a:ext>
            </a:extLst>
          </p:cNvPr>
          <p:cNvSpPr>
            <a:spLocks noGrp="1"/>
          </p:cNvSpPr>
          <p:nvPr>
            <p:ph type="body" sz="quarter" idx="19" hasCustomPrompt="1"/>
          </p:nvPr>
        </p:nvSpPr>
        <p:spPr>
          <a:xfrm>
            <a:off x="276264" y="1826540"/>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11" name="Textplatzhalter 27">
            <a:extLst>
              <a:ext uri="{FF2B5EF4-FFF2-40B4-BE49-F238E27FC236}">
                <a16:creationId xmlns:a16="http://schemas.microsoft.com/office/drawing/2014/main" id="{BB0B7B4E-7C57-28E9-4CB9-B4570ABC59CC}"/>
              </a:ext>
            </a:extLst>
          </p:cNvPr>
          <p:cNvSpPr>
            <a:spLocks noGrp="1"/>
          </p:cNvSpPr>
          <p:nvPr>
            <p:ph type="body" sz="quarter" idx="21" hasCustomPrompt="1"/>
          </p:nvPr>
        </p:nvSpPr>
        <p:spPr>
          <a:xfrm>
            <a:off x="3230960" y="182177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14" name="Textplatzhalter 27">
            <a:extLst>
              <a:ext uri="{FF2B5EF4-FFF2-40B4-BE49-F238E27FC236}">
                <a16:creationId xmlns:a16="http://schemas.microsoft.com/office/drawing/2014/main" id="{A8FF8281-AD66-C77E-347B-07E4F503BA1C}"/>
              </a:ext>
            </a:extLst>
          </p:cNvPr>
          <p:cNvSpPr>
            <a:spLocks noGrp="1"/>
          </p:cNvSpPr>
          <p:nvPr>
            <p:ph type="body" sz="quarter" idx="26" hasCustomPrompt="1"/>
          </p:nvPr>
        </p:nvSpPr>
        <p:spPr>
          <a:xfrm>
            <a:off x="276264" y="2732367"/>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0" name="Textplatzhalter 27">
            <a:extLst>
              <a:ext uri="{FF2B5EF4-FFF2-40B4-BE49-F238E27FC236}">
                <a16:creationId xmlns:a16="http://schemas.microsoft.com/office/drawing/2014/main" id="{55EE194A-C397-2617-7780-D86A48CAE74D}"/>
              </a:ext>
            </a:extLst>
          </p:cNvPr>
          <p:cNvSpPr>
            <a:spLocks noGrp="1"/>
          </p:cNvSpPr>
          <p:nvPr>
            <p:ph type="body" sz="quarter" idx="30" hasCustomPrompt="1"/>
          </p:nvPr>
        </p:nvSpPr>
        <p:spPr>
          <a:xfrm>
            <a:off x="275974" y="4611686"/>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4" name="Textplatzhalter 27">
            <a:extLst>
              <a:ext uri="{FF2B5EF4-FFF2-40B4-BE49-F238E27FC236}">
                <a16:creationId xmlns:a16="http://schemas.microsoft.com/office/drawing/2014/main" id="{DBF35E7F-D953-CAA9-3A99-15E4880E3A1C}"/>
              </a:ext>
            </a:extLst>
          </p:cNvPr>
          <p:cNvSpPr>
            <a:spLocks noGrp="1"/>
          </p:cNvSpPr>
          <p:nvPr>
            <p:ph type="body" sz="quarter" idx="34" hasCustomPrompt="1"/>
          </p:nvPr>
        </p:nvSpPr>
        <p:spPr>
          <a:xfrm>
            <a:off x="6192311" y="274200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0" name="Textplatzhalter 27">
            <a:extLst>
              <a:ext uri="{FF2B5EF4-FFF2-40B4-BE49-F238E27FC236}">
                <a16:creationId xmlns:a16="http://schemas.microsoft.com/office/drawing/2014/main" id="{692AC1F8-AB87-40B3-4118-64C6B6A63F00}"/>
              </a:ext>
            </a:extLst>
          </p:cNvPr>
          <p:cNvSpPr>
            <a:spLocks noGrp="1"/>
          </p:cNvSpPr>
          <p:nvPr>
            <p:ph type="body" sz="quarter" idx="40" hasCustomPrompt="1"/>
          </p:nvPr>
        </p:nvSpPr>
        <p:spPr>
          <a:xfrm>
            <a:off x="6195128" y="460862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1" name="Textplatzhalter 27">
            <a:extLst>
              <a:ext uri="{FF2B5EF4-FFF2-40B4-BE49-F238E27FC236}">
                <a16:creationId xmlns:a16="http://schemas.microsoft.com/office/drawing/2014/main" id="{8B875A59-87E2-329A-FECC-BEA7FE43BA9A}"/>
              </a:ext>
            </a:extLst>
          </p:cNvPr>
          <p:cNvSpPr>
            <a:spLocks noGrp="1"/>
          </p:cNvSpPr>
          <p:nvPr>
            <p:ph type="body" sz="quarter" idx="32" hasCustomPrompt="1"/>
          </p:nvPr>
        </p:nvSpPr>
        <p:spPr>
          <a:xfrm>
            <a:off x="3232838" y="4611686"/>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2" name="Textplatzhalter 27">
            <a:extLst>
              <a:ext uri="{FF2B5EF4-FFF2-40B4-BE49-F238E27FC236}">
                <a16:creationId xmlns:a16="http://schemas.microsoft.com/office/drawing/2014/main" id="{69DCED49-C168-77C0-6547-0CADBD711BD1}"/>
              </a:ext>
            </a:extLst>
          </p:cNvPr>
          <p:cNvSpPr>
            <a:spLocks noGrp="1"/>
          </p:cNvSpPr>
          <p:nvPr>
            <p:ph type="body" sz="quarter" idx="31" hasCustomPrompt="1"/>
          </p:nvPr>
        </p:nvSpPr>
        <p:spPr>
          <a:xfrm>
            <a:off x="3233128" y="370585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3" name="Textplatzhalter 27">
            <a:extLst>
              <a:ext uri="{FF2B5EF4-FFF2-40B4-BE49-F238E27FC236}">
                <a16:creationId xmlns:a16="http://schemas.microsoft.com/office/drawing/2014/main" id="{E691F604-DB24-E1B1-CD8D-23BFFC1444A1}"/>
              </a:ext>
            </a:extLst>
          </p:cNvPr>
          <p:cNvSpPr>
            <a:spLocks noGrp="1"/>
          </p:cNvSpPr>
          <p:nvPr>
            <p:ph type="body" sz="quarter" idx="29" hasCustomPrompt="1"/>
          </p:nvPr>
        </p:nvSpPr>
        <p:spPr>
          <a:xfrm>
            <a:off x="276264" y="370585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4" name="Textplatzhalter 27">
            <a:extLst>
              <a:ext uri="{FF2B5EF4-FFF2-40B4-BE49-F238E27FC236}">
                <a16:creationId xmlns:a16="http://schemas.microsoft.com/office/drawing/2014/main" id="{48B584AC-71CB-16D8-E722-8AC5553FE598}"/>
              </a:ext>
            </a:extLst>
          </p:cNvPr>
          <p:cNvSpPr>
            <a:spLocks noGrp="1"/>
          </p:cNvSpPr>
          <p:nvPr>
            <p:ph type="body" sz="quarter" idx="33" hasCustomPrompt="1"/>
          </p:nvPr>
        </p:nvSpPr>
        <p:spPr>
          <a:xfrm>
            <a:off x="6192602" y="183617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5" name="Textplatzhalter 27">
            <a:extLst>
              <a:ext uri="{FF2B5EF4-FFF2-40B4-BE49-F238E27FC236}">
                <a16:creationId xmlns:a16="http://schemas.microsoft.com/office/drawing/2014/main" id="{64EFC00D-C82F-63F3-901A-E32AA5563D77}"/>
              </a:ext>
            </a:extLst>
          </p:cNvPr>
          <p:cNvSpPr>
            <a:spLocks noGrp="1"/>
          </p:cNvSpPr>
          <p:nvPr>
            <p:ph type="body" sz="quarter" idx="39" hasCustomPrompt="1"/>
          </p:nvPr>
        </p:nvSpPr>
        <p:spPr>
          <a:xfrm>
            <a:off x="6195418" y="370279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6" name="Textplatzhalter 27">
            <a:extLst>
              <a:ext uri="{FF2B5EF4-FFF2-40B4-BE49-F238E27FC236}">
                <a16:creationId xmlns:a16="http://schemas.microsoft.com/office/drawing/2014/main" id="{2F484B0C-2F5D-4A41-8BBA-C15A9F143EBE}"/>
              </a:ext>
            </a:extLst>
          </p:cNvPr>
          <p:cNvSpPr>
            <a:spLocks noGrp="1"/>
          </p:cNvSpPr>
          <p:nvPr>
            <p:ph type="body" sz="quarter" idx="35" hasCustomPrompt="1"/>
          </p:nvPr>
        </p:nvSpPr>
        <p:spPr>
          <a:xfrm>
            <a:off x="9150114" y="1831417"/>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7" name="Textplatzhalter 27">
            <a:extLst>
              <a:ext uri="{FF2B5EF4-FFF2-40B4-BE49-F238E27FC236}">
                <a16:creationId xmlns:a16="http://schemas.microsoft.com/office/drawing/2014/main" id="{4885B59F-449F-B852-F442-3B1C68A2AA63}"/>
              </a:ext>
            </a:extLst>
          </p:cNvPr>
          <p:cNvSpPr>
            <a:spLocks noGrp="1"/>
          </p:cNvSpPr>
          <p:nvPr>
            <p:ph type="body" sz="quarter" idx="36" hasCustomPrompt="1"/>
          </p:nvPr>
        </p:nvSpPr>
        <p:spPr>
          <a:xfrm>
            <a:off x="9149824" y="2737244"/>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8" name="Textplatzhalter 27">
            <a:extLst>
              <a:ext uri="{FF2B5EF4-FFF2-40B4-BE49-F238E27FC236}">
                <a16:creationId xmlns:a16="http://schemas.microsoft.com/office/drawing/2014/main" id="{AA5DC075-9286-B8C4-CD9F-B561C39392C6}"/>
              </a:ext>
            </a:extLst>
          </p:cNvPr>
          <p:cNvSpPr>
            <a:spLocks noGrp="1"/>
          </p:cNvSpPr>
          <p:nvPr>
            <p:ph type="body" sz="quarter" idx="37" hasCustomPrompt="1"/>
          </p:nvPr>
        </p:nvSpPr>
        <p:spPr>
          <a:xfrm>
            <a:off x="9152282" y="370279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9" name="Textplatzhalter 27">
            <a:extLst>
              <a:ext uri="{FF2B5EF4-FFF2-40B4-BE49-F238E27FC236}">
                <a16:creationId xmlns:a16="http://schemas.microsoft.com/office/drawing/2014/main" id="{2B7C5942-88D4-4AE4-D493-E6EB256531BC}"/>
              </a:ext>
            </a:extLst>
          </p:cNvPr>
          <p:cNvSpPr>
            <a:spLocks noGrp="1"/>
          </p:cNvSpPr>
          <p:nvPr>
            <p:ph type="body" sz="quarter" idx="38" hasCustomPrompt="1"/>
          </p:nvPr>
        </p:nvSpPr>
        <p:spPr>
          <a:xfrm>
            <a:off x="9151992" y="4608624"/>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Tree>
    <p:extLst>
      <p:ext uri="{BB962C8B-B14F-4D97-AF65-F5344CB8AC3E}">
        <p14:creationId xmlns:p14="http://schemas.microsoft.com/office/powerpoint/2010/main" val="40939606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cht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3" name="Inhaltsplatzhalter 2"/>
          <p:cNvSpPr>
            <a:spLocks noGrp="1"/>
          </p:cNvSpPr>
          <p:nvPr>
            <p:ph idx="1" hasCustomPrompt="1"/>
          </p:nvPr>
        </p:nvSpPr>
        <p:spPr>
          <a:xfrm>
            <a:off x="271460" y="3228982"/>
            <a:ext cx="2775600" cy="2259037"/>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103A9771-FEDF-4EB5-8B31-317E659CFCEB}"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0" name="Inhaltsplatzhalter 2">
            <a:extLst>
              <a:ext uri="{FF2B5EF4-FFF2-40B4-BE49-F238E27FC236}">
                <a16:creationId xmlns:a16="http://schemas.microsoft.com/office/drawing/2014/main" id="{AAED8CC9-45E8-1A12-FE4B-99B48514CF4E}"/>
              </a:ext>
            </a:extLst>
          </p:cNvPr>
          <p:cNvSpPr>
            <a:spLocks noGrp="1"/>
          </p:cNvSpPr>
          <p:nvPr>
            <p:ph idx="13" hasCustomPrompt="1"/>
          </p:nvPr>
        </p:nvSpPr>
        <p:spPr>
          <a:xfrm>
            <a:off x="3231317" y="3228982"/>
            <a:ext cx="2775600" cy="2259037"/>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1" name="Inhaltsplatzhalter 2">
            <a:extLst>
              <a:ext uri="{FF2B5EF4-FFF2-40B4-BE49-F238E27FC236}">
                <a16:creationId xmlns:a16="http://schemas.microsoft.com/office/drawing/2014/main" id="{B0E65F99-D41E-97A8-5B90-921DFF4F75CF}"/>
              </a:ext>
            </a:extLst>
          </p:cNvPr>
          <p:cNvSpPr>
            <a:spLocks noGrp="1"/>
          </p:cNvSpPr>
          <p:nvPr>
            <p:ph idx="14" hasCustomPrompt="1"/>
          </p:nvPr>
        </p:nvSpPr>
        <p:spPr>
          <a:xfrm>
            <a:off x="6191174" y="3228982"/>
            <a:ext cx="2775600" cy="2259037"/>
          </a:xfrm>
        </p:spPr>
        <p:txBody>
          <a:bodyPr vert="horz" lIns="0" tIns="0" rIns="0" bIns="0" rtlCol="0">
            <a:noAutofit/>
          </a:bodyPr>
          <a:lstStyle>
            <a:lvl1pPr>
              <a:defRPr lang="de-CH"/>
            </a:lvl1pPr>
            <a:lvl2pPr>
              <a:defRPr lang="de-CH" noProof="0" dirty="0"/>
            </a:lvl2pPr>
            <a:lvl3pPr>
              <a:defRPr lang="de-CH"/>
            </a:lvl3pPr>
            <a:lvl4pPr>
              <a:defRPr lang="de-CH"/>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 name="Inhaltsplatzhalter 2">
            <a:extLst>
              <a:ext uri="{FF2B5EF4-FFF2-40B4-BE49-F238E27FC236}">
                <a16:creationId xmlns:a16="http://schemas.microsoft.com/office/drawing/2014/main" id="{E2B30555-3BA5-1953-D982-C69CB839D8F4}"/>
              </a:ext>
            </a:extLst>
          </p:cNvPr>
          <p:cNvSpPr>
            <a:spLocks noGrp="1"/>
          </p:cNvSpPr>
          <p:nvPr>
            <p:ph idx="15" hasCustomPrompt="1"/>
          </p:nvPr>
        </p:nvSpPr>
        <p:spPr>
          <a:xfrm>
            <a:off x="9151032" y="3228982"/>
            <a:ext cx="2775600" cy="2259037"/>
          </a:xfrm>
        </p:spPr>
        <p:txBody>
          <a:bodyPr vert="horz" lIns="0" tIns="0" rIns="0" bIns="0" rtlCol="0">
            <a:noAutofit/>
          </a:bodyPr>
          <a:lstStyle>
            <a:lvl1pPr>
              <a:defRPr lang="de-CH"/>
            </a:lvl1pPr>
            <a:lvl2pPr>
              <a:defRPr lang="de-CH" noProof="0" dirty="0"/>
            </a:lvl2pPr>
            <a:lvl3pPr>
              <a:defRPr lang="de-CH"/>
            </a:lvl3pPr>
            <a:lvl4pPr>
              <a:defRPr lang="de-CH"/>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6" name="Inhaltsplatzhalter 2">
            <a:extLst>
              <a:ext uri="{FF2B5EF4-FFF2-40B4-BE49-F238E27FC236}">
                <a16:creationId xmlns:a16="http://schemas.microsoft.com/office/drawing/2014/main" id="{B4DAEC7F-9097-CC65-18FC-ABDF8656180C}"/>
              </a:ext>
            </a:extLst>
          </p:cNvPr>
          <p:cNvSpPr>
            <a:spLocks noGrp="1"/>
          </p:cNvSpPr>
          <p:nvPr>
            <p:ph idx="19" hasCustomPrompt="1"/>
          </p:nvPr>
        </p:nvSpPr>
        <p:spPr>
          <a:xfrm>
            <a:off x="9151031"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2" name="Inhaltsplatzhalter 2">
            <a:extLst>
              <a:ext uri="{FF2B5EF4-FFF2-40B4-BE49-F238E27FC236}">
                <a16:creationId xmlns:a16="http://schemas.microsoft.com/office/drawing/2014/main" id="{999A24F7-6F45-D408-172F-9FCB5D02667F}"/>
              </a:ext>
            </a:extLst>
          </p:cNvPr>
          <p:cNvSpPr>
            <a:spLocks noGrp="1"/>
          </p:cNvSpPr>
          <p:nvPr>
            <p:ph idx="20" hasCustomPrompt="1"/>
          </p:nvPr>
        </p:nvSpPr>
        <p:spPr>
          <a:xfrm>
            <a:off x="6191174"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3" name="Inhaltsplatzhalter 2">
            <a:extLst>
              <a:ext uri="{FF2B5EF4-FFF2-40B4-BE49-F238E27FC236}">
                <a16:creationId xmlns:a16="http://schemas.microsoft.com/office/drawing/2014/main" id="{F564AFF4-7AFB-5D44-CE32-7B8A59C91178}"/>
              </a:ext>
            </a:extLst>
          </p:cNvPr>
          <p:cNvSpPr>
            <a:spLocks noGrp="1"/>
          </p:cNvSpPr>
          <p:nvPr>
            <p:ph idx="21" hasCustomPrompt="1"/>
          </p:nvPr>
        </p:nvSpPr>
        <p:spPr>
          <a:xfrm>
            <a:off x="3231317"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4" name="Inhaltsplatzhalter 2">
            <a:extLst>
              <a:ext uri="{FF2B5EF4-FFF2-40B4-BE49-F238E27FC236}">
                <a16:creationId xmlns:a16="http://schemas.microsoft.com/office/drawing/2014/main" id="{A71E75C8-391E-2558-3A91-AA1F31A93B05}"/>
              </a:ext>
            </a:extLst>
          </p:cNvPr>
          <p:cNvSpPr>
            <a:spLocks noGrp="1"/>
          </p:cNvSpPr>
          <p:nvPr>
            <p:ph idx="22" hasCustomPrompt="1"/>
          </p:nvPr>
        </p:nvSpPr>
        <p:spPr>
          <a:xfrm>
            <a:off x="271460" y="1371600"/>
            <a:ext cx="2775600" cy="1716981"/>
          </a:xfrm>
        </p:spPr>
        <p:txBody>
          <a:bodyPr/>
          <a:lstStyle>
            <a:lvl1pPr>
              <a:tabLst>
                <a:tab pos="1704975" algn="l"/>
              </a:tabLst>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7" name="Textplatzhalter 8">
            <a:extLst>
              <a:ext uri="{FF2B5EF4-FFF2-40B4-BE49-F238E27FC236}">
                <a16:creationId xmlns:a16="http://schemas.microsoft.com/office/drawing/2014/main" id="{3E32DEA9-77CE-B434-4A3D-3AAB04FD7845}"/>
              </a:ext>
            </a:extLst>
          </p:cNvPr>
          <p:cNvSpPr>
            <a:spLocks noGrp="1"/>
          </p:cNvSpPr>
          <p:nvPr>
            <p:ph type="body" sz="quarter" idx="23" hasCustomPrompt="1"/>
          </p:nvPr>
        </p:nvSpPr>
        <p:spPr>
          <a:xfrm>
            <a:off x="270000" y="6019388"/>
            <a:ext cx="5736917" cy="205200"/>
          </a:xfrm>
        </p:spPr>
        <p:txBody>
          <a:bodyPr/>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2220080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61691FF8-B7CE-4EC3-A346-E51C1211B498}" type="datetime1">
              <a:rPr lang="en-GB" noProof="0" smtClean="0"/>
              <a:t>16/04/2026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4" name="Inhaltsplatzhalter 2">
            <a:extLst>
              <a:ext uri="{FF2B5EF4-FFF2-40B4-BE49-F238E27FC236}">
                <a16:creationId xmlns:a16="http://schemas.microsoft.com/office/drawing/2014/main" id="{A71E75C8-391E-2558-3A91-AA1F31A93B05}"/>
              </a:ext>
            </a:extLst>
          </p:cNvPr>
          <p:cNvSpPr>
            <a:spLocks noGrp="1"/>
          </p:cNvSpPr>
          <p:nvPr>
            <p:ph idx="22" hasCustomPrompt="1"/>
          </p:nvPr>
        </p:nvSpPr>
        <p:spPr>
          <a:xfrm>
            <a:off x="270582" y="2700000"/>
            <a:ext cx="2778003" cy="3524588"/>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Contact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pic>
        <p:nvPicPr>
          <p:cNvPr id="8" name="Grafik 7">
            <a:extLst>
              <a:ext uri="{FF2B5EF4-FFF2-40B4-BE49-F238E27FC236}">
                <a16:creationId xmlns:a16="http://schemas.microsoft.com/office/drawing/2014/main" id="{D08ED976-BD70-59ED-B970-3FA256DEEE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14" name="Inhaltsplatzhalter 2">
            <a:extLst>
              <a:ext uri="{FF2B5EF4-FFF2-40B4-BE49-F238E27FC236}">
                <a16:creationId xmlns:a16="http://schemas.microsoft.com/office/drawing/2014/main" id="{DADD2F24-DA82-E6C1-DFC7-E7D6DA1F104A}"/>
              </a:ext>
            </a:extLst>
          </p:cNvPr>
          <p:cNvSpPr>
            <a:spLocks noGrp="1"/>
          </p:cNvSpPr>
          <p:nvPr>
            <p:ph idx="24" hasCustomPrompt="1"/>
          </p:nvPr>
        </p:nvSpPr>
        <p:spPr>
          <a:xfrm>
            <a:off x="276512" y="1389564"/>
            <a:ext cx="856800" cy="856800"/>
          </a:xfrm>
        </p:spPr>
        <p:txBody>
          <a:bodyPr anchor="ctr"/>
          <a:lstStyle>
            <a:lvl1pPr algn="ctr">
              <a:tabLst>
                <a:tab pos="1704975" algn="l"/>
              </a:tabLst>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QR-Code</a:t>
            </a:r>
          </a:p>
        </p:txBody>
      </p:sp>
      <p:cxnSp>
        <p:nvCxnSpPr>
          <p:cNvPr id="15" name="Gerader Verbinder 14">
            <a:extLst>
              <a:ext uri="{FF2B5EF4-FFF2-40B4-BE49-F238E27FC236}">
                <a16:creationId xmlns:a16="http://schemas.microsoft.com/office/drawing/2014/main" id="{B8FD34BD-5602-5735-423C-351E3E46BFED}"/>
              </a:ext>
            </a:extLst>
          </p:cNvPr>
          <p:cNvCxnSpPr>
            <a:cxnSpLocks/>
          </p:cNvCxnSpPr>
          <p:nvPr userDrawn="1"/>
        </p:nvCxnSpPr>
        <p:spPr>
          <a:xfrm>
            <a:off x="270582" y="2492896"/>
            <a:ext cx="2778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35847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title</a:t>
            </a:r>
          </a:p>
        </p:txBody>
      </p:sp>
      <p:sp>
        <p:nvSpPr>
          <p:cNvPr id="3" name="Datumsplatzhalter 2">
            <a:extLst>
              <a:ext uri="{FF2B5EF4-FFF2-40B4-BE49-F238E27FC236}">
                <a16:creationId xmlns:a16="http://schemas.microsoft.com/office/drawing/2014/main" id="{9846EAAB-E9CC-4FBB-A777-DFD68618EF51}"/>
              </a:ext>
            </a:extLst>
          </p:cNvPr>
          <p:cNvSpPr>
            <a:spLocks noGrp="1"/>
          </p:cNvSpPr>
          <p:nvPr>
            <p:ph type="dt" sz="half" idx="10"/>
          </p:nvPr>
        </p:nvSpPr>
        <p:spPr/>
        <p:txBody>
          <a:bodyPr/>
          <a:lstStyle/>
          <a:p>
            <a:fld id="{F511CE76-746B-4D58-8B44-9105BE8285E3}" type="datetime1">
              <a:rPr lang="en-GB" noProof="0" smtClean="0"/>
              <a:t>16/04/2026</a:t>
            </a:fld>
            <a:endParaRPr lang="en-GB" noProof="0" dirty="0"/>
          </a:p>
        </p:txBody>
      </p:sp>
      <p:sp>
        <p:nvSpPr>
          <p:cNvPr id="4" name="Fußzeilenplatzhalter 3">
            <a:extLst>
              <a:ext uri="{FF2B5EF4-FFF2-40B4-BE49-F238E27FC236}">
                <a16:creationId xmlns:a16="http://schemas.microsoft.com/office/drawing/2014/main" id="{4490A60D-3123-4534-B4E1-1B214E40238B}"/>
              </a:ext>
            </a:extLst>
          </p:cNvPr>
          <p:cNvSpPr>
            <a:spLocks noGrp="1"/>
          </p:cNvSpPr>
          <p:nvPr>
            <p:ph type="ftr" sz="quarter" idx="11"/>
          </p:nvPr>
        </p:nvSpPr>
        <p:spPr/>
        <p:txBody>
          <a:bodyPr/>
          <a:lstStyle/>
          <a:p>
            <a:r>
              <a:rPr lang="en-GB" noProof="0"/>
              <a:t>Grgic Anto</a:t>
            </a:r>
            <a:endParaRPr lang="en-GB" noProof="0" dirty="0"/>
          </a:p>
        </p:txBody>
      </p:sp>
      <p:sp>
        <p:nvSpPr>
          <p:cNvPr id="5" name="Foliennummernplatzhalter 4">
            <a:extLst>
              <a:ext uri="{FF2B5EF4-FFF2-40B4-BE49-F238E27FC236}">
                <a16:creationId xmlns:a16="http://schemas.microsoft.com/office/drawing/2014/main" id="{9CA66DD1-3165-483D-99FB-202ADC04E1F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38379844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84E75BB-61FF-4F7E-9CDB-A5E34775C9B4}"/>
              </a:ext>
            </a:extLst>
          </p:cNvPr>
          <p:cNvSpPr>
            <a:spLocks noGrp="1"/>
          </p:cNvSpPr>
          <p:nvPr>
            <p:ph type="dt" sz="half" idx="10"/>
          </p:nvPr>
        </p:nvSpPr>
        <p:spPr/>
        <p:txBody>
          <a:bodyPr/>
          <a:lstStyle/>
          <a:p>
            <a:fld id="{37761F74-EB35-4861-A493-181201845457}" type="datetime1">
              <a:rPr lang="en-GB" noProof="0" smtClean="0"/>
              <a:t>16/04/2026</a:t>
            </a:fld>
            <a:endParaRPr lang="en-GB" noProof="0" dirty="0"/>
          </a:p>
        </p:txBody>
      </p:sp>
      <p:sp>
        <p:nvSpPr>
          <p:cNvPr id="3" name="Fußzeilenplatzhalter 2">
            <a:extLst>
              <a:ext uri="{FF2B5EF4-FFF2-40B4-BE49-F238E27FC236}">
                <a16:creationId xmlns:a16="http://schemas.microsoft.com/office/drawing/2014/main" id="{B909AB7D-DBAB-4FFF-BA65-85B952116264}"/>
              </a:ext>
            </a:extLst>
          </p:cNvPr>
          <p:cNvSpPr>
            <a:spLocks noGrp="1"/>
          </p:cNvSpPr>
          <p:nvPr>
            <p:ph type="ftr" sz="quarter" idx="11"/>
          </p:nvPr>
        </p:nvSpPr>
        <p:spPr/>
        <p:txBody>
          <a:bodyPr/>
          <a:lstStyle/>
          <a:p>
            <a:r>
              <a:rPr lang="en-GB" noProof="0"/>
              <a:t>Grgic Anto</a:t>
            </a:r>
            <a:endParaRPr lang="en-GB" noProof="0" dirty="0"/>
          </a:p>
        </p:txBody>
      </p:sp>
      <p:sp>
        <p:nvSpPr>
          <p:cNvPr id="4" name="Foliennummernplatzhalter 3">
            <a:extLst>
              <a:ext uri="{FF2B5EF4-FFF2-40B4-BE49-F238E27FC236}">
                <a16:creationId xmlns:a16="http://schemas.microsoft.com/office/drawing/2014/main" id="{EB9B7570-0B3E-4F91-B744-978CA7BDE965}"/>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400544614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271463" y="244800"/>
            <a:ext cx="11650662" cy="625944"/>
          </a:xfrm>
          <a:prstGeom prst="rect">
            <a:avLst/>
          </a:prstGeom>
        </p:spPr>
        <p:txBody>
          <a:bodyPr vert="horz" lIns="0" tIns="0" rIns="0" bIns="0" rtlCol="0" anchor="t">
            <a:noAutofit/>
          </a:bodyPr>
          <a:lstStyle/>
          <a:p>
            <a:r>
              <a:rPr lang="en-GB" noProof="0" dirty="0"/>
              <a:t>Insert title</a:t>
            </a:r>
          </a:p>
        </p:txBody>
      </p:sp>
      <p:sp>
        <p:nvSpPr>
          <p:cNvPr id="3" name="Textplatzhalter 2"/>
          <p:cNvSpPr>
            <a:spLocks noGrp="1"/>
          </p:cNvSpPr>
          <p:nvPr>
            <p:ph type="body" idx="1"/>
          </p:nvPr>
        </p:nvSpPr>
        <p:spPr>
          <a:xfrm>
            <a:off x="271461" y="870744"/>
            <a:ext cx="11650663" cy="5353844"/>
          </a:xfrm>
          <a:prstGeom prst="rect">
            <a:avLst/>
          </a:prstGeom>
        </p:spPr>
        <p:txBody>
          <a:bodyPr vert="horz" lIns="0" tIns="0" rIns="0" bIns="0" rtlCol="0">
            <a:noAutofit/>
          </a:body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p:cNvSpPr>
            <a:spLocks noGrp="1"/>
          </p:cNvSpPr>
          <p:nvPr>
            <p:ph type="dt" sz="half" idx="2"/>
          </p:nvPr>
        </p:nvSpPr>
        <p:spPr>
          <a:xfrm>
            <a:off x="10416480" y="6424761"/>
            <a:ext cx="1189348" cy="144016"/>
          </a:xfrm>
          <a:prstGeom prst="rect">
            <a:avLst/>
          </a:prstGeom>
        </p:spPr>
        <p:txBody>
          <a:bodyPr vert="horz" lIns="0" tIns="0" rIns="0" bIns="0" rtlCol="0" anchor="t" anchorCtr="0"/>
          <a:lstStyle>
            <a:lvl1pPr algn="r">
              <a:lnSpc>
                <a:spcPct val="98000"/>
              </a:lnSpc>
              <a:defRPr sz="1000">
                <a:solidFill>
                  <a:schemeClr val="tx1"/>
                </a:solidFill>
              </a:defRPr>
            </a:lvl1pPr>
          </a:lstStyle>
          <a:p>
            <a:fld id="{ACFC5840-8FE0-42F7-AFBC-7CEE90AF5A88}" type="datetime1">
              <a:rPr lang="en-GB" noProof="0" smtClean="0"/>
              <a:t>16/04/2026</a:t>
            </a:fld>
            <a:endParaRPr lang="en-GB" noProof="0" dirty="0"/>
          </a:p>
        </p:txBody>
      </p:sp>
      <p:sp>
        <p:nvSpPr>
          <p:cNvPr id="5" name="Fußzeilenplatzhalter 4"/>
          <p:cNvSpPr>
            <a:spLocks noGrp="1"/>
          </p:cNvSpPr>
          <p:nvPr>
            <p:ph type="ftr" sz="quarter" idx="3"/>
          </p:nvPr>
        </p:nvSpPr>
        <p:spPr>
          <a:xfrm>
            <a:off x="1522276" y="6424761"/>
            <a:ext cx="7922096" cy="144016"/>
          </a:xfrm>
          <a:prstGeom prst="rect">
            <a:avLst/>
          </a:prstGeom>
        </p:spPr>
        <p:txBody>
          <a:bodyPr vert="horz" lIns="0" tIns="0" rIns="0" bIns="0" rtlCol="0" anchor="t" anchorCtr="0"/>
          <a:lstStyle>
            <a:lvl1pPr algn="l">
              <a:lnSpc>
                <a:spcPct val="98000"/>
              </a:lnSpc>
              <a:defRPr sz="1000">
                <a:solidFill>
                  <a:schemeClr val="tx1"/>
                </a:solidFill>
              </a:defRPr>
            </a:lvl1pPr>
          </a:lstStyle>
          <a:p>
            <a:r>
              <a:rPr lang="en-US" noProof="0"/>
              <a:t>Grgic Anto</a:t>
            </a:r>
            <a:endParaRPr lang="en-GB" noProof="0" dirty="0"/>
          </a:p>
        </p:txBody>
      </p:sp>
      <p:sp>
        <p:nvSpPr>
          <p:cNvPr id="6" name="Foliennummernplatzhalter 5"/>
          <p:cNvSpPr>
            <a:spLocks noGrp="1"/>
          </p:cNvSpPr>
          <p:nvPr>
            <p:ph type="sldNum" sz="quarter" idx="4"/>
          </p:nvPr>
        </p:nvSpPr>
        <p:spPr>
          <a:xfrm>
            <a:off x="11712624" y="6424761"/>
            <a:ext cx="209500" cy="144016"/>
          </a:xfrm>
          <a:prstGeom prst="rect">
            <a:avLst/>
          </a:prstGeom>
        </p:spPr>
        <p:txBody>
          <a:bodyPr vert="horz" lIns="0" tIns="0" rIns="0" bIns="0" rtlCol="0" anchor="t" anchorCtr="0"/>
          <a:lstStyle>
            <a:lvl1pPr algn="r">
              <a:lnSpc>
                <a:spcPct val="98000"/>
              </a:lnSpc>
              <a:defRPr sz="1000">
                <a:solidFill>
                  <a:schemeClr val="tx1"/>
                </a:solidFill>
              </a:defRPr>
            </a:lvl1pPr>
          </a:lstStyle>
          <a:p>
            <a:fld id="{442AD375-037F-43D0-B059-5172DA06796A}" type="slidenum">
              <a:rPr lang="en-GB" noProof="0" smtClean="0"/>
              <a:pPr/>
              <a:t>‹#›</a:t>
            </a:fld>
            <a:endParaRPr lang="en-GB" noProof="0" dirty="0"/>
          </a:p>
        </p:txBody>
      </p:sp>
      <p:sp>
        <p:nvSpPr>
          <p:cNvPr id="7" name="Textfeld 6">
            <a:extLst>
              <a:ext uri="{FF2B5EF4-FFF2-40B4-BE49-F238E27FC236}">
                <a16:creationId xmlns:a16="http://schemas.microsoft.com/office/drawing/2014/main" id="{1C703539-8E35-D069-DBD5-3A4DCC125A4D}"/>
              </a:ext>
            </a:extLst>
          </p:cNvPr>
          <p:cNvSpPr txBox="1"/>
          <p:nvPr userDrawn="1"/>
        </p:nvSpPr>
        <p:spPr>
          <a:xfrm rot="5400000">
            <a:off x="11394044" y="5941110"/>
            <a:ext cx="1753783" cy="61555"/>
          </a:xfrm>
          <a:prstGeom prst="rect">
            <a:avLst/>
          </a:prstGeom>
          <a:noFill/>
        </p:spPr>
        <p:txBody>
          <a:bodyPr wrap="square" lIns="0" tIns="0" rIns="0" bIns="0" rtlCol="0">
            <a:spAutoFit/>
          </a:bodyPr>
          <a:lstStyle/>
          <a:p>
            <a:pPr algn="r"/>
            <a:r>
              <a:rPr lang="de-CH" sz="400" spc="40" baseline="0" noProof="0">
                <a:solidFill>
                  <a:schemeClr val="bg1">
                    <a:lumMod val="85000"/>
                  </a:schemeClr>
                </a:solidFill>
              </a:rPr>
              <a:t>Erstellt durch Vorlagenbauer.ch</a:t>
            </a:r>
          </a:p>
        </p:txBody>
      </p:sp>
      <p:cxnSp>
        <p:nvCxnSpPr>
          <p:cNvPr id="11" name="Gerader Verbinder 10">
            <a:extLst>
              <a:ext uri="{FF2B5EF4-FFF2-40B4-BE49-F238E27FC236}">
                <a16:creationId xmlns:a16="http://schemas.microsoft.com/office/drawing/2014/main" id="{D0F7A25C-6B57-E378-A273-BBFF709DB255}"/>
              </a:ext>
            </a:extLst>
          </p:cNvPr>
          <p:cNvCxnSpPr>
            <a:cxnSpLocks/>
          </p:cNvCxnSpPr>
          <p:nvPr userDrawn="1"/>
        </p:nvCxnSpPr>
        <p:spPr>
          <a:xfrm>
            <a:off x="11703099"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428D97A1-67D4-8BCE-2C75-BEA0093CDA16}"/>
              </a:ext>
            </a:extLst>
          </p:cNvPr>
          <p:cNvSpPr txBox="1"/>
          <p:nvPr userDrawn="1"/>
        </p:nvSpPr>
        <p:spPr>
          <a:xfrm>
            <a:off x="269875" y="6424761"/>
            <a:ext cx="1060992" cy="150811"/>
          </a:xfrm>
          <a:prstGeom prst="rect">
            <a:avLst/>
          </a:prstGeom>
          <a:noFill/>
        </p:spPr>
        <p:txBody>
          <a:bodyPr wrap="square" lIns="0" tIns="0" rIns="0" bIns="0" rtlCol="0">
            <a:spAutoFit/>
          </a:bodyPr>
          <a:lstStyle/>
          <a:p>
            <a:r>
              <a:rPr lang="en-GB" sz="1000" b="1" noProof="0" dirty="0">
                <a:latin typeface="Source Sans Pro SemiBold" panose="020B0603030403020204" pitchFamily="34" charset="0"/>
              </a:rPr>
              <a:t>University of Zurich</a:t>
            </a:r>
          </a:p>
        </p:txBody>
      </p:sp>
      <p:cxnSp>
        <p:nvCxnSpPr>
          <p:cNvPr id="13" name="Gerader Verbinder 12">
            <a:extLst>
              <a:ext uri="{FF2B5EF4-FFF2-40B4-BE49-F238E27FC236}">
                <a16:creationId xmlns:a16="http://schemas.microsoft.com/office/drawing/2014/main" id="{B7B29EB8-D7DC-4128-6431-E45C30786CE8}"/>
              </a:ext>
            </a:extLst>
          </p:cNvPr>
          <p:cNvCxnSpPr>
            <a:cxnSpLocks/>
          </p:cNvCxnSpPr>
          <p:nvPr userDrawn="1"/>
        </p:nvCxnSpPr>
        <p:spPr>
          <a:xfrm>
            <a:off x="1418938"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1663896"/>
      </p:ext>
    </p:extLst>
  </p:cSld>
  <p:clrMap bg1="lt1" tx1="dk1" bg2="lt2" tx2="dk2" accent1="accent1" accent2="accent2" accent3="accent3" accent4="accent4" accent5="accent5" accent6="accent6" hlink="hlink" folHlink="folHlink"/>
  <p:sldLayoutIdLst>
    <p:sldLayoutId id="2147483666" r:id="rId1"/>
    <p:sldLayoutId id="2147483658" r:id="rId2"/>
    <p:sldLayoutId id="2147483667" r:id="rId3"/>
    <p:sldLayoutId id="2147483683" r:id="rId4"/>
    <p:sldLayoutId id="2147483696" r:id="rId5"/>
    <p:sldLayoutId id="2147483695" r:id="rId6"/>
    <p:sldLayoutId id="2147483659" r:id="rId7"/>
    <p:sldLayoutId id="2147483669" r:id="rId8"/>
    <p:sldLayoutId id="2147483661" r:id="rId9"/>
    <p:sldLayoutId id="2147483674" r:id="rId10"/>
    <p:sldLayoutId id="2147483697" r:id="rId11"/>
    <p:sldLayoutId id="2147483675" r:id="rId12"/>
    <p:sldLayoutId id="2147483698" r:id="rId13"/>
    <p:sldLayoutId id="2147483671" r:id="rId14"/>
    <p:sldLayoutId id="2147483682" r:id="rId15"/>
    <p:sldLayoutId id="2147483684" r:id="rId16"/>
    <p:sldLayoutId id="2147483677" r:id="rId17"/>
    <p:sldLayoutId id="2147483672" r:id="rId18"/>
    <p:sldLayoutId id="2147483679" r:id="rId19"/>
    <p:sldLayoutId id="2147483685" r:id="rId20"/>
    <p:sldLayoutId id="2147483680" r:id="rId21"/>
    <p:sldLayoutId id="2147483681" r:id="rId22"/>
    <p:sldLayoutId id="2147483686" r:id="rId23"/>
    <p:sldLayoutId id="2147483687" r:id="rId24"/>
    <p:sldLayoutId id="2147483691" r:id="rId25"/>
    <p:sldLayoutId id="2147483690" r:id="rId26"/>
    <p:sldLayoutId id="2147483699" r:id="rId27"/>
    <p:sldLayoutId id="2147483688" r:id="rId28"/>
    <p:sldLayoutId id="2147483692" r:id="rId29"/>
    <p:sldLayoutId id="2147483670" r:id="rId30"/>
    <p:sldLayoutId id="2147483700" r:id="rId31"/>
    <p:sldLayoutId id="2147483678" r:id="rId32"/>
    <p:sldLayoutId id="2147483693" r:id="rId33"/>
    <p:sldLayoutId id="2147483663" r:id="rId34"/>
    <p:sldLayoutId id="2147483664" r:id="rId35"/>
  </p:sldLayoutIdLst>
  <p:hf hdr="0" dt="0"/>
  <p:txStyles>
    <p:titleStyle>
      <a:lvl1pPr algn="l" defTabSz="914400" rtl="0" eaLnBrk="1" latinLnBrk="0" hangingPunct="1">
        <a:lnSpc>
          <a:spcPct val="97000"/>
        </a:lnSpc>
        <a:spcBef>
          <a:spcPct val="0"/>
        </a:spcBef>
        <a:buNone/>
        <a:defRPr sz="2400" b="1" kern="1200" spc="0" baseline="0">
          <a:solidFill>
            <a:schemeClr val="tx1"/>
          </a:solidFill>
          <a:latin typeface="+mj-lt"/>
          <a:ea typeface="+mj-ea"/>
          <a:cs typeface="+mj-cs"/>
        </a:defRPr>
      </a:lvl1pPr>
    </p:titleStyle>
    <p:bodyStyle>
      <a:lvl1pPr marL="0" indent="0" algn="l" defTabSz="914400" rtl="0" eaLnBrk="1" latinLnBrk="0" hangingPunct="1">
        <a:lnSpc>
          <a:spcPct val="103000"/>
        </a:lnSpc>
        <a:spcBef>
          <a:spcPts val="0"/>
        </a:spcBef>
        <a:buFont typeface="+mj-lt"/>
        <a:buNone/>
        <a:defRPr sz="1600" kern="1200" spc="0" baseline="0">
          <a:solidFill>
            <a:schemeClr val="tx1"/>
          </a:solidFill>
          <a:latin typeface="+mn-lt"/>
          <a:ea typeface="+mn-ea"/>
          <a:cs typeface="+mn-cs"/>
        </a:defRPr>
      </a:lvl1pPr>
      <a:lvl2pPr marL="226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2pPr>
      <a:lvl3pPr marL="658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3pPr>
      <a:lvl4pPr marL="1090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4pPr>
      <a:lvl5pPr marL="1522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A4A3A4"/>
          </p15:clr>
        </p15:guide>
        <p15:guide id="2" pos="7510" userDrawn="1">
          <p15:clr>
            <a:srgbClr val="A4A3A4"/>
          </p15:clr>
        </p15:guide>
        <p15:guide id="3" orient="horz" pos="3921" userDrawn="1">
          <p15:clr>
            <a:srgbClr val="A4A3A4"/>
          </p15:clr>
        </p15:guide>
        <p15:guide id="4" orient="horz" pos="546" userDrawn="1">
          <p15:clr>
            <a:srgbClr val="A4A3A4"/>
          </p15:clr>
        </p15:guide>
        <p15:guide id="6" orient="horz" pos="172" userDrawn="1">
          <p15:clr>
            <a:srgbClr val="A4A3A4"/>
          </p15:clr>
        </p15:guide>
        <p15:guide id="7" orient="horz" pos="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ustomXml" Target="../ink/ink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0C6B5B82-CC2A-6D00-1F19-2CE5ACFBFFF2}"/>
              </a:ext>
            </a:extLst>
          </p:cNvPr>
          <p:cNvSpPr>
            <a:spLocks noGrp="1"/>
          </p:cNvSpPr>
          <p:nvPr>
            <p:ph type="body" sz="quarter" idx="14"/>
          </p:nvPr>
        </p:nvSpPr>
        <p:spPr/>
        <p:txBody>
          <a:bodyPr/>
          <a:lstStyle/>
          <a:p>
            <a:r>
              <a:rPr lang="de-DE" b="1" dirty="0"/>
              <a:t>Department of informatics</a:t>
            </a:r>
          </a:p>
        </p:txBody>
      </p:sp>
      <p:sp>
        <p:nvSpPr>
          <p:cNvPr id="4" name="Textplatzhalter 3">
            <a:extLst>
              <a:ext uri="{FF2B5EF4-FFF2-40B4-BE49-F238E27FC236}">
                <a16:creationId xmlns:a16="http://schemas.microsoft.com/office/drawing/2014/main" id="{33954A1B-BB1F-1482-3D90-E762B4C65B27}"/>
              </a:ext>
            </a:extLst>
          </p:cNvPr>
          <p:cNvSpPr>
            <a:spLocks noGrp="1"/>
          </p:cNvSpPr>
          <p:nvPr>
            <p:ph type="body" sz="quarter" idx="15"/>
          </p:nvPr>
        </p:nvSpPr>
        <p:spPr>
          <a:xfrm>
            <a:off x="1" y="2440388"/>
            <a:ext cx="2918349" cy="1763716"/>
          </a:xfrm>
        </p:spPr>
        <p:txBody>
          <a:bodyPr/>
          <a:lstStyle/>
          <a:p>
            <a:r>
              <a:rPr lang="en-GB" noProof="0" dirty="0"/>
              <a:t>Informatics II</a:t>
            </a:r>
          </a:p>
          <a:p>
            <a:pPr lvl="1"/>
            <a:r>
              <a:rPr lang="en-GB" dirty="0"/>
              <a:t>Exercise 6</a:t>
            </a:r>
            <a:endParaRPr lang="en-GB" noProof="0" dirty="0"/>
          </a:p>
          <a:p>
            <a:pPr lvl="2"/>
            <a:r>
              <a:rPr lang="en-GB" dirty="0"/>
              <a:t>Grgic Anto</a:t>
            </a:r>
            <a:br>
              <a:rPr lang="en-GB" noProof="0" dirty="0"/>
            </a:br>
            <a:endParaRPr lang="en-GB" noProof="0" dirty="0"/>
          </a:p>
        </p:txBody>
      </p:sp>
      <p:sp>
        <p:nvSpPr>
          <p:cNvPr id="5" name="Footer Placeholder 4">
            <a:extLst>
              <a:ext uri="{FF2B5EF4-FFF2-40B4-BE49-F238E27FC236}">
                <a16:creationId xmlns:a16="http://schemas.microsoft.com/office/drawing/2014/main" id="{57989836-3FC1-2E7C-818B-1F3193092DFC}"/>
              </a:ext>
            </a:extLst>
          </p:cNvPr>
          <p:cNvSpPr>
            <a:spLocks noGrp="1"/>
          </p:cNvSpPr>
          <p:nvPr>
            <p:ph type="ftr" sz="quarter" idx="11"/>
          </p:nvPr>
        </p:nvSpPr>
        <p:spPr/>
        <p:txBody>
          <a:bodyPr/>
          <a:lstStyle/>
          <a:p>
            <a:r>
              <a:rPr lang="en-GB" noProof="0"/>
              <a:t>Grgic Anto</a:t>
            </a:r>
            <a:endParaRPr lang="en-GB" noProof="0" dirty="0"/>
          </a:p>
        </p:txBody>
      </p:sp>
      <p:sp>
        <p:nvSpPr>
          <p:cNvPr id="6" name="Slide Number Placeholder 5">
            <a:extLst>
              <a:ext uri="{FF2B5EF4-FFF2-40B4-BE49-F238E27FC236}">
                <a16:creationId xmlns:a16="http://schemas.microsoft.com/office/drawing/2014/main" id="{537D6D0C-2C7A-C50E-F3BF-13FABE8C8F42}"/>
              </a:ext>
            </a:extLst>
          </p:cNvPr>
          <p:cNvSpPr>
            <a:spLocks noGrp="1"/>
          </p:cNvSpPr>
          <p:nvPr>
            <p:ph type="sldNum" sz="quarter" idx="12"/>
          </p:nvPr>
        </p:nvSpPr>
        <p:spPr/>
        <p:txBody>
          <a:bodyPr/>
          <a:lstStyle/>
          <a:p>
            <a:r>
              <a:rPr lang="en-GB" noProof="0"/>
              <a:t> </a:t>
            </a:r>
            <a:endParaRPr lang="en-GB" noProof="0" dirty="0"/>
          </a:p>
        </p:txBody>
      </p:sp>
    </p:spTree>
    <p:extLst>
      <p:ext uri="{BB962C8B-B14F-4D97-AF65-F5344CB8AC3E}">
        <p14:creationId xmlns:p14="http://schemas.microsoft.com/office/powerpoint/2010/main" val="3702509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B64101-747A-FDF3-6216-556138BEE44E}"/>
              </a:ext>
            </a:extLst>
          </p:cNvPr>
          <p:cNvSpPr>
            <a:spLocks noGrp="1"/>
          </p:cNvSpPr>
          <p:nvPr>
            <p:ph type="title"/>
          </p:nvPr>
        </p:nvSpPr>
        <p:spPr/>
        <p:txBody>
          <a:bodyPr/>
          <a:lstStyle/>
          <a:p>
            <a:r>
              <a:rPr lang="en-GB" dirty="0"/>
              <a:t>Schedule </a:t>
            </a:r>
          </a:p>
        </p:txBody>
      </p:sp>
      <p:sp>
        <p:nvSpPr>
          <p:cNvPr id="5" name="Fußzeilenplatzhalter 4">
            <a:extLst>
              <a:ext uri="{FF2B5EF4-FFF2-40B4-BE49-F238E27FC236}">
                <a16:creationId xmlns:a16="http://schemas.microsoft.com/office/drawing/2014/main" id="{9AD68213-3F0E-AB01-62E0-3DA580E38971}"/>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62C99E1E-111F-88ED-C5C0-6A47829CE1F3}"/>
              </a:ext>
            </a:extLst>
          </p:cNvPr>
          <p:cNvSpPr>
            <a:spLocks noGrp="1"/>
          </p:cNvSpPr>
          <p:nvPr>
            <p:ph type="sldNum" sz="quarter" idx="12"/>
          </p:nvPr>
        </p:nvSpPr>
        <p:spPr/>
        <p:txBody>
          <a:bodyPr/>
          <a:lstStyle/>
          <a:p>
            <a:fld id="{442AD375-037F-43D0-B059-5172DA06796A}" type="slidenum">
              <a:rPr lang="en-GB" smtClean="0"/>
              <a:pPr/>
              <a:t>2</a:t>
            </a:fld>
            <a:endParaRPr lang="en-GB" dirty="0"/>
          </a:p>
        </p:txBody>
      </p:sp>
      <p:graphicFrame>
        <p:nvGraphicFramePr>
          <p:cNvPr id="11" name="Content Placeholder 10">
            <a:extLst>
              <a:ext uri="{FF2B5EF4-FFF2-40B4-BE49-F238E27FC236}">
                <a16:creationId xmlns:a16="http://schemas.microsoft.com/office/drawing/2014/main" id="{15946ECE-37E8-8B2E-C2FE-8429FF534DEB}"/>
              </a:ext>
            </a:extLst>
          </p:cNvPr>
          <p:cNvGraphicFramePr>
            <a:graphicFrameLocks noGrp="1"/>
          </p:cNvGraphicFramePr>
          <p:nvPr>
            <p:ph idx="1"/>
            <p:extLst>
              <p:ext uri="{D42A27DB-BD31-4B8C-83A1-F6EECF244321}">
                <p14:modId xmlns:p14="http://schemas.microsoft.com/office/powerpoint/2010/main" val="3310141573"/>
              </p:ext>
            </p:extLst>
          </p:nvPr>
        </p:nvGraphicFramePr>
        <p:xfrm>
          <a:off x="267738" y="628381"/>
          <a:ext cx="7017034" cy="5601237"/>
        </p:xfrm>
        <a:graphic>
          <a:graphicData uri="http://schemas.openxmlformats.org/drawingml/2006/table">
            <a:tbl>
              <a:tblPr firstRow="1" bandRow="1">
                <a:tableStyleId>{5C22544A-7EE6-4342-B048-85BDC9FD1C3A}</a:tableStyleId>
              </a:tblPr>
              <a:tblGrid>
                <a:gridCol w="953770">
                  <a:extLst>
                    <a:ext uri="{9D8B030D-6E8A-4147-A177-3AD203B41FA5}">
                      <a16:colId xmlns:a16="http://schemas.microsoft.com/office/drawing/2014/main" val="81376604"/>
                    </a:ext>
                  </a:extLst>
                </a:gridCol>
                <a:gridCol w="6063264">
                  <a:extLst>
                    <a:ext uri="{9D8B030D-6E8A-4147-A177-3AD203B41FA5}">
                      <a16:colId xmlns:a16="http://schemas.microsoft.com/office/drawing/2014/main" val="4262007096"/>
                    </a:ext>
                  </a:extLst>
                </a:gridCol>
              </a:tblGrid>
              <a:tr h="0">
                <a:tc>
                  <a:txBody>
                    <a:bodyPr/>
                    <a:lstStyle/>
                    <a:p>
                      <a:r>
                        <a:rPr lang="en-US" dirty="0"/>
                        <a:t>Date</a:t>
                      </a:r>
                      <a:endParaRPr lang="en-CH" dirty="0"/>
                    </a:p>
                  </a:txBody>
                  <a:tcPr/>
                </a:tc>
                <a:tc>
                  <a:txBody>
                    <a:bodyPr/>
                    <a:lstStyle/>
                    <a:p>
                      <a:r>
                        <a:rPr lang="en-US" dirty="0"/>
                        <a:t>Topic</a:t>
                      </a:r>
                      <a:endParaRPr lang="en-CH" dirty="0"/>
                    </a:p>
                  </a:txBody>
                  <a:tcPr/>
                </a:tc>
                <a:extLst>
                  <a:ext uri="{0D108BD9-81ED-4DB2-BD59-A6C34878D82A}">
                    <a16:rowId xmlns:a16="http://schemas.microsoft.com/office/drawing/2014/main" val="744593030"/>
                  </a:ext>
                </a:extLst>
              </a:tr>
              <a:tr h="376489">
                <a:tc>
                  <a:txBody>
                    <a:bodyPr/>
                    <a:lstStyle/>
                    <a:p>
                      <a:pPr algn="l"/>
                      <a:r>
                        <a:rPr lang="en-US" dirty="0"/>
                        <a:t>27. Feb</a:t>
                      </a:r>
                      <a:endParaRPr lang="en-CH" dirty="0"/>
                    </a:p>
                  </a:txBody>
                  <a:tcPr/>
                </a:tc>
                <a:tc>
                  <a:txBody>
                    <a:bodyPr/>
                    <a:lstStyle/>
                    <a:p>
                      <a:pPr algn="l" fontAlgn="ctr">
                        <a:buNone/>
                      </a:pPr>
                      <a:r>
                        <a:rPr lang="de-CH" dirty="0">
                          <a:effectLst/>
                        </a:rPr>
                        <a:t> C environment</a:t>
                      </a:r>
                    </a:p>
                  </a:txBody>
                  <a:tcPr marL="0" marR="0" marT="0" marB="0" anchor="ctr"/>
                </a:tc>
                <a:extLst>
                  <a:ext uri="{0D108BD9-81ED-4DB2-BD59-A6C34878D82A}">
                    <a16:rowId xmlns:a16="http://schemas.microsoft.com/office/drawing/2014/main" val="965701312"/>
                  </a:ext>
                </a:extLst>
              </a:tr>
              <a:tr h="376489">
                <a:tc>
                  <a:txBody>
                    <a:bodyPr/>
                    <a:lstStyle/>
                    <a:p>
                      <a:pPr algn="l"/>
                      <a:r>
                        <a:rPr lang="en-US" dirty="0"/>
                        <a:t>06. Mar</a:t>
                      </a:r>
                      <a:endParaRPr lang="en-CH" dirty="0"/>
                    </a:p>
                  </a:txBody>
                  <a:tcPr/>
                </a:tc>
                <a:tc>
                  <a:txBody>
                    <a:bodyPr/>
                    <a:lstStyle/>
                    <a:p>
                      <a:pPr algn="l" fontAlgn="ctr">
                        <a:buNone/>
                      </a:pPr>
                      <a:r>
                        <a:rPr lang="en-US" dirty="0">
                          <a:effectLst/>
                        </a:rPr>
                        <a:t> Ex1(Introduction to C, basic sorting)</a:t>
                      </a:r>
                    </a:p>
                  </a:txBody>
                  <a:tcPr marL="0" marR="0" marT="0" marB="0" anchor="ctr"/>
                </a:tc>
                <a:extLst>
                  <a:ext uri="{0D108BD9-81ED-4DB2-BD59-A6C34878D82A}">
                    <a16:rowId xmlns:a16="http://schemas.microsoft.com/office/drawing/2014/main" val="2663348291"/>
                  </a:ext>
                </a:extLst>
              </a:tr>
              <a:tr h="376489">
                <a:tc>
                  <a:txBody>
                    <a:bodyPr/>
                    <a:lstStyle/>
                    <a:p>
                      <a:r>
                        <a:rPr lang="en-US" dirty="0"/>
                        <a:t>13. Mar</a:t>
                      </a:r>
                      <a:endParaRPr lang="en-CH" dirty="0"/>
                    </a:p>
                  </a:txBody>
                  <a:tcPr/>
                </a:tc>
                <a:tc>
                  <a:txBody>
                    <a:bodyPr/>
                    <a:lstStyle/>
                    <a:p>
                      <a:pPr algn="l" fontAlgn="ctr">
                        <a:buNone/>
                      </a:pPr>
                      <a:r>
                        <a:rPr lang="de-CH" dirty="0">
                          <a:effectLst/>
                        </a:rPr>
                        <a:t> Ex2 (Recursion)</a:t>
                      </a:r>
                    </a:p>
                  </a:txBody>
                  <a:tcPr marL="0" marR="0" marT="0" marB="0" anchor="ctr"/>
                </a:tc>
                <a:extLst>
                  <a:ext uri="{0D108BD9-81ED-4DB2-BD59-A6C34878D82A}">
                    <a16:rowId xmlns:a16="http://schemas.microsoft.com/office/drawing/2014/main" val="1101401354"/>
                  </a:ext>
                </a:extLst>
              </a:tr>
              <a:tr h="376489">
                <a:tc>
                  <a:txBody>
                    <a:bodyPr/>
                    <a:lstStyle/>
                    <a:p>
                      <a:r>
                        <a:rPr lang="en-US" dirty="0"/>
                        <a:t>20. Mar</a:t>
                      </a:r>
                      <a:endParaRPr lang="en-CH" dirty="0"/>
                    </a:p>
                  </a:txBody>
                  <a:tcPr/>
                </a:tc>
                <a:tc>
                  <a:txBody>
                    <a:bodyPr/>
                    <a:lstStyle/>
                    <a:p>
                      <a:pPr algn="l" fontAlgn="ctr">
                        <a:buNone/>
                      </a:pPr>
                      <a:r>
                        <a:rPr lang="de-CH" dirty="0">
                          <a:effectLst/>
                        </a:rPr>
                        <a:t> Ex3 (Complexity, Correctness)</a:t>
                      </a:r>
                    </a:p>
                  </a:txBody>
                  <a:tcPr marL="0" marR="0" marT="0" marB="0" anchor="ctr"/>
                </a:tc>
                <a:extLst>
                  <a:ext uri="{0D108BD9-81ED-4DB2-BD59-A6C34878D82A}">
                    <a16:rowId xmlns:a16="http://schemas.microsoft.com/office/drawing/2014/main" val="333241329"/>
                  </a:ext>
                </a:extLst>
              </a:tr>
              <a:tr h="376489">
                <a:tc>
                  <a:txBody>
                    <a:bodyPr/>
                    <a:lstStyle/>
                    <a:p>
                      <a:r>
                        <a:rPr lang="en-US" dirty="0"/>
                        <a:t>27. Mar</a:t>
                      </a:r>
                      <a:endParaRPr lang="en-CH" dirty="0"/>
                    </a:p>
                  </a:txBody>
                  <a:tcPr/>
                </a:tc>
                <a:tc>
                  <a:txBody>
                    <a:bodyPr/>
                    <a:lstStyle/>
                    <a:p>
                      <a:pPr algn="l" fontAlgn="ctr">
                        <a:buNone/>
                      </a:pPr>
                      <a:r>
                        <a:rPr lang="de-CH" dirty="0">
                          <a:effectLst/>
                        </a:rPr>
                        <a:t> Ex4 (Divide and Conquer, Recurrence)</a:t>
                      </a:r>
                    </a:p>
                  </a:txBody>
                  <a:tcPr marL="0" marR="0" marT="0" marB="0" anchor="ctr"/>
                </a:tc>
                <a:extLst>
                  <a:ext uri="{0D108BD9-81ED-4DB2-BD59-A6C34878D82A}">
                    <a16:rowId xmlns:a16="http://schemas.microsoft.com/office/drawing/2014/main" val="2141914963"/>
                  </a:ext>
                </a:extLst>
              </a:tr>
              <a:tr h="376489">
                <a:tc>
                  <a:txBody>
                    <a:bodyPr/>
                    <a:lstStyle/>
                    <a:p>
                      <a:pPr algn="ctr"/>
                      <a:r>
                        <a:rPr lang="en-US" dirty="0">
                          <a:solidFill>
                            <a:srgbClr val="FF0000"/>
                          </a:solidFill>
                        </a:rPr>
                        <a:t>03. Apr</a:t>
                      </a:r>
                      <a:endParaRPr lang="en-CH" dirty="0">
                        <a:solidFill>
                          <a:srgbClr val="FF0000"/>
                        </a:solidFill>
                      </a:endParaRPr>
                    </a:p>
                  </a:txBody>
                  <a:tcPr/>
                </a:tc>
                <a:tc>
                  <a:txBody>
                    <a:bodyPr/>
                    <a:lstStyle/>
                    <a:p>
                      <a:pPr algn="ctr"/>
                      <a:r>
                        <a:rPr lang="en-US" dirty="0">
                          <a:solidFill>
                            <a:srgbClr val="FF0000"/>
                          </a:solidFill>
                        </a:rPr>
                        <a:t>NO LAB (Please attend another class) – Spring break</a:t>
                      </a:r>
                      <a:endParaRPr lang="en-CH" dirty="0">
                        <a:solidFill>
                          <a:srgbClr val="FF0000"/>
                        </a:solidFill>
                      </a:endParaRPr>
                    </a:p>
                  </a:txBody>
                  <a:tcPr/>
                </a:tc>
                <a:extLst>
                  <a:ext uri="{0D108BD9-81ED-4DB2-BD59-A6C34878D82A}">
                    <a16:rowId xmlns:a16="http://schemas.microsoft.com/office/drawing/2014/main" val="326374339"/>
                  </a:ext>
                </a:extLst>
              </a:tr>
              <a:tr h="376489">
                <a:tc>
                  <a:txBody>
                    <a:bodyPr/>
                    <a:lstStyle/>
                    <a:p>
                      <a:r>
                        <a:rPr lang="en-US" dirty="0"/>
                        <a:t>17. Apr</a:t>
                      </a:r>
                      <a:endParaRPr lang="en-CH" dirty="0"/>
                    </a:p>
                  </a:txBody>
                  <a:tcPr/>
                </a:tc>
                <a:tc>
                  <a:txBody>
                    <a:bodyPr/>
                    <a:lstStyle/>
                    <a:p>
                      <a:pPr algn="l" fontAlgn="ctr">
                        <a:buNone/>
                      </a:pPr>
                      <a:r>
                        <a:rPr lang="de-CH" dirty="0">
                          <a:effectLst/>
                        </a:rPr>
                        <a:t> Ex6 (Pointers, Linked Lists)</a:t>
                      </a:r>
                    </a:p>
                  </a:txBody>
                  <a:tcPr marL="0" marR="0" marT="0" marB="0" anchor="ctr"/>
                </a:tc>
                <a:extLst>
                  <a:ext uri="{0D108BD9-81ED-4DB2-BD59-A6C34878D82A}">
                    <a16:rowId xmlns:a16="http://schemas.microsoft.com/office/drawing/2014/main" val="478196130"/>
                  </a:ext>
                </a:extLst>
              </a:tr>
              <a:tr h="376489">
                <a:tc>
                  <a:txBody>
                    <a:bodyPr/>
                    <a:lstStyle/>
                    <a:p>
                      <a:r>
                        <a:rPr lang="en-US" dirty="0"/>
                        <a:t>24. Apr</a:t>
                      </a:r>
                      <a:endParaRPr lang="en-CH" dirty="0"/>
                    </a:p>
                  </a:txBody>
                  <a:tcPr/>
                </a:tc>
                <a:tc>
                  <a:txBody>
                    <a:bodyPr/>
                    <a:lstStyle/>
                    <a:p>
                      <a:pPr algn="l" fontAlgn="ctr">
                        <a:buNone/>
                      </a:pPr>
                      <a:r>
                        <a:rPr lang="de-CH" dirty="0">
                          <a:effectLst/>
                        </a:rPr>
                        <a:t> Ex7(ADTs, Stacks, Queues)</a:t>
                      </a:r>
                    </a:p>
                  </a:txBody>
                  <a:tcPr marL="0" marR="0" marT="0" marB="0" anchor="ctr"/>
                </a:tc>
                <a:extLst>
                  <a:ext uri="{0D108BD9-81ED-4DB2-BD59-A6C34878D82A}">
                    <a16:rowId xmlns:a16="http://schemas.microsoft.com/office/drawing/2014/main" val="3010450074"/>
                  </a:ext>
                </a:extLst>
              </a:tr>
              <a:tr h="376489">
                <a:tc>
                  <a:txBody>
                    <a:bodyPr/>
                    <a:lstStyle/>
                    <a:p>
                      <a:pPr algn="ctr"/>
                      <a:r>
                        <a:rPr lang="en-US" dirty="0">
                          <a:solidFill>
                            <a:srgbClr val="FF0000"/>
                          </a:solidFill>
                        </a:rPr>
                        <a:t>01. May</a:t>
                      </a:r>
                      <a:endParaRPr lang="en-CH" dirty="0">
                        <a:solidFill>
                          <a:srgbClr val="FF0000"/>
                        </a:solidFill>
                      </a:endParaRPr>
                    </a:p>
                  </a:txBody>
                  <a:tcPr/>
                </a:tc>
                <a:tc>
                  <a:txBody>
                    <a:bodyPr/>
                    <a:lstStyle/>
                    <a:p>
                      <a:pPr algn="ctr"/>
                      <a:r>
                        <a:rPr lang="en-US" dirty="0">
                          <a:solidFill>
                            <a:srgbClr val="FF0000"/>
                          </a:solidFill>
                        </a:rPr>
                        <a:t>NO LAB (Please attend another class) – Labor day</a:t>
                      </a:r>
                      <a:endParaRPr lang="en-CH" dirty="0">
                        <a:solidFill>
                          <a:srgbClr val="FF0000"/>
                        </a:solidFill>
                      </a:endParaRPr>
                    </a:p>
                  </a:txBody>
                  <a:tcPr marL="0" marR="0" marT="0" marB="0" anchor="ctr"/>
                </a:tc>
                <a:extLst>
                  <a:ext uri="{0D108BD9-81ED-4DB2-BD59-A6C34878D82A}">
                    <a16:rowId xmlns:a16="http://schemas.microsoft.com/office/drawing/2014/main" val="1376440526"/>
                  </a:ext>
                </a:extLst>
              </a:tr>
              <a:tr h="376489">
                <a:tc>
                  <a:txBody>
                    <a:bodyPr/>
                    <a:lstStyle/>
                    <a:p>
                      <a:pPr marL="0" indent="0" algn="l">
                        <a:buNone/>
                      </a:pPr>
                      <a:r>
                        <a:rPr lang="en-US" dirty="0"/>
                        <a:t>08. May</a:t>
                      </a:r>
                      <a:endParaRPr lang="en-CH" dirty="0"/>
                    </a:p>
                  </a:txBody>
                  <a:tcPr/>
                </a:tc>
                <a:tc>
                  <a:txBody>
                    <a:bodyPr/>
                    <a:lstStyle/>
                    <a:p>
                      <a:pPr algn="l" fontAlgn="ctr">
                        <a:buNone/>
                      </a:pPr>
                      <a:r>
                        <a:rPr lang="de-CH" dirty="0">
                          <a:effectLst/>
                        </a:rPr>
                        <a:t> Ex9 (Hash Tables)</a:t>
                      </a:r>
                    </a:p>
                  </a:txBody>
                  <a:tcPr marL="0" marR="0" marT="0" marB="0" anchor="ctr"/>
                </a:tc>
                <a:extLst>
                  <a:ext uri="{0D108BD9-81ED-4DB2-BD59-A6C34878D82A}">
                    <a16:rowId xmlns:a16="http://schemas.microsoft.com/office/drawing/2014/main" val="4138458159"/>
                  </a:ext>
                </a:extLst>
              </a:tr>
              <a:tr h="376489">
                <a:tc>
                  <a:txBody>
                    <a:bodyPr/>
                    <a:lstStyle/>
                    <a:p>
                      <a:r>
                        <a:rPr lang="en-US" dirty="0"/>
                        <a:t>15. May</a:t>
                      </a:r>
                      <a:endParaRPr lang="en-CH" dirty="0"/>
                    </a:p>
                  </a:txBody>
                  <a:tcPr/>
                </a:tc>
                <a:tc>
                  <a:txBody>
                    <a:bodyPr/>
                    <a:lstStyle/>
                    <a:p>
                      <a:pPr algn="l" fontAlgn="ctr">
                        <a:buNone/>
                      </a:pPr>
                      <a:r>
                        <a:rPr lang="de-CH" dirty="0">
                          <a:effectLst/>
                        </a:rPr>
                        <a:t> Ex10 (Dynamic Programming)</a:t>
                      </a:r>
                    </a:p>
                  </a:txBody>
                  <a:tcPr marL="0" marR="0" marT="0" marB="0" anchor="ctr"/>
                </a:tc>
                <a:extLst>
                  <a:ext uri="{0D108BD9-81ED-4DB2-BD59-A6C34878D82A}">
                    <a16:rowId xmlns:a16="http://schemas.microsoft.com/office/drawing/2014/main" val="2524914372"/>
                  </a:ext>
                </a:extLst>
              </a:tr>
              <a:tr h="376489">
                <a:tc>
                  <a:txBody>
                    <a:bodyPr/>
                    <a:lstStyle/>
                    <a:p>
                      <a:r>
                        <a:rPr lang="en-US" dirty="0"/>
                        <a:t>22. May</a:t>
                      </a:r>
                      <a:endParaRPr lang="en-CH" dirty="0"/>
                    </a:p>
                  </a:txBody>
                  <a:tcPr/>
                </a:tc>
                <a:tc>
                  <a:txBody>
                    <a:bodyPr/>
                    <a:lstStyle/>
                    <a:p>
                      <a:pPr algn="l" fontAlgn="ctr">
                        <a:buNone/>
                      </a:pPr>
                      <a:r>
                        <a:rPr lang="de-CH" dirty="0">
                          <a:effectLst/>
                        </a:rPr>
                        <a:t> Ex11 (Graphs)</a:t>
                      </a:r>
                    </a:p>
                  </a:txBody>
                  <a:tcPr marL="0" marR="0" marT="0" marB="0" anchor="ctr"/>
                </a:tc>
                <a:extLst>
                  <a:ext uri="{0D108BD9-81ED-4DB2-BD59-A6C34878D82A}">
                    <a16:rowId xmlns:a16="http://schemas.microsoft.com/office/drawing/2014/main" val="2690365515"/>
                  </a:ext>
                </a:extLst>
              </a:tr>
              <a:tr h="376489">
                <a:tc>
                  <a:txBody>
                    <a:bodyPr/>
                    <a:lstStyle/>
                    <a:p>
                      <a:r>
                        <a:rPr lang="en-US"/>
                        <a:t>29. </a:t>
                      </a:r>
                      <a:r>
                        <a:rPr lang="en-US" dirty="0"/>
                        <a:t>May</a:t>
                      </a:r>
                      <a:endParaRPr lang="en-CH" dirty="0"/>
                    </a:p>
                  </a:txBody>
                  <a:tcPr/>
                </a:tc>
                <a:tc>
                  <a:txBody>
                    <a:bodyPr/>
                    <a:lstStyle/>
                    <a:p>
                      <a:pPr algn="l" fontAlgn="ctr">
                        <a:buNone/>
                      </a:pPr>
                      <a:r>
                        <a:rPr lang="de-CH" dirty="0">
                          <a:effectLst/>
                        </a:rPr>
                        <a:t> Recap</a:t>
                      </a:r>
                    </a:p>
                  </a:txBody>
                  <a:tcPr marL="0" marR="0" marT="0" marB="0" anchor="ctr"/>
                </a:tc>
                <a:extLst>
                  <a:ext uri="{0D108BD9-81ED-4DB2-BD59-A6C34878D82A}">
                    <a16:rowId xmlns:a16="http://schemas.microsoft.com/office/drawing/2014/main" val="1452682003"/>
                  </a:ext>
                </a:extLst>
              </a:tr>
              <a:tr h="376489">
                <a:tc>
                  <a:txBody>
                    <a:bodyPr/>
                    <a:lstStyle/>
                    <a:p>
                      <a:r>
                        <a:rPr lang="en-US" dirty="0"/>
                        <a:t>04. Jun</a:t>
                      </a:r>
                      <a:endParaRPr lang="en-CH" dirty="0"/>
                    </a:p>
                  </a:txBody>
                  <a:tcPr/>
                </a:tc>
                <a:tc>
                  <a:txBody>
                    <a:bodyPr/>
                    <a:lstStyle/>
                    <a:p>
                      <a:pPr algn="l" fontAlgn="ctr">
                        <a:buNone/>
                      </a:pPr>
                      <a:r>
                        <a:rPr lang="de-CH" dirty="0">
                          <a:effectLst/>
                        </a:rPr>
                        <a:t> Exam at Messe 16:00-19:00</a:t>
                      </a:r>
                    </a:p>
                  </a:txBody>
                  <a:tcPr marL="0" marR="0" marT="0" marB="0" anchor="ctr"/>
                </a:tc>
                <a:extLst>
                  <a:ext uri="{0D108BD9-81ED-4DB2-BD59-A6C34878D82A}">
                    <a16:rowId xmlns:a16="http://schemas.microsoft.com/office/drawing/2014/main" val="288087457"/>
                  </a:ext>
                </a:extLst>
              </a:tr>
            </a:tbl>
          </a:graphicData>
        </a:graphic>
      </p:graphicFrame>
      <p:sp>
        <p:nvSpPr>
          <p:cNvPr id="3" name="TextBox 2">
            <a:extLst>
              <a:ext uri="{FF2B5EF4-FFF2-40B4-BE49-F238E27FC236}">
                <a16:creationId xmlns:a16="http://schemas.microsoft.com/office/drawing/2014/main" id="{827DBEAF-F81E-BE0E-1D87-88E464380ED7}"/>
              </a:ext>
            </a:extLst>
          </p:cNvPr>
          <p:cNvSpPr txBox="1"/>
          <p:nvPr/>
        </p:nvSpPr>
        <p:spPr>
          <a:xfrm>
            <a:off x="6456040" y="606389"/>
            <a:ext cx="5400600" cy="241285"/>
          </a:xfrm>
          <a:prstGeom prst="rect">
            <a:avLst/>
          </a:prstGeom>
          <a:noFill/>
        </p:spPr>
        <p:txBody>
          <a:bodyPr wrap="square" lIns="0" tIns="0" rIns="0" bIns="0" rtlCol="0">
            <a:spAutoFit/>
          </a:bodyPr>
          <a:lstStyle/>
          <a:p>
            <a:r>
              <a:rPr lang="en-US" b="1" dirty="0">
                <a:solidFill>
                  <a:srgbClr val="FF0000"/>
                </a:solidFill>
              </a:rPr>
              <a:t>	</a:t>
            </a:r>
            <a:endParaRPr lang="en-CH" dirty="0"/>
          </a:p>
        </p:txBody>
      </p:sp>
    </p:spTree>
    <p:extLst>
      <p:ext uri="{BB962C8B-B14F-4D97-AF65-F5344CB8AC3E}">
        <p14:creationId xmlns:p14="http://schemas.microsoft.com/office/powerpoint/2010/main" val="3090098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FEFDC-B15D-DDEB-8B06-7311CC7F148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51B799-25B6-C742-7881-5FD1CF6FB19D}"/>
              </a:ext>
            </a:extLst>
          </p:cNvPr>
          <p:cNvSpPr>
            <a:spLocks noGrp="1"/>
          </p:cNvSpPr>
          <p:nvPr>
            <p:ph type="title"/>
          </p:nvPr>
        </p:nvSpPr>
        <p:spPr/>
        <p:txBody>
          <a:bodyPr/>
          <a:lstStyle/>
          <a:p>
            <a:r>
              <a:rPr lang="en-GB" sz="3200" dirty="0">
                <a:solidFill>
                  <a:schemeClr val="accent1">
                    <a:lumMod val="75000"/>
                  </a:schemeClr>
                </a:solidFill>
              </a:rPr>
              <a:t>Pointers </a:t>
            </a:r>
            <a:r>
              <a:rPr lang="en-GB" sz="3200" dirty="0">
                <a:solidFill>
                  <a:schemeClr val="accent1">
                    <a:lumMod val="75000"/>
                  </a:schemeClr>
                </a:solidFill>
                <a:sym typeface="Wingdings" panose="05000000000000000000" pitchFamily="2" charset="2"/>
              </a:rPr>
              <a:t></a:t>
            </a:r>
            <a:br>
              <a:rPr lang="en-GB" sz="3200" dirty="0">
                <a:solidFill>
                  <a:schemeClr val="accent1">
                    <a:lumMod val="75000"/>
                  </a:schemeClr>
                </a:solidFill>
              </a:rPr>
            </a:br>
            <a:endParaRPr lang="en-GB" sz="3200" dirty="0">
              <a:solidFill>
                <a:schemeClr val="accent1">
                  <a:lumMod val="75000"/>
                </a:schemeClr>
              </a:solidFill>
            </a:endParaRPr>
          </a:p>
        </p:txBody>
      </p:sp>
      <p:sp>
        <p:nvSpPr>
          <p:cNvPr id="5" name="Fußzeilenplatzhalter 4">
            <a:extLst>
              <a:ext uri="{FF2B5EF4-FFF2-40B4-BE49-F238E27FC236}">
                <a16:creationId xmlns:a16="http://schemas.microsoft.com/office/drawing/2014/main" id="{5BC308DF-3C47-26F3-8446-833837E53FD7}"/>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AB29A3B8-7407-0B90-37CB-6D57F799099F}"/>
              </a:ext>
            </a:extLst>
          </p:cNvPr>
          <p:cNvSpPr>
            <a:spLocks noGrp="1"/>
          </p:cNvSpPr>
          <p:nvPr>
            <p:ph type="sldNum" sz="quarter" idx="12"/>
          </p:nvPr>
        </p:nvSpPr>
        <p:spPr/>
        <p:txBody>
          <a:bodyPr/>
          <a:lstStyle/>
          <a:p>
            <a:fld id="{442AD375-037F-43D0-B059-5172DA06796A}" type="slidenum">
              <a:rPr lang="en-GB" smtClean="0"/>
              <a:pPr/>
              <a:t>3</a:t>
            </a:fld>
            <a:endParaRPr lang="en-GB"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61092526-C4C3-CB71-A080-922F723E4476}"/>
                  </a:ext>
                </a:extLst>
              </p14:cNvPr>
              <p14:cNvContentPartPr/>
              <p14:nvPr/>
            </p14:nvContentPartPr>
            <p14:xfrm>
              <a:off x="-203250" y="4196930"/>
              <a:ext cx="360" cy="360"/>
            </p14:xfrm>
          </p:contentPart>
        </mc:Choice>
        <mc:Fallback xmlns="">
          <p:pic>
            <p:nvPicPr>
              <p:cNvPr id="11" name="Ink 10">
                <a:extLst>
                  <a:ext uri="{FF2B5EF4-FFF2-40B4-BE49-F238E27FC236}">
                    <a16:creationId xmlns:a16="http://schemas.microsoft.com/office/drawing/2014/main" id="{61092526-C4C3-CB71-A080-922F723E4476}"/>
                  </a:ext>
                </a:extLst>
              </p:cNvPr>
              <p:cNvPicPr/>
              <p:nvPr/>
            </p:nvPicPr>
            <p:blipFill>
              <a:blip r:embed="rId3"/>
              <a:stretch>
                <a:fillRect/>
              </a:stretch>
            </p:blipFill>
            <p:spPr>
              <a:xfrm>
                <a:off x="-209370" y="4190810"/>
                <a:ext cx="12600" cy="12600"/>
              </a:xfrm>
              <a:prstGeom prst="rect">
                <a:avLst/>
              </a:prstGeom>
            </p:spPr>
          </p:pic>
        </mc:Fallback>
      </mc:AlternateContent>
      <p:sp>
        <p:nvSpPr>
          <p:cNvPr id="3" name="TextBox 2">
            <a:extLst>
              <a:ext uri="{FF2B5EF4-FFF2-40B4-BE49-F238E27FC236}">
                <a16:creationId xmlns:a16="http://schemas.microsoft.com/office/drawing/2014/main" id="{28A19072-03CE-2932-52E4-1059AD95D8C2}"/>
              </a:ext>
            </a:extLst>
          </p:cNvPr>
          <p:cNvSpPr txBox="1"/>
          <p:nvPr/>
        </p:nvSpPr>
        <p:spPr>
          <a:xfrm>
            <a:off x="191344" y="1124744"/>
            <a:ext cx="11593288" cy="2412840"/>
          </a:xfrm>
          <a:prstGeom prst="rect">
            <a:avLst/>
          </a:prstGeom>
          <a:noFill/>
        </p:spPr>
        <p:txBody>
          <a:bodyPr wrap="square" lIns="0" tIns="0" rIns="0" bIns="0" rtlCol="0">
            <a:spAutoFit/>
          </a:bodyPr>
          <a:lstStyle/>
          <a:p>
            <a:r>
              <a:rPr lang="en-US" b="1" dirty="0">
                <a:solidFill>
                  <a:schemeClr val="accent1">
                    <a:lumMod val="60000"/>
                    <a:lumOff val="40000"/>
                  </a:schemeClr>
                </a:solidFill>
              </a:rPr>
              <a:t>- To understand pointers and their utility it is important to understand how memory works in C</a:t>
            </a:r>
          </a:p>
          <a:p>
            <a:endParaRPr lang="en-US" b="1" dirty="0">
              <a:solidFill>
                <a:schemeClr val="accent1">
                  <a:lumMod val="60000"/>
                  <a:lumOff val="40000"/>
                </a:schemeClr>
              </a:solidFill>
            </a:endParaRPr>
          </a:p>
          <a:p>
            <a:r>
              <a:rPr lang="en-US" b="1" dirty="0">
                <a:solidFill>
                  <a:schemeClr val="accent1">
                    <a:lumMod val="60000"/>
                    <a:lumOff val="40000"/>
                  </a:schemeClr>
                </a:solidFill>
              </a:rPr>
              <a:t>- A memory cell is composed of </a:t>
            </a:r>
            <a:r>
              <a:rPr lang="en-US" b="1" dirty="0">
                <a:solidFill>
                  <a:srgbClr val="FF0000"/>
                </a:solidFill>
              </a:rPr>
              <a:t>ADRESS</a:t>
            </a:r>
            <a:r>
              <a:rPr lang="en-US" b="1" dirty="0">
                <a:solidFill>
                  <a:schemeClr val="accent1">
                    <a:lumMod val="60000"/>
                    <a:lumOff val="40000"/>
                  </a:schemeClr>
                </a:solidFill>
              </a:rPr>
              <a:t> and </a:t>
            </a:r>
            <a:r>
              <a:rPr lang="en-US" b="1" dirty="0">
                <a:solidFill>
                  <a:srgbClr val="FF0000"/>
                </a:solidFill>
              </a:rPr>
              <a:t>VALUE</a:t>
            </a:r>
          </a:p>
          <a:p>
            <a:endParaRPr lang="en-US" b="1" dirty="0">
              <a:solidFill>
                <a:srgbClr val="FF0000"/>
              </a:solidFill>
            </a:endParaRPr>
          </a:p>
          <a:p>
            <a:r>
              <a:rPr lang="en-US" b="1" dirty="0">
                <a:solidFill>
                  <a:schemeClr val="accent1">
                    <a:lumMod val="60000"/>
                    <a:lumOff val="40000"/>
                  </a:schemeClr>
                </a:solidFill>
              </a:rPr>
              <a:t>- The Adress is the physical place in the RAM (or CPU) where the value gets saved, the value is it’s content</a:t>
            </a:r>
          </a:p>
          <a:p>
            <a:pPr marL="285750" indent="-285750">
              <a:buFontTx/>
              <a:buChar char="-"/>
            </a:pPr>
            <a:endParaRPr lang="en-US" b="1" dirty="0">
              <a:solidFill>
                <a:schemeClr val="accent1">
                  <a:lumMod val="60000"/>
                  <a:lumOff val="40000"/>
                </a:schemeClr>
              </a:solidFill>
            </a:endParaRPr>
          </a:p>
          <a:p>
            <a:endParaRPr lang="en-US" b="1" dirty="0">
              <a:solidFill>
                <a:schemeClr val="accent1">
                  <a:lumMod val="60000"/>
                  <a:lumOff val="40000"/>
                </a:schemeClr>
              </a:solidFill>
            </a:endParaRPr>
          </a:p>
          <a:p>
            <a:pPr lvl="1" indent="0">
              <a:buNone/>
            </a:pPr>
            <a:endParaRPr lang="en-US" b="1" dirty="0">
              <a:solidFill>
                <a:schemeClr val="accent1">
                  <a:lumMod val="60000"/>
                  <a:lumOff val="40000"/>
                </a:schemeClr>
              </a:solidFill>
            </a:endParaRPr>
          </a:p>
          <a:p>
            <a:pPr lvl="2" indent="0">
              <a:buNone/>
            </a:pPr>
            <a:endParaRPr lang="en-US" b="1" dirty="0">
              <a:solidFill>
                <a:schemeClr val="accent1">
                  <a:lumMod val="60000"/>
                  <a:lumOff val="40000"/>
                </a:schemeClr>
              </a:solidFill>
            </a:endParaRPr>
          </a:p>
          <a:p>
            <a:pPr lvl="2" indent="0">
              <a:buNone/>
            </a:pPr>
            <a:endParaRPr lang="en-US" b="1" dirty="0">
              <a:solidFill>
                <a:schemeClr val="accent1">
                  <a:lumMod val="60000"/>
                  <a:lumOff val="40000"/>
                </a:schemeClr>
              </a:solidFill>
            </a:endParaRPr>
          </a:p>
        </p:txBody>
      </p:sp>
      <p:pic>
        <p:nvPicPr>
          <p:cNvPr id="7" name="Picture 6">
            <a:extLst>
              <a:ext uri="{FF2B5EF4-FFF2-40B4-BE49-F238E27FC236}">
                <a16:creationId xmlns:a16="http://schemas.microsoft.com/office/drawing/2014/main" id="{C045BE92-74D3-721E-9A2D-75EBB19AB48F}"/>
              </a:ext>
            </a:extLst>
          </p:cNvPr>
          <p:cNvPicPr>
            <a:picLocks noChangeAspect="1"/>
          </p:cNvPicPr>
          <p:nvPr/>
        </p:nvPicPr>
        <p:blipFill>
          <a:blip r:embed="rId4"/>
          <a:stretch>
            <a:fillRect/>
          </a:stretch>
        </p:blipFill>
        <p:spPr>
          <a:xfrm>
            <a:off x="379736" y="2637272"/>
            <a:ext cx="2375904" cy="3333690"/>
          </a:xfrm>
          <a:prstGeom prst="rect">
            <a:avLst/>
          </a:prstGeom>
        </p:spPr>
      </p:pic>
      <p:sp>
        <p:nvSpPr>
          <p:cNvPr id="8" name="TextBox 7">
            <a:extLst>
              <a:ext uri="{FF2B5EF4-FFF2-40B4-BE49-F238E27FC236}">
                <a16:creationId xmlns:a16="http://schemas.microsoft.com/office/drawing/2014/main" id="{5B70E631-06B8-3442-852A-4F4A45244D1B}"/>
              </a:ext>
            </a:extLst>
          </p:cNvPr>
          <p:cNvSpPr txBox="1"/>
          <p:nvPr/>
        </p:nvSpPr>
        <p:spPr>
          <a:xfrm>
            <a:off x="1919536" y="5157192"/>
            <a:ext cx="10225136" cy="723853"/>
          </a:xfrm>
          <a:prstGeom prst="rect">
            <a:avLst/>
          </a:prstGeom>
          <a:noFill/>
        </p:spPr>
        <p:txBody>
          <a:bodyPr wrap="square" lIns="0" tIns="0" rIns="0" bIns="0" rtlCol="0">
            <a:spAutoFit/>
          </a:bodyPr>
          <a:lstStyle/>
          <a:p>
            <a:r>
              <a:rPr lang="en-US" b="1" dirty="0"/>
              <a:t>	*Example from the lecture. On the left there is the address (expressed in hexadecimal base) and 	 on the right different kind of values. This model is the one you are expected to know for the 	 	 exam, but it is a simplification of the reality.</a:t>
            </a:r>
            <a:endParaRPr lang="en-CH" b="1" dirty="0"/>
          </a:p>
        </p:txBody>
      </p:sp>
    </p:spTree>
    <p:extLst>
      <p:ext uri="{BB962C8B-B14F-4D97-AF65-F5344CB8AC3E}">
        <p14:creationId xmlns:p14="http://schemas.microsoft.com/office/powerpoint/2010/main" val="2188747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AEBE1-97E4-6FB5-B006-7C718A24A54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0E09F68-C736-C09D-720A-9A4C9446DFBE}"/>
              </a:ext>
            </a:extLst>
          </p:cNvPr>
          <p:cNvSpPr>
            <a:spLocks noGrp="1"/>
          </p:cNvSpPr>
          <p:nvPr>
            <p:ph type="title"/>
          </p:nvPr>
        </p:nvSpPr>
        <p:spPr/>
        <p:txBody>
          <a:bodyPr/>
          <a:lstStyle/>
          <a:p>
            <a:r>
              <a:rPr lang="en-GB" sz="3200" dirty="0">
                <a:solidFill>
                  <a:schemeClr val="accent1">
                    <a:lumMod val="75000"/>
                  </a:schemeClr>
                </a:solidFill>
              </a:rPr>
              <a:t>A more correct (but more complex) model</a:t>
            </a:r>
          </a:p>
        </p:txBody>
      </p:sp>
      <p:sp>
        <p:nvSpPr>
          <p:cNvPr id="5" name="Fußzeilenplatzhalter 4">
            <a:extLst>
              <a:ext uri="{FF2B5EF4-FFF2-40B4-BE49-F238E27FC236}">
                <a16:creationId xmlns:a16="http://schemas.microsoft.com/office/drawing/2014/main" id="{E3A2CD91-9EFE-C4A0-F70F-B107F17871EB}"/>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89B31756-48D8-EEB1-DD05-6C932365FE32}"/>
              </a:ext>
            </a:extLst>
          </p:cNvPr>
          <p:cNvSpPr>
            <a:spLocks noGrp="1"/>
          </p:cNvSpPr>
          <p:nvPr>
            <p:ph type="sldNum" sz="quarter" idx="12"/>
          </p:nvPr>
        </p:nvSpPr>
        <p:spPr/>
        <p:txBody>
          <a:bodyPr/>
          <a:lstStyle/>
          <a:p>
            <a:fld id="{442AD375-037F-43D0-B059-5172DA06796A}" type="slidenum">
              <a:rPr lang="en-GB" smtClean="0"/>
              <a:pPr/>
              <a:t>4</a:t>
            </a:fld>
            <a:endParaRPr lang="en-GB"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0F1C1135-81B2-9749-672B-4AC6273BA96A}"/>
                  </a:ext>
                </a:extLst>
              </p14:cNvPr>
              <p14:cNvContentPartPr/>
              <p14:nvPr/>
            </p14:nvContentPartPr>
            <p14:xfrm>
              <a:off x="-203250" y="4196930"/>
              <a:ext cx="360" cy="360"/>
            </p14:xfrm>
          </p:contentPart>
        </mc:Choice>
        <mc:Fallback xmlns="">
          <p:pic>
            <p:nvPicPr>
              <p:cNvPr id="11" name="Ink 10">
                <a:extLst>
                  <a:ext uri="{FF2B5EF4-FFF2-40B4-BE49-F238E27FC236}">
                    <a16:creationId xmlns:a16="http://schemas.microsoft.com/office/drawing/2014/main" id="{0F1C1135-81B2-9749-672B-4AC6273BA96A}"/>
                  </a:ext>
                </a:extLst>
              </p:cNvPr>
              <p:cNvPicPr/>
              <p:nvPr/>
            </p:nvPicPr>
            <p:blipFill>
              <a:blip r:embed="rId3"/>
              <a:stretch>
                <a:fillRect/>
              </a:stretch>
            </p:blipFill>
            <p:spPr>
              <a:xfrm>
                <a:off x="-209370" y="4190810"/>
                <a:ext cx="12600" cy="12600"/>
              </a:xfrm>
              <a:prstGeom prst="rect">
                <a:avLst/>
              </a:prstGeom>
            </p:spPr>
          </p:pic>
        </mc:Fallback>
      </mc:AlternateContent>
      <p:sp>
        <p:nvSpPr>
          <p:cNvPr id="3" name="TextBox 2">
            <a:extLst>
              <a:ext uri="{FF2B5EF4-FFF2-40B4-BE49-F238E27FC236}">
                <a16:creationId xmlns:a16="http://schemas.microsoft.com/office/drawing/2014/main" id="{BC7FB622-9C87-2298-AED8-A5E8E5214CB3}"/>
              </a:ext>
            </a:extLst>
          </p:cNvPr>
          <p:cNvSpPr txBox="1"/>
          <p:nvPr/>
        </p:nvSpPr>
        <p:spPr>
          <a:xfrm>
            <a:off x="-816048" y="908720"/>
            <a:ext cx="12239200" cy="6032101"/>
          </a:xfrm>
          <a:prstGeom prst="rect">
            <a:avLst/>
          </a:prstGeom>
          <a:noFill/>
        </p:spPr>
        <p:txBody>
          <a:bodyPr wrap="square" lIns="0" tIns="0" rIns="0" bIns="0" rtlCol="0">
            <a:spAutoFit/>
          </a:bodyPr>
          <a:lstStyle/>
          <a:p>
            <a:endParaRPr lang="en-US" b="1" dirty="0">
              <a:solidFill>
                <a:schemeClr val="accent1">
                  <a:lumMod val="60000"/>
                  <a:lumOff val="40000"/>
                </a:schemeClr>
              </a:solidFill>
            </a:endParaRPr>
          </a:p>
          <a:p>
            <a:r>
              <a:rPr lang="en-US" b="1" dirty="0">
                <a:solidFill>
                  <a:schemeClr val="accent1">
                    <a:lumMod val="60000"/>
                    <a:lumOff val="40000"/>
                  </a:schemeClr>
                </a:solidFill>
              </a:rPr>
              <a:t>	- Each address is a hexadecimal number between 0 and 2*64 – 1 (for 64 bit system).</a:t>
            </a:r>
          </a:p>
          <a:p>
            <a:pPr marL="285750" indent="-285750">
              <a:buFontTx/>
              <a:buChar char="-"/>
            </a:pPr>
            <a:endParaRPr lang="en-US" b="1" dirty="0">
              <a:solidFill>
                <a:schemeClr val="accent1">
                  <a:lumMod val="60000"/>
                  <a:lumOff val="40000"/>
                </a:schemeClr>
              </a:solidFill>
            </a:endParaRPr>
          </a:p>
          <a:p>
            <a:r>
              <a:rPr lang="en-US" b="1" dirty="0">
                <a:sym typeface="Wingdings" panose="05000000000000000000" pitchFamily="2" charset="2"/>
              </a:rPr>
              <a:t>	</a:t>
            </a:r>
            <a:r>
              <a:rPr lang="en-US" b="1" dirty="0">
                <a:solidFill>
                  <a:schemeClr val="accent1">
                    <a:lumMod val="60000"/>
                    <a:lumOff val="40000"/>
                  </a:schemeClr>
                </a:solidFill>
                <a:sym typeface="Wingdings" panose="05000000000000000000" pitchFamily="2" charset="2"/>
              </a:rPr>
              <a:t>- The Adress doesn’t occupy any memory, it uses the same concept of the algorithm to find prime number, where one 	  creates an array of length N and if you want to look up if 50 is prime, you look the value at position 50</a:t>
            </a:r>
          </a:p>
          <a:p>
            <a:endParaRPr lang="en-US" b="1" dirty="0">
              <a:solidFill>
                <a:schemeClr val="accent1">
                  <a:lumMod val="60000"/>
                  <a:lumOff val="40000"/>
                </a:schemeClr>
              </a:solidFill>
              <a:sym typeface="Wingdings" panose="05000000000000000000" pitchFamily="2" charset="2"/>
            </a:endParaRPr>
          </a:p>
          <a:p>
            <a:r>
              <a:rPr lang="en-US" b="1" dirty="0">
                <a:solidFill>
                  <a:schemeClr val="accent1">
                    <a:lumMod val="60000"/>
                    <a:lumOff val="40000"/>
                  </a:schemeClr>
                </a:solidFill>
                <a:sym typeface="Wingdings" panose="05000000000000000000" pitchFamily="2" charset="2"/>
              </a:rPr>
              <a:t>	- Each “Value” cell has size of 1 byte (8 bit) and its itself a hexadecimal number.</a:t>
            </a:r>
          </a:p>
          <a:p>
            <a:endParaRPr lang="en-US" b="1" dirty="0">
              <a:solidFill>
                <a:schemeClr val="accent1">
                  <a:lumMod val="60000"/>
                  <a:lumOff val="40000"/>
                </a:schemeClr>
              </a:solidFill>
              <a:sym typeface="Wingdings" panose="05000000000000000000" pitchFamily="2" charset="2"/>
            </a:endParaRPr>
          </a:p>
          <a:p>
            <a:r>
              <a:rPr lang="en-US" b="1" dirty="0">
                <a:solidFill>
                  <a:schemeClr val="accent1">
                    <a:lumMod val="60000"/>
                    <a:lumOff val="40000"/>
                  </a:schemeClr>
                </a:solidFill>
                <a:sym typeface="Wingdings" panose="05000000000000000000" pitchFamily="2" charset="2"/>
              </a:rPr>
              <a:t>	- An integer a (4 Bytes) occupies 4 cells</a:t>
            </a:r>
          </a:p>
          <a:p>
            <a:endParaRPr lang="en-US" b="1" dirty="0">
              <a:solidFill>
                <a:schemeClr val="accent1">
                  <a:lumMod val="60000"/>
                  <a:lumOff val="40000"/>
                </a:schemeClr>
              </a:solidFill>
              <a:sym typeface="Wingdings" panose="05000000000000000000" pitchFamily="2" charset="2"/>
            </a:endParaRPr>
          </a:p>
          <a:p>
            <a:r>
              <a:rPr lang="en-US" b="1" dirty="0">
                <a:solidFill>
                  <a:schemeClr val="accent1">
                    <a:lumMod val="60000"/>
                    <a:lumOff val="40000"/>
                  </a:schemeClr>
                </a:solidFill>
                <a:sym typeface="Wingdings" panose="05000000000000000000" pitchFamily="2" charset="2"/>
              </a:rPr>
              <a:t>	- How does a program know how many cells to read? </a:t>
            </a:r>
          </a:p>
          <a:p>
            <a:r>
              <a:rPr lang="en-US" b="1" dirty="0">
                <a:solidFill>
                  <a:schemeClr val="accent1">
                    <a:lumMod val="60000"/>
                    <a:lumOff val="40000"/>
                  </a:schemeClr>
                </a:solidFill>
                <a:sym typeface="Wingdings" panose="05000000000000000000" pitchFamily="2" charset="2"/>
              </a:rPr>
              <a:t>	  </a:t>
            </a:r>
            <a:r>
              <a:rPr lang="en-US" b="1" dirty="0">
                <a:solidFill>
                  <a:schemeClr val="bg2">
                    <a:lumMod val="10000"/>
                  </a:schemeClr>
                </a:solidFill>
                <a:sym typeface="Wingdings" panose="05000000000000000000" pitchFamily="2" charset="2"/>
              </a:rPr>
              <a:t>When you declare a variable (Or when you pass it to a function) you</a:t>
            </a:r>
          </a:p>
          <a:p>
            <a:r>
              <a:rPr lang="en-US" b="1" dirty="0">
                <a:solidFill>
                  <a:schemeClr val="bg2">
                    <a:lumMod val="10000"/>
                  </a:schemeClr>
                </a:solidFill>
                <a:sym typeface="Wingdings" panose="05000000000000000000" pitchFamily="2" charset="2"/>
              </a:rPr>
              <a:t>	  always have to specify it’s type. So the program at runtime always </a:t>
            </a:r>
          </a:p>
          <a:p>
            <a:r>
              <a:rPr lang="en-US" b="1" dirty="0">
                <a:solidFill>
                  <a:schemeClr val="bg2">
                    <a:lumMod val="10000"/>
                  </a:schemeClr>
                </a:solidFill>
                <a:sym typeface="Wingdings" panose="05000000000000000000" pitchFamily="2" charset="2"/>
              </a:rPr>
              <a:t>	  knows the type of the variable and knows how many cells to read and </a:t>
            </a:r>
          </a:p>
          <a:p>
            <a:r>
              <a:rPr lang="en-US" b="1" dirty="0">
                <a:solidFill>
                  <a:schemeClr val="bg2">
                    <a:lumMod val="10000"/>
                  </a:schemeClr>
                </a:solidFill>
                <a:sym typeface="Wingdings" panose="05000000000000000000" pitchFamily="2" charset="2"/>
              </a:rPr>
              <a:t>	  how to interpret/convert the number it gets (is it a integer, long, char,</a:t>
            </a:r>
          </a:p>
          <a:p>
            <a:r>
              <a:rPr lang="en-US" b="1" dirty="0">
                <a:solidFill>
                  <a:schemeClr val="bg2">
                    <a:lumMod val="10000"/>
                  </a:schemeClr>
                </a:solidFill>
                <a:sym typeface="Wingdings" panose="05000000000000000000" pitchFamily="2" charset="2"/>
              </a:rPr>
              <a:t>	  array of int, </a:t>
            </a:r>
            <a:r>
              <a:rPr lang="en-US" b="1" dirty="0" err="1">
                <a:solidFill>
                  <a:schemeClr val="bg2">
                    <a:lumMod val="10000"/>
                  </a:schemeClr>
                </a:solidFill>
                <a:sym typeface="Wingdings" panose="05000000000000000000" pitchFamily="2" charset="2"/>
              </a:rPr>
              <a:t>ecc</a:t>
            </a:r>
            <a:r>
              <a:rPr lang="en-US" b="1" dirty="0">
                <a:solidFill>
                  <a:schemeClr val="bg2">
                    <a:lumMod val="10000"/>
                  </a:schemeClr>
                </a:solidFill>
                <a:sym typeface="Wingdings" panose="05000000000000000000" pitchFamily="2" charset="2"/>
              </a:rPr>
              <a:t>)</a:t>
            </a:r>
            <a:endParaRPr lang="en-US" b="1" dirty="0">
              <a:solidFill>
                <a:schemeClr val="accent1">
                  <a:lumMod val="60000"/>
                  <a:lumOff val="40000"/>
                </a:schemeClr>
              </a:solidFill>
              <a:sym typeface="Wingdings" panose="05000000000000000000" pitchFamily="2" charset="2"/>
            </a:endParaRPr>
          </a:p>
          <a:p>
            <a:endParaRPr lang="en-US" b="1" dirty="0">
              <a:solidFill>
                <a:schemeClr val="accent1">
                  <a:lumMod val="60000"/>
                  <a:lumOff val="40000"/>
                </a:schemeClr>
              </a:solidFill>
              <a:sym typeface="Wingdings" panose="05000000000000000000" pitchFamily="2" charset="2"/>
            </a:endParaRPr>
          </a:p>
          <a:p>
            <a:r>
              <a:rPr lang="en-US" b="1" dirty="0">
                <a:solidFill>
                  <a:schemeClr val="accent1">
                    <a:lumMod val="60000"/>
                    <a:lumOff val="40000"/>
                  </a:schemeClr>
                </a:solidFill>
                <a:sym typeface="Wingdings" panose="05000000000000000000" pitchFamily="2" charset="2"/>
              </a:rPr>
              <a:t>	- A cell can never be empty!! This is why programs that recovery data</a:t>
            </a:r>
          </a:p>
          <a:p>
            <a:r>
              <a:rPr lang="en-US" b="1" dirty="0">
                <a:solidFill>
                  <a:schemeClr val="accent1">
                    <a:lumMod val="60000"/>
                    <a:lumOff val="40000"/>
                  </a:schemeClr>
                </a:solidFill>
                <a:sym typeface="Wingdings" panose="05000000000000000000" pitchFamily="2" charset="2"/>
              </a:rPr>
              <a:t>	  exists and can possibly recover deleted images, texts </a:t>
            </a:r>
            <a:r>
              <a:rPr lang="en-US" b="1" dirty="0" err="1">
                <a:solidFill>
                  <a:schemeClr val="accent1">
                    <a:lumMod val="60000"/>
                    <a:lumOff val="40000"/>
                  </a:schemeClr>
                </a:solidFill>
                <a:sym typeface="Wingdings" panose="05000000000000000000" pitchFamily="2" charset="2"/>
              </a:rPr>
              <a:t>ecc</a:t>
            </a:r>
            <a:r>
              <a:rPr lang="en-US" b="1" dirty="0">
                <a:solidFill>
                  <a:schemeClr val="accent1">
                    <a:lumMod val="60000"/>
                    <a:lumOff val="40000"/>
                  </a:schemeClr>
                </a:solidFill>
                <a:sym typeface="Wingdings" panose="05000000000000000000" pitchFamily="2" charset="2"/>
              </a:rPr>
              <a:t>.</a:t>
            </a:r>
          </a:p>
          <a:p>
            <a:r>
              <a:rPr lang="en-US" b="1" dirty="0">
                <a:solidFill>
                  <a:schemeClr val="accent1">
                    <a:lumMod val="60000"/>
                    <a:lumOff val="40000"/>
                  </a:schemeClr>
                </a:solidFill>
                <a:sym typeface="Wingdings" panose="05000000000000000000" pitchFamily="2" charset="2"/>
              </a:rPr>
              <a:t>	  A simple delete operation just “Forgets” the address where data gets</a:t>
            </a:r>
          </a:p>
          <a:p>
            <a:r>
              <a:rPr lang="en-US" b="1" dirty="0">
                <a:solidFill>
                  <a:schemeClr val="accent1">
                    <a:lumMod val="60000"/>
                    <a:lumOff val="40000"/>
                  </a:schemeClr>
                </a:solidFill>
                <a:sym typeface="Wingdings" panose="05000000000000000000" pitchFamily="2" charset="2"/>
              </a:rPr>
              <a:t>	  stored, but the data stays there until it gets overwritten by new data.</a:t>
            </a:r>
          </a:p>
          <a:p>
            <a:pPr lvl="4" indent="0">
              <a:buNone/>
            </a:pPr>
            <a:endParaRPr lang="en-US" b="1" dirty="0">
              <a:sym typeface="Wingdings" panose="05000000000000000000" pitchFamily="2" charset="2"/>
            </a:endParaRPr>
          </a:p>
          <a:p>
            <a:pPr lvl="4" indent="0">
              <a:buNone/>
            </a:pPr>
            <a:endParaRPr lang="en-US" b="1" dirty="0">
              <a:sym typeface="Wingdings" panose="05000000000000000000" pitchFamily="2" charset="2"/>
            </a:endParaRPr>
          </a:p>
          <a:p>
            <a:pPr lvl="4" indent="0">
              <a:buNone/>
            </a:pPr>
            <a:endParaRPr lang="en-US" b="1" dirty="0">
              <a:sym typeface="Wingdings" panose="05000000000000000000" pitchFamily="2" charset="2"/>
            </a:endParaRPr>
          </a:p>
          <a:p>
            <a:pPr lvl="4" indent="0">
              <a:buNone/>
            </a:pPr>
            <a:endParaRPr lang="en-US" b="1" dirty="0">
              <a:sym typeface="Wingdings" panose="05000000000000000000" pitchFamily="2" charset="2"/>
            </a:endParaRPr>
          </a:p>
        </p:txBody>
      </p:sp>
      <p:pic>
        <p:nvPicPr>
          <p:cNvPr id="7" name="Picture 6">
            <a:extLst>
              <a:ext uri="{FF2B5EF4-FFF2-40B4-BE49-F238E27FC236}">
                <a16:creationId xmlns:a16="http://schemas.microsoft.com/office/drawing/2014/main" id="{2B2010E0-70D4-6FBD-5E4E-86D433BBB643}"/>
              </a:ext>
            </a:extLst>
          </p:cNvPr>
          <p:cNvPicPr>
            <a:picLocks noChangeAspect="1"/>
          </p:cNvPicPr>
          <p:nvPr/>
        </p:nvPicPr>
        <p:blipFill>
          <a:blip r:embed="rId4"/>
          <a:stretch>
            <a:fillRect/>
          </a:stretch>
        </p:blipFill>
        <p:spPr>
          <a:xfrm>
            <a:off x="7032104" y="2790287"/>
            <a:ext cx="4255746" cy="1545349"/>
          </a:xfrm>
          <a:prstGeom prst="rect">
            <a:avLst/>
          </a:prstGeom>
        </p:spPr>
      </p:pic>
      <p:sp>
        <p:nvSpPr>
          <p:cNvPr id="8" name="TextBox 7">
            <a:extLst>
              <a:ext uri="{FF2B5EF4-FFF2-40B4-BE49-F238E27FC236}">
                <a16:creationId xmlns:a16="http://schemas.microsoft.com/office/drawing/2014/main" id="{97DA420E-5602-9C70-90EB-D71191CD3BF9}"/>
              </a:ext>
            </a:extLst>
          </p:cNvPr>
          <p:cNvSpPr txBox="1"/>
          <p:nvPr/>
        </p:nvSpPr>
        <p:spPr>
          <a:xfrm>
            <a:off x="6097860" y="4437112"/>
            <a:ext cx="5824264" cy="723853"/>
          </a:xfrm>
          <a:prstGeom prst="rect">
            <a:avLst/>
          </a:prstGeom>
          <a:noFill/>
        </p:spPr>
        <p:txBody>
          <a:bodyPr wrap="square" lIns="0" tIns="0" rIns="0" bIns="0" rtlCol="0">
            <a:spAutoFit/>
          </a:bodyPr>
          <a:lstStyle/>
          <a:p>
            <a:r>
              <a:rPr lang="en-US" dirty="0"/>
              <a:t>	</a:t>
            </a:r>
            <a:r>
              <a:rPr lang="en-US" b="1" dirty="0"/>
              <a:t>*0x preceding a number means “in hexadecimal 	 base.</a:t>
            </a:r>
            <a:br>
              <a:rPr lang="en-US" b="1" dirty="0"/>
            </a:br>
            <a:r>
              <a:rPr lang="en-US" b="1" dirty="0"/>
              <a:t>	 0b preceding a number mean binary.</a:t>
            </a:r>
            <a:endParaRPr lang="en-CH" b="1" dirty="0"/>
          </a:p>
        </p:txBody>
      </p:sp>
    </p:spTree>
    <p:extLst>
      <p:ext uri="{BB962C8B-B14F-4D97-AF65-F5344CB8AC3E}">
        <p14:creationId xmlns:p14="http://schemas.microsoft.com/office/powerpoint/2010/main" val="3831409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4560C-0A60-88A6-E725-19A3150A89A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25150B-2067-CF2E-F73D-200E2955DBC4}"/>
              </a:ext>
            </a:extLst>
          </p:cNvPr>
          <p:cNvSpPr>
            <a:spLocks noGrp="1"/>
          </p:cNvSpPr>
          <p:nvPr>
            <p:ph type="title"/>
          </p:nvPr>
        </p:nvSpPr>
        <p:spPr>
          <a:xfrm>
            <a:off x="143718" y="188640"/>
            <a:ext cx="11650662" cy="625944"/>
          </a:xfrm>
        </p:spPr>
        <p:txBody>
          <a:bodyPr/>
          <a:lstStyle/>
          <a:p>
            <a:r>
              <a:rPr lang="en-GB" sz="3200" dirty="0">
                <a:solidFill>
                  <a:schemeClr val="accent1">
                    <a:lumMod val="75000"/>
                  </a:schemeClr>
                </a:solidFill>
              </a:rPr>
              <a:t>Passing a variable by value VS by reference</a:t>
            </a:r>
          </a:p>
        </p:txBody>
      </p:sp>
      <p:sp>
        <p:nvSpPr>
          <p:cNvPr id="5" name="Fußzeilenplatzhalter 4">
            <a:extLst>
              <a:ext uri="{FF2B5EF4-FFF2-40B4-BE49-F238E27FC236}">
                <a16:creationId xmlns:a16="http://schemas.microsoft.com/office/drawing/2014/main" id="{2AAD73DB-300C-5B2D-A46E-469E13362E10}"/>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A57149CB-7CE2-215D-AD7B-92F8F9496235}"/>
              </a:ext>
            </a:extLst>
          </p:cNvPr>
          <p:cNvSpPr>
            <a:spLocks noGrp="1"/>
          </p:cNvSpPr>
          <p:nvPr>
            <p:ph type="sldNum" sz="quarter" idx="12"/>
          </p:nvPr>
        </p:nvSpPr>
        <p:spPr/>
        <p:txBody>
          <a:bodyPr/>
          <a:lstStyle/>
          <a:p>
            <a:fld id="{442AD375-037F-43D0-B059-5172DA06796A}" type="slidenum">
              <a:rPr lang="en-GB" smtClean="0"/>
              <a:pPr/>
              <a:t>5</a:t>
            </a:fld>
            <a:endParaRPr lang="en-GB" dirty="0"/>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0303D257-AF65-2E0F-69CF-1DD553092C91}"/>
                  </a:ext>
                </a:extLst>
              </p14:cNvPr>
              <p14:cNvContentPartPr/>
              <p14:nvPr/>
            </p14:nvContentPartPr>
            <p14:xfrm>
              <a:off x="-203250" y="4196930"/>
              <a:ext cx="360" cy="360"/>
            </p14:xfrm>
          </p:contentPart>
        </mc:Choice>
        <mc:Fallback>
          <p:pic>
            <p:nvPicPr>
              <p:cNvPr id="11" name="Ink 10">
                <a:extLst>
                  <a:ext uri="{FF2B5EF4-FFF2-40B4-BE49-F238E27FC236}">
                    <a16:creationId xmlns:a16="http://schemas.microsoft.com/office/drawing/2014/main" id="{0303D257-AF65-2E0F-69CF-1DD553092C91}"/>
                  </a:ext>
                </a:extLst>
              </p:cNvPr>
              <p:cNvPicPr/>
              <p:nvPr/>
            </p:nvPicPr>
            <p:blipFill>
              <a:blip r:embed="rId3"/>
              <a:stretch>
                <a:fillRect/>
              </a:stretch>
            </p:blipFill>
            <p:spPr>
              <a:xfrm>
                <a:off x="-209370" y="4190810"/>
                <a:ext cx="12600" cy="12600"/>
              </a:xfrm>
              <a:prstGeom prst="rect">
                <a:avLst/>
              </a:prstGeom>
            </p:spPr>
          </p:pic>
        </mc:Fallback>
      </mc:AlternateContent>
      <p:sp>
        <p:nvSpPr>
          <p:cNvPr id="3" name="TextBox 2">
            <a:extLst>
              <a:ext uri="{FF2B5EF4-FFF2-40B4-BE49-F238E27FC236}">
                <a16:creationId xmlns:a16="http://schemas.microsoft.com/office/drawing/2014/main" id="{2A674844-69BE-96C8-C0E3-E2468AE3BB6F}"/>
              </a:ext>
            </a:extLst>
          </p:cNvPr>
          <p:cNvSpPr txBox="1"/>
          <p:nvPr/>
        </p:nvSpPr>
        <p:spPr>
          <a:xfrm>
            <a:off x="-762842" y="1412776"/>
            <a:ext cx="12961440" cy="3860544"/>
          </a:xfrm>
          <a:prstGeom prst="rect">
            <a:avLst/>
          </a:prstGeom>
          <a:noFill/>
        </p:spPr>
        <p:txBody>
          <a:bodyPr wrap="square" lIns="0" tIns="0" rIns="0" bIns="0" rtlCol="0">
            <a:spAutoFit/>
          </a:bodyPr>
          <a:lstStyle/>
          <a:p>
            <a:r>
              <a:rPr lang="en-US" b="1" dirty="0">
                <a:solidFill>
                  <a:schemeClr val="accent1">
                    <a:lumMod val="60000"/>
                    <a:lumOff val="40000"/>
                  </a:schemeClr>
                </a:solidFill>
              </a:rPr>
              <a:t>	- When passing variable in any language one has two options. Passing by value or by reference. </a:t>
            </a:r>
          </a:p>
          <a:p>
            <a:pPr marL="285750" indent="-285750">
              <a:buFontTx/>
              <a:buChar char="-"/>
            </a:pPr>
            <a:endParaRPr lang="en-US" b="1" dirty="0">
              <a:solidFill>
                <a:schemeClr val="accent1">
                  <a:lumMod val="60000"/>
                  <a:lumOff val="40000"/>
                </a:schemeClr>
              </a:solidFill>
            </a:endParaRPr>
          </a:p>
          <a:p>
            <a:r>
              <a:rPr lang="en-US" b="1" dirty="0">
                <a:solidFill>
                  <a:schemeClr val="accent1">
                    <a:lumMod val="60000"/>
                    <a:lumOff val="40000"/>
                  </a:schemeClr>
                </a:solidFill>
              </a:rPr>
              <a:t>	- Passing by value means that the “Value cell” gets copied and that copy is returned.</a:t>
            </a:r>
          </a:p>
          <a:p>
            <a:pPr marL="285750" indent="-285750">
              <a:buFontTx/>
              <a:buChar char="-"/>
            </a:pPr>
            <a:endParaRPr lang="en-US" b="1" dirty="0">
              <a:solidFill>
                <a:schemeClr val="accent1">
                  <a:lumMod val="60000"/>
                  <a:lumOff val="40000"/>
                </a:schemeClr>
              </a:solidFill>
            </a:endParaRPr>
          </a:p>
          <a:p>
            <a:r>
              <a:rPr lang="en-US" b="1" dirty="0">
                <a:solidFill>
                  <a:schemeClr val="accent1">
                    <a:lumMod val="60000"/>
                    <a:lumOff val="40000"/>
                  </a:schemeClr>
                </a:solidFill>
              </a:rPr>
              <a:t>	- Passing by reference means that the “Adress cell” gets copied and that copy is returned.</a:t>
            </a:r>
          </a:p>
          <a:p>
            <a:pPr marL="285750" indent="-285750">
              <a:buFontTx/>
              <a:buChar char="-"/>
            </a:pPr>
            <a:endParaRPr lang="en-US" b="1" dirty="0">
              <a:solidFill>
                <a:schemeClr val="accent1">
                  <a:lumMod val="60000"/>
                  <a:lumOff val="40000"/>
                </a:schemeClr>
              </a:solidFill>
            </a:endParaRPr>
          </a:p>
          <a:p>
            <a:r>
              <a:rPr lang="en-US" b="1" dirty="0">
                <a:solidFill>
                  <a:schemeClr val="accent1">
                    <a:lumMod val="60000"/>
                    <a:lumOff val="40000"/>
                  </a:schemeClr>
                </a:solidFill>
              </a:rPr>
              <a:t>	- Python always passes by reference (If you want to pass by value you need to manually copy a variable and pass the  	  	  copy by reference)</a:t>
            </a:r>
          </a:p>
          <a:p>
            <a:pPr marL="285750" indent="-285750">
              <a:buFontTx/>
              <a:buChar char="-"/>
            </a:pPr>
            <a:endParaRPr lang="en-US" b="1" dirty="0">
              <a:solidFill>
                <a:schemeClr val="accent1">
                  <a:lumMod val="60000"/>
                  <a:lumOff val="40000"/>
                </a:schemeClr>
              </a:solidFill>
            </a:endParaRPr>
          </a:p>
          <a:p>
            <a:r>
              <a:rPr lang="en-US" b="1" dirty="0">
                <a:solidFill>
                  <a:schemeClr val="accent1">
                    <a:lumMod val="60000"/>
                    <a:lumOff val="40000"/>
                  </a:schemeClr>
                </a:solidFill>
              </a:rPr>
              <a:t>	-  C always passes by value (If you want to pass by reference you need to pass the address)</a:t>
            </a:r>
          </a:p>
          <a:p>
            <a:r>
              <a:rPr lang="en-US" b="1" dirty="0">
                <a:solidFill>
                  <a:schemeClr val="accent1">
                    <a:lumMod val="60000"/>
                    <a:lumOff val="40000"/>
                  </a:schemeClr>
                </a:solidFill>
              </a:rPr>
              <a:t>		</a:t>
            </a:r>
            <a:r>
              <a:rPr lang="en-US" b="1" dirty="0">
                <a:solidFill>
                  <a:schemeClr val="bg2">
                    <a:lumMod val="10000"/>
                  </a:schemeClr>
                </a:solidFill>
              </a:rPr>
              <a:t>- This is where pointers come into play</a:t>
            </a:r>
          </a:p>
          <a:p>
            <a:pPr marL="285750" indent="-285750">
              <a:buFontTx/>
              <a:buChar char="-"/>
            </a:pPr>
            <a:endParaRPr lang="en-US" b="1" dirty="0">
              <a:solidFill>
                <a:schemeClr val="accent1">
                  <a:lumMod val="60000"/>
                  <a:lumOff val="40000"/>
                </a:schemeClr>
              </a:solidFill>
            </a:endParaRPr>
          </a:p>
          <a:p>
            <a:endParaRPr lang="en-US" b="1" dirty="0">
              <a:solidFill>
                <a:schemeClr val="accent1">
                  <a:lumMod val="60000"/>
                  <a:lumOff val="40000"/>
                </a:schemeClr>
              </a:solidFill>
            </a:endParaRPr>
          </a:p>
          <a:p>
            <a:pPr lvl="1" indent="0">
              <a:buNone/>
            </a:pPr>
            <a:endParaRPr lang="en-US" b="1" dirty="0">
              <a:solidFill>
                <a:schemeClr val="accent1">
                  <a:lumMod val="60000"/>
                  <a:lumOff val="40000"/>
                </a:schemeClr>
              </a:solidFill>
            </a:endParaRPr>
          </a:p>
          <a:p>
            <a:pPr lvl="2" indent="0">
              <a:buNone/>
            </a:pPr>
            <a:endParaRPr lang="en-US" b="1" dirty="0">
              <a:solidFill>
                <a:schemeClr val="accent1">
                  <a:lumMod val="60000"/>
                  <a:lumOff val="40000"/>
                </a:schemeClr>
              </a:solidFill>
            </a:endParaRPr>
          </a:p>
          <a:p>
            <a:pPr lvl="2" indent="0">
              <a:buNone/>
            </a:pPr>
            <a:endParaRPr lang="en-US" b="1" dirty="0">
              <a:solidFill>
                <a:schemeClr val="accent1">
                  <a:lumMod val="60000"/>
                  <a:lumOff val="40000"/>
                </a:schemeClr>
              </a:solidFill>
            </a:endParaRPr>
          </a:p>
        </p:txBody>
      </p:sp>
    </p:spTree>
    <p:extLst>
      <p:ext uri="{BB962C8B-B14F-4D97-AF65-F5344CB8AC3E}">
        <p14:creationId xmlns:p14="http://schemas.microsoft.com/office/powerpoint/2010/main" val="1446942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D8EA-C91C-DD94-0989-E4F2E9ADFB0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AA514EE-7B57-AD92-3C32-52D0E6D36629}"/>
              </a:ext>
            </a:extLst>
          </p:cNvPr>
          <p:cNvSpPr>
            <a:spLocks noGrp="1"/>
          </p:cNvSpPr>
          <p:nvPr>
            <p:ph type="title"/>
          </p:nvPr>
        </p:nvSpPr>
        <p:spPr/>
        <p:txBody>
          <a:bodyPr/>
          <a:lstStyle/>
          <a:p>
            <a:r>
              <a:rPr lang="en-GB" sz="3200" dirty="0">
                <a:solidFill>
                  <a:schemeClr val="accent1">
                    <a:lumMod val="75000"/>
                  </a:schemeClr>
                </a:solidFill>
              </a:rPr>
              <a:t>Pointers </a:t>
            </a:r>
            <a:r>
              <a:rPr lang="en-GB" sz="3200" dirty="0">
                <a:solidFill>
                  <a:schemeClr val="accent1">
                    <a:lumMod val="75000"/>
                  </a:schemeClr>
                </a:solidFill>
                <a:sym typeface="Wingdings" panose="05000000000000000000" pitchFamily="2" charset="2"/>
              </a:rPr>
              <a:t></a:t>
            </a:r>
            <a:br>
              <a:rPr lang="en-GB" sz="3200" dirty="0">
                <a:solidFill>
                  <a:schemeClr val="accent1">
                    <a:lumMod val="75000"/>
                  </a:schemeClr>
                </a:solidFill>
              </a:rPr>
            </a:br>
            <a:endParaRPr lang="en-GB" sz="3200" dirty="0">
              <a:solidFill>
                <a:schemeClr val="accent1">
                  <a:lumMod val="75000"/>
                </a:schemeClr>
              </a:solidFill>
            </a:endParaRPr>
          </a:p>
        </p:txBody>
      </p:sp>
      <p:sp>
        <p:nvSpPr>
          <p:cNvPr id="5" name="Fußzeilenplatzhalter 4">
            <a:extLst>
              <a:ext uri="{FF2B5EF4-FFF2-40B4-BE49-F238E27FC236}">
                <a16:creationId xmlns:a16="http://schemas.microsoft.com/office/drawing/2014/main" id="{A06A7233-0B1F-8130-3A8C-816613AAE17F}"/>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4B7E04E5-3B2C-4EC0-43C9-A996EEAFC669}"/>
              </a:ext>
            </a:extLst>
          </p:cNvPr>
          <p:cNvSpPr>
            <a:spLocks noGrp="1"/>
          </p:cNvSpPr>
          <p:nvPr>
            <p:ph type="sldNum" sz="quarter" idx="12"/>
          </p:nvPr>
        </p:nvSpPr>
        <p:spPr/>
        <p:txBody>
          <a:bodyPr/>
          <a:lstStyle/>
          <a:p>
            <a:fld id="{442AD375-037F-43D0-B059-5172DA06796A}" type="slidenum">
              <a:rPr lang="en-GB" smtClean="0"/>
              <a:pPr/>
              <a:t>6</a:t>
            </a:fld>
            <a:endParaRPr lang="en-GB" dirty="0"/>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818076FB-07E4-03EA-25FC-30DB1D07D20D}"/>
                  </a:ext>
                </a:extLst>
              </p14:cNvPr>
              <p14:cNvContentPartPr/>
              <p14:nvPr/>
            </p14:nvContentPartPr>
            <p14:xfrm>
              <a:off x="-203250" y="4196930"/>
              <a:ext cx="360" cy="360"/>
            </p14:xfrm>
          </p:contentPart>
        </mc:Choice>
        <mc:Fallback>
          <p:pic>
            <p:nvPicPr>
              <p:cNvPr id="11" name="Ink 10">
                <a:extLst>
                  <a:ext uri="{FF2B5EF4-FFF2-40B4-BE49-F238E27FC236}">
                    <a16:creationId xmlns:a16="http://schemas.microsoft.com/office/drawing/2014/main" id="{818076FB-07E4-03EA-25FC-30DB1D07D20D}"/>
                  </a:ext>
                </a:extLst>
              </p:cNvPr>
              <p:cNvPicPr/>
              <p:nvPr/>
            </p:nvPicPr>
            <p:blipFill>
              <a:blip r:embed="rId3"/>
              <a:stretch>
                <a:fillRect/>
              </a:stretch>
            </p:blipFill>
            <p:spPr>
              <a:xfrm>
                <a:off x="-209370" y="4190810"/>
                <a:ext cx="12600" cy="12600"/>
              </a:xfrm>
              <a:prstGeom prst="rect">
                <a:avLst/>
              </a:prstGeom>
            </p:spPr>
          </p:pic>
        </mc:Fallback>
      </mc:AlternateContent>
      <p:sp>
        <p:nvSpPr>
          <p:cNvPr id="3" name="TextBox 2">
            <a:extLst>
              <a:ext uri="{FF2B5EF4-FFF2-40B4-BE49-F238E27FC236}">
                <a16:creationId xmlns:a16="http://schemas.microsoft.com/office/drawing/2014/main" id="{35E9FF96-9F18-581C-4456-DB57A1EA0335}"/>
              </a:ext>
            </a:extLst>
          </p:cNvPr>
          <p:cNvSpPr txBox="1"/>
          <p:nvPr/>
        </p:nvSpPr>
        <p:spPr>
          <a:xfrm>
            <a:off x="-815688" y="1124744"/>
            <a:ext cx="12600320" cy="3619261"/>
          </a:xfrm>
          <a:prstGeom prst="rect">
            <a:avLst/>
          </a:prstGeom>
          <a:noFill/>
        </p:spPr>
        <p:txBody>
          <a:bodyPr wrap="square" lIns="0" tIns="0" rIns="0" bIns="0" rtlCol="0">
            <a:spAutoFit/>
          </a:bodyPr>
          <a:lstStyle/>
          <a:p>
            <a:r>
              <a:rPr lang="en-US" b="1" dirty="0">
                <a:solidFill>
                  <a:schemeClr val="accent1">
                    <a:lumMod val="60000"/>
                    <a:lumOff val="40000"/>
                  </a:schemeClr>
                </a:solidFill>
              </a:rPr>
              <a:t>	- Pointers are 8 Bytes long positive numbers</a:t>
            </a:r>
          </a:p>
          <a:p>
            <a:endParaRPr lang="en-US" b="1" dirty="0">
              <a:solidFill>
                <a:schemeClr val="accent1">
                  <a:lumMod val="60000"/>
                  <a:lumOff val="40000"/>
                </a:schemeClr>
              </a:solidFill>
            </a:endParaRPr>
          </a:p>
          <a:p>
            <a:r>
              <a:rPr lang="en-US" b="1" dirty="0">
                <a:solidFill>
                  <a:schemeClr val="accent1">
                    <a:lumMod val="60000"/>
                    <a:lumOff val="40000"/>
                  </a:schemeClr>
                </a:solidFill>
              </a:rPr>
              <a:t>	- Why are pointer useful? Because C always passes variable by value. Pointers lets you functionally pass a variable by 	  reference.</a:t>
            </a:r>
          </a:p>
          <a:p>
            <a:endParaRPr lang="en-US" b="1" dirty="0">
              <a:solidFill>
                <a:srgbClr val="FF0000"/>
              </a:solidFill>
            </a:endParaRPr>
          </a:p>
          <a:p>
            <a:r>
              <a:rPr lang="en-US" b="1" dirty="0">
                <a:solidFill>
                  <a:schemeClr val="accent1">
                    <a:lumMod val="60000"/>
                    <a:lumOff val="40000"/>
                  </a:schemeClr>
                </a:solidFill>
              </a:rPr>
              <a:t>	- Syntax:</a:t>
            </a:r>
          </a:p>
          <a:p>
            <a:r>
              <a:rPr lang="en-US" b="1" dirty="0">
                <a:solidFill>
                  <a:schemeClr val="accent1">
                    <a:lumMod val="60000"/>
                    <a:lumOff val="40000"/>
                  </a:schemeClr>
                </a:solidFill>
              </a:rPr>
              <a:t>		</a:t>
            </a:r>
            <a:r>
              <a:rPr lang="en-US" b="1" dirty="0">
                <a:solidFill>
                  <a:schemeClr val="bg2">
                    <a:lumMod val="10000"/>
                  </a:schemeClr>
                </a:solidFill>
              </a:rPr>
              <a:t>- * Has double meaning:</a:t>
            </a:r>
          </a:p>
          <a:p>
            <a:r>
              <a:rPr lang="en-US" b="1" dirty="0">
                <a:solidFill>
                  <a:schemeClr val="bg2">
                    <a:lumMod val="10000"/>
                  </a:schemeClr>
                </a:solidFill>
              </a:rPr>
              <a:t>			- if used in a declaration it means “This is a pointer”</a:t>
            </a:r>
          </a:p>
          <a:p>
            <a:r>
              <a:rPr lang="en-US" b="1" dirty="0">
                <a:solidFill>
                  <a:schemeClr val="bg2">
                    <a:lumMod val="10000"/>
                  </a:schemeClr>
                </a:solidFill>
              </a:rPr>
              <a:t>			- if used in an expression it means “Give me the value this pointer is addressing”</a:t>
            </a:r>
          </a:p>
          <a:p>
            <a:r>
              <a:rPr lang="en-US" b="1" dirty="0">
                <a:solidFill>
                  <a:schemeClr val="bg2">
                    <a:lumMod val="10000"/>
                  </a:schemeClr>
                </a:solidFill>
              </a:rPr>
              <a:t>		- &amp; Can only be used in expressions and it means “Give me the address of this variable”</a:t>
            </a:r>
          </a:p>
          <a:p>
            <a:endParaRPr lang="en-US" b="1" dirty="0">
              <a:solidFill>
                <a:schemeClr val="bg2">
                  <a:lumMod val="10000"/>
                </a:schemeClr>
              </a:solidFill>
            </a:endParaRPr>
          </a:p>
          <a:p>
            <a:r>
              <a:rPr lang="en-US" b="1" dirty="0">
                <a:solidFill>
                  <a:schemeClr val="bg2">
                    <a:lumMod val="10000"/>
                  </a:schemeClr>
                </a:solidFill>
              </a:rPr>
              <a:t>	</a:t>
            </a:r>
            <a:endParaRPr lang="en-US" b="1" dirty="0">
              <a:solidFill>
                <a:schemeClr val="accent1">
                  <a:lumMod val="60000"/>
                  <a:lumOff val="40000"/>
                </a:schemeClr>
              </a:solidFill>
            </a:endParaRPr>
          </a:p>
          <a:p>
            <a:pPr lvl="1" indent="0">
              <a:buNone/>
            </a:pPr>
            <a:endParaRPr lang="en-US" b="1" dirty="0">
              <a:solidFill>
                <a:schemeClr val="accent1">
                  <a:lumMod val="60000"/>
                  <a:lumOff val="40000"/>
                </a:schemeClr>
              </a:solidFill>
            </a:endParaRPr>
          </a:p>
          <a:p>
            <a:pPr lvl="2" indent="0">
              <a:buNone/>
            </a:pPr>
            <a:endParaRPr lang="en-US" b="1" dirty="0">
              <a:solidFill>
                <a:schemeClr val="accent1">
                  <a:lumMod val="60000"/>
                  <a:lumOff val="40000"/>
                </a:schemeClr>
              </a:solidFill>
            </a:endParaRPr>
          </a:p>
          <a:p>
            <a:pPr lvl="2" indent="0">
              <a:buNone/>
            </a:pPr>
            <a:endParaRPr lang="en-US" b="1" dirty="0">
              <a:solidFill>
                <a:schemeClr val="accent1">
                  <a:lumMod val="60000"/>
                  <a:lumOff val="40000"/>
                </a:schemeClr>
              </a:solidFill>
            </a:endParaRPr>
          </a:p>
        </p:txBody>
      </p:sp>
      <p:pic>
        <p:nvPicPr>
          <p:cNvPr id="7" name="Picture 6">
            <a:extLst>
              <a:ext uri="{FF2B5EF4-FFF2-40B4-BE49-F238E27FC236}">
                <a16:creationId xmlns:a16="http://schemas.microsoft.com/office/drawing/2014/main" id="{691E0526-4364-D3A6-BD32-9D6C6D8E1312}"/>
              </a:ext>
            </a:extLst>
          </p:cNvPr>
          <p:cNvPicPr>
            <a:picLocks noChangeAspect="1"/>
          </p:cNvPicPr>
          <p:nvPr/>
        </p:nvPicPr>
        <p:blipFill>
          <a:blip r:embed="rId4"/>
          <a:stretch>
            <a:fillRect/>
          </a:stretch>
        </p:blipFill>
        <p:spPr>
          <a:xfrm>
            <a:off x="203262" y="4010574"/>
            <a:ext cx="5905543" cy="1466861"/>
          </a:xfrm>
          <a:prstGeom prst="rect">
            <a:avLst/>
          </a:prstGeom>
        </p:spPr>
      </p:pic>
      <p:sp>
        <p:nvSpPr>
          <p:cNvPr id="8" name="TextBox 7">
            <a:extLst>
              <a:ext uri="{FF2B5EF4-FFF2-40B4-BE49-F238E27FC236}">
                <a16:creationId xmlns:a16="http://schemas.microsoft.com/office/drawing/2014/main" id="{EA9FBF98-A4B5-A93F-4A84-0683196C2709}"/>
              </a:ext>
            </a:extLst>
          </p:cNvPr>
          <p:cNvSpPr txBox="1"/>
          <p:nvPr/>
        </p:nvSpPr>
        <p:spPr>
          <a:xfrm>
            <a:off x="6384032" y="4010574"/>
            <a:ext cx="4752168" cy="1930272"/>
          </a:xfrm>
          <a:prstGeom prst="rect">
            <a:avLst/>
          </a:prstGeom>
          <a:noFill/>
        </p:spPr>
        <p:txBody>
          <a:bodyPr wrap="square" lIns="0" tIns="0" rIns="0" bIns="0" rtlCol="0">
            <a:spAutoFit/>
          </a:bodyPr>
          <a:lstStyle/>
          <a:p>
            <a:r>
              <a:rPr lang="en-US" b="1" dirty="0">
                <a:solidFill>
                  <a:srgbClr val="FF0000"/>
                </a:solidFill>
              </a:rPr>
              <a:t>Since a is an integer (4 Bytes), it occupies 4 cells (1 Byte each). </a:t>
            </a:r>
          </a:p>
          <a:p>
            <a:r>
              <a:rPr lang="en-US" b="1" dirty="0">
                <a:solidFill>
                  <a:srgbClr val="FF0000"/>
                </a:solidFill>
              </a:rPr>
              <a:t>&amp;a is the address of the first cell (1 Byte). But *&amp;a will give you a 4 bytes number. </a:t>
            </a:r>
          </a:p>
          <a:p>
            <a:r>
              <a:rPr lang="en-US" b="1" dirty="0">
                <a:solidFill>
                  <a:srgbClr val="FF0000"/>
                </a:solidFill>
              </a:rPr>
              <a:t>That is because at runtime C knows a is an integer, and * operator will look all appropriate cells and combine them into one value</a:t>
            </a:r>
          </a:p>
          <a:p>
            <a:endParaRPr lang="en-CH" dirty="0"/>
          </a:p>
        </p:txBody>
      </p:sp>
    </p:spTree>
    <p:extLst>
      <p:ext uri="{BB962C8B-B14F-4D97-AF65-F5344CB8AC3E}">
        <p14:creationId xmlns:p14="http://schemas.microsoft.com/office/powerpoint/2010/main" val="2408261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C2565-B5A3-F6C1-1491-22C03894981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8750A59-FE13-E0CD-8698-62E0028925BF}"/>
              </a:ext>
            </a:extLst>
          </p:cNvPr>
          <p:cNvSpPr>
            <a:spLocks noGrp="1"/>
          </p:cNvSpPr>
          <p:nvPr>
            <p:ph type="title"/>
          </p:nvPr>
        </p:nvSpPr>
        <p:spPr/>
        <p:txBody>
          <a:bodyPr/>
          <a:lstStyle/>
          <a:p>
            <a:r>
              <a:rPr lang="en-GB" sz="3200" dirty="0">
                <a:solidFill>
                  <a:schemeClr val="accent1">
                    <a:lumMod val="75000"/>
                  </a:schemeClr>
                </a:solidFill>
              </a:rPr>
              <a:t>Arrays and Pointers</a:t>
            </a:r>
          </a:p>
        </p:txBody>
      </p:sp>
      <p:sp>
        <p:nvSpPr>
          <p:cNvPr id="5" name="Fußzeilenplatzhalter 4">
            <a:extLst>
              <a:ext uri="{FF2B5EF4-FFF2-40B4-BE49-F238E27FC236}">
                <a16:creationId xmlns:a16="http://schemas.microsoft.com/office/drawing/2014/main" id="{CDC8DCF6-C29F-B500-1E6A-83D4BC74971D}"/>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0FF7A4A5-2B72-C3D0-2D0E-65DD3E11FCCE}"/>
              </a:ext>
            </a:extLst>
          </p:cNvPr>
          <p:cNvSpPr>
            <a:spLocks noGrp="1"/>
          </p:cNvSpPr>
          <p:nvPr>
            <p:ph type="sldNum" sz="quarter" idx="12"/>
          </p:nvPr>
        </p:nvSpPr>
        <p:spPr/>
        <p:txBody>
          <a:bodyPr/>
          <a:lstStyle/>
          <a:p>
            <a:fld id="{442AD375-037F-43D0-B059-5172DA06796A}" type="slidenum">
              <a:rPr lang="en-GB" smtClean="0"/>
              <a:pPr/>
              <a:t>7</a:t>
            </a:fld>
            <a:endParaRPr lang="en-GB"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8BE477E7-3460-9A5E-3EF4-D07A7D78C3A8}"/>
                  </a:ext>
                </a:extLst>
              </p14:cNvPr>
              <p14:cNvContentPartPr/>
              <p14:nvPr/>
            </p14:nvContentPartPr>
            <p14:xfrm>
              <a:off x="-203250" y="4196930"/>
              <a:ext cx="360" cy="360"/>
            </p14:xfrm>
          </p:contentPart>
        </mc:Choice>
        <mc:Fallback xmlns="">
          <p:pic>
            <p:nvPicPr>
              <p:cNvPr id="11" name="Ink 10">
                <a:extLst>
                  <a:ext uri="{FF2B5EF4-FFF2-40B4-BE49-F238E27FC236}">
                    <a16:creationId xmlns:a16="http://schemas.microsoft.com/office/drawing/2014/main" id="{8BE477E7-3460-9A5E-3EF4-D07A7D78C3A8}"/>
                  </a:ext>
                </a:extLst>
              </p:cNvPr>
              <p:cNvPicPr/>
              <p:nvPr/>
            </p:nvPicPr>
            <p:blipFill>
              <a:blip r:embed="rId3"/>
              <a:stretch>
                <a:fillRect/>
              </a:stretch>
            </p:blipFill>
            <p:spPr>
              <a:xfrm>
                <a:off x="-209370" y="4190810"/>
                <a:ext cx="12600" cy="12600"/>
              </a:xfrm>
              <a:prstGeom prst="rect">
                <a:avLst/>
              </a:prstGeom>
            </p:spPr>
          </p:pic>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39C8737-665E-F79B-6DA8-435BE8D22838}"/>
                  </a:ext>
                </a:extLst>
              </p:cNvPr>
              <p:cNvSpPr txBox="1"/>
              <p:nvPr/>
            </p:nvSpPr>
            <p:spPr>
              <a:xfrm>
                <a:off x="-767096" y="880046"/>
                <a:ext cx="11449272" cy="6315896"/>
              </a:xfrm>
              <a:prstGeom prst="rect">
                <a:avLst/>
              </a:prstGeom>
              <a:noFill/>
            </p:spPr>
            <p:txBody>
              <a:bodyPr wrap="square" lIns="0" tIns="0" rIns="0" bIns="0" rtlCol="0">
                <a:spAutoFit/>
              </a:bodyPr>
              <a:lstStyle/>
              <a:p>
                <a:pPr lvl="4" indent="0">
                  <a:buNone/>
                </a:pPr>
                <a:r>
                  <a:rPr lang="en-US" b="1" dirty="0">
                    <a:solidFill>
                      <a:schemeClr val="accent1">
                        <a:lumMod val="60000"/>
                        <a:lumOff val="40000"/>
                      </a:schemeClr>
                    </a:solidFill>
                    <a:sym typeface="Wingdings" panose="05000000000000000000" pitchFamily="2" charset="2"/>
                  </a:rPr>
                  <a:t>	- With the new model, arrays become much more evident.</a:t>
                </a:r>
              </a:p>
              <a:p>
                <a:pPr lvl="4" indent="0">
                  <a:buNone/>
                </a:pPr>
                <a:endParaRPr lang="en-US" b="1" dirty="0">
                  <a:solidFill>
                    <a:schemeClr val="accent1">
                      <a:lumMod val="60000"/>
                      <a:lumOff val="40000"/>
                    </a:schemeClr>
                  </a:solidFill>
                  <a:sym typeface="Wingdings" panose="05000000000000000000" pitchFamily="2" charset="2"/>
                </a:endParaRPr>
              </a:p>
              <a:p>
                <a:pPr lvl="4" indent="0">
                  <a:buNone/>
                </a:pPr>
                <a:r>
                  <a:rPr lang="en-US" b="1" dirty="0">
                    <a:solidFill>
                      <a:schemeClr val="accent1">
                        <a:lumMod val="60000"/>
                        <a:lumOff val="40000"/>
                      </a:schemeClr>
                    </a:solidFill>
                    <a:sym typeface="Wingdings" panose="05000000000000000000" pitchFamily="2" charset="2"/>
                  </a:rPr>
                  <a:t>	- When getting an address of an array (just like a integer or a char) we are getting simply the value in the   	  first cell.</a:t>
                </a:r>
              </a:p>
              <a:p>
                <a:pPr lvl="4" indent="0">
                  <a:buNone/>
                </a:pPr>
                <a:endParaRPr lang="en-US" b="1" dirty="0">
                  <a:solidFill>
                    <a:schemeClr val="accent1">
                      <a:lumMod val="60000"/>
                      <a:lumOff val="40000"/>
                    </a:schemeClr>
                  </a:solidFill>
                  <a:sym typeface="Wingdings" panose="05000000000000000000" pitchFamily="2" charset="2"/>
                </a:endParaRPr>
              </a:p>
              <a:p>
                <a:pPr lvl="4" indent="0">
                  <a:buNone/>
                </a:pPr>
                <a:r>
                  <a:rPr lang="en-US" b="1" dirty="0">
                    <a:solidFill>
                      <a:schemeClr val="accent1">
                        <a:lumMod val="60000"/>
                        <a:lumOff val="40000"/>
                      </a:schemeClr>
                    </a:solidFill>
                    <a:sym typeface="Wingdings" panose="05000000000000000000" pitchFamily="2" charset="2"/>
                  </a:rPr>
                  <a:t>   - If I call </a:t>
                </a:r>
                <a:r>
                  <a:rPr lang="en-US" b="1" dirty="0" err="1">
                    <a:solidFill>
                      <a:schemeClr val="accent1">
                        <a:lumMod val="60000"/>
                        <a:lumOff val="40000"/>
                      </a:schemeClr>
                    </a:solidFill>
                    <a:sym typeface="Wingdings" panose="05000000000000000000" pitchFamily="2" charset="2"/>
                  </a:rPr>
                  <a:t>arr</a:t>
                </a:r>
                <a:r>
                  <a:rPr lang="en-US" b="1" dirty="0">
                    <a:solidFill>
                      <a:schemeClr val="accent1">
                        <a:lumMod val="60000"/>
                        <a:lumOff val="40000"/>
                      </a:schemeClr>
                    </a:solidFill>
                    <a:sym typeface="Wingdings" panose="05000000000000000000" pitchFamily="2" charset="2"/>
                  </a:rPr>
                  <a:t>[4] and my array is of type int, then C will actually compute *(&amp;</a:t>
                </a:r>
                <a:r>
                  <a:rPr lang="en-US" b="1" dirty="0" err="1">
                    <a:solidFill>
                      <a:schemeClr val="accent1">
                        <a:lumMod val="60000"/>
                        <a:lumOff val="40000"/>
                      </a:schemeClr>
                    </a:solidFill>
                    <a:sym typeface="Wingdings" panose="05000000000000000000" pitchFamily="2" charset="2"/>
                  </a:rPr>
                  <a:t>arr</a:t>
                </a:r>
                <a:r>
                  <a:rPr lang="en-US" b="1" dirty="0">
                    <a:solidFill>
                      <a:schemeClr val="accent1">
                        <a:lumMod val="60000"/>
                        <a:lumOff val="40000"/>
                      </a:schemeClr>
                    </a:solidFill>
                    <a:sym typeface="Wingdings" panose="05000000000000000000" pitchFamily="2" charset="2"/>
                  </a:rPr>
                  <a:t>[0] + 4)). Those two expressions</a:t>
                </a:r>
              </a:p>
              <a:p>
                <a:pPr lvl="4" indent="0">
                  <a:buNone/>
                </a:pPr>
                <a:r>
                  <a:rPr lang="en-US" b="1" dirty="0">
                    <a:solidFill>
                      <a:schemeClr val="accent1">
                        <a:lumMod val="60000"/>
                        <a:lumOff val="40000"/>
                      </a:schemeClr>
                    </a:solidFill>
                    <a:sym typeface="Wingdings" panose="05000000000000000000" pitchFamily="2" charset="2"/>
                  </a:rPr>
                  <a:t>	  are equivalent in C.  </a:t>
                </a:r>
                <a:r>
                  <a:rPr lang="en-US" b="1" dirty="0">
                    <a:solidFill>
                      <a:srgbClr val="FF0000"/>
                    </a:solidFill>
                    <a:sym typeface="Wingdings" panose="05000000000000000000" pitchFamily="2" charset="2"/>
                  </a:rPr>
                  <a:t>Here we are not summing 4 * </a:t>
                </a:r>
                <a:r>
                  <a:rPr lang="en-US" b="1" dirty="0" err="1">
                    <a:solidFill>
                      <a:srgbClr val="FF0000"/>
                    </a:solidFill>
                    <a:sym typeface="Wingdings" panose="05000000000000000000" pitchFamily="2" charset="2"/>
                  </a:rPr>
                  <a:t>sizeof</a:t>
                </a:r>
                <a:r>
                  <a:rPr lang="en-US" b="1" dirty="0">
                    <a:solidFill>
                      <a:srgbClr val="FF0000"/>
                    </a:solidFill>
                    <a:sym typeface="Wingdings" panose="05000000000000000000" pitchFamily="2" charset="2"/>
                  </a:rPr>
                  <a:t>(int) because C does that automatically</a:t>
                </a:r>
              </a:p>
              <a:p>
                <a:pPr lvl="4" indent="0">
                  <a:buNone/>
                </a:pPr>
                <a:endParaRPr lang="en-US" b="1" dirty="0">
                  <a:solidFill>
                    <a:srgbClr val="FF0000"/>
                  </a:solidFill>
                  <a:sym typeface="Wingdings" panose="05000000000000000000" pitchFamily="2" charset="2"/>
                </a:endParaRPr>
              </a:p>
              <a:p>
                <a:pPr lvl="4" indent="0">
                  <a:buNone/>
                </a:pPr>
                <a:r>
                  <a:rPr lang="en-US" b="1" dirty="0">
                    <a:solidFill>
                      <a:srgbClr val="FF0000"/>
                    </a:solidFill>
                    <a:sym typeface="Wingdings" panose="05000000000000000000" pitchFamily="2" charset="2"/>
                  </a:rPr>
                  <a:t>	</a:t>
                </a:r>
                <a:r>
                  <a:rPr lang="en-US" b="1" dirty="0">
                    <a:solidFill>
                      <a:schemeClr val="accent1">
                        <a:lumMod val="60000"/>
                        <a:lumOff val="40000"/>
                      </a:schemeClr>
                    </a:solidFill>
                    <a:sym typeface="Wingdings" panose="05000000000000000000" pitchFamily="2" charset="2"/>
                  </a:rPr>
                  <a:t>- But when an array is defined in main, the compiler has information about type and size, so if I try to call 	     	  the 10</a:t>
                </a:r>
                <a:r>
                  <a:rPr lang="en-US" b="1" baseline="30000" dirty="0">
                    <a:solidFill>
                      <a:schemeClr val="accent1">
                        <a:lumMod val="60000"/>
                        <a:lumOff val="40000"/>
                      </a:schemeClr>
                    </a:solidFill>
                    <a:sym typeface="Wingdings" panose="05000000000000000000" pitchFamily="2" charset="2"/>
                  </a:rPr>
                  <a:t>th</a:t>
                </a:r>
                <a:r>
                  <a:rPr lang="en-US" b="1" dirty="0">
                    <a:solidFill>
                      <a:schemeClr val="accent1">
                        <a:lumMod val="60000"/>
                        <a:lumOff val="40000"/>
                      </a:schemeClr>
                    </a:solidFill>
                    <a:sym typeface="Wingdings" panose="05000000000000000000" pitchFamily="2" charset="2"/>
                  </a:rPr>
                  <a:t> element of an array length 5 it will complain.</a:t>
                </a:r>
              </a:p>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 An integer array of 5 elements will have   </a:t>
                </a:r>
                <a14:m>
                  <m:oMath xmlns:m="http://schemas.openxmlformats.org/officeDocument/2006/math">
                    <m:f>
                      <m:fPr>
                        <m:ctrlPr>
                          <a:rPr lang="en-US" sz="2800" b="1" i="1" smtClean="0">
                            <a:solidFill>
                              <a:schemeClr val="accent5">
                                <a:lumMod val="60000"/>
                                <a:lumOff val="40000"/>
                              </a:schemeClr>
                            </a:solidFill>
                            <a:latin typeface="Cambria Math" panose="02040503050406030204" pitchFamily="18" charset="0"/>
                            <a:sym typeface="Wingdings" panose="05000000000000000000" pitchFamily="2" charset="2"/>
                          </a:rPr>
                        </m:ctrlPr>
                      </m:fPr>
                      <m:num>
                        <m:r>
                          <a:rPr lang="en-US" sz="2800" b="1" i="1">
                            <a:solidFill>
                              <a:schemeClr val="accent5">
                                <a:lumMod val="60000"/>
                                <a:lumOff val="40000"/>
                              </a:schemeClr>
                            </a:solidFill>
                            <a:latin typeface="Cambria Math" panose="02040503050406030204" pitchFamily="18" charset="0"/>
                            <a:sym typeface="Wingdings" panose="05000000000000000000" pitchFamily="2" charset="2"/>
                          </a:rPr>
                          <m:t>𝟒</m:t>
                        </m:r>
                        <m:r>
                          <a:rPr lang="en-US" sz="2800" b="1" i="1">
                            <a:solidFill>
                              <a:schemeClr val="accent5">
                                <a:lumMod val="60000"/>
                                <a:lumOff val="40000"/>
                              </a:schemeClr>
                            </a:solidFill>
                            <a:latin typeface="Cambria Math" panose="02040503050406030204" pitchFamily="18" charset="0"/>
                            <a:sym typeface="Wingdings" panose="05000000000000000000" pitchFamily="2" charset="2"/>
                          </a:rPr>
                          <m:t> </m:t>
                        </m:r>
                        <m:f>
                          <m:fPr>
                            <m:ctrlPr>
                              <a:rPr lang="en-US" sz="2800" b="1" i="1">
                                <a:solidFill>
                                  <a:schemeClr val="accent5">
                                    <a:lumMod val="60000"/>
                                    <a:lumOff val="40000"/>
                                  </a:schemeClr>
                                </a:solidFill>
                                <a:latin typeface="Cambria Math" panose="02040503050406030204" pitchFamily="18" charset="0"/>
                                <a:sym typeface="Wingdings" panose="05000000000000000000" pitchFamily="2" charset="2"/>
                              </a:rPr>
                            </m:ctrlPr>
                          </m:fPr>
                          <m:num>
                            <m:r>
                              <a:rPr lang="en-US" sz="2800" b="1" i="1">
                                <a:solidFill>
                                  <a:schemeClr val="accent5">
                                    <a:lumMod val="60000"/>
                                    <a:lumOff val="40000"/>
                                  </a:schemeClr>
                                </a:solidFill>
                                <a:latin typeface="Cambria Math" panose="02040503050406030204" pitchFamily="18" charset="0"/>
                                <a:sym typeface="Wingdings" panose="05000000000000000000" pitchFamily="2" charset="2"/>
                              </a:rPr>
                              <m:t>𝑩𝒚𝒕𝒆𝒔</m:t>
                            </m:r>
                          </m:num>
                          <m:den>
                            <m:r>
                              <a:rPr lang="en-US" sz="2800" b="1" i="1">
                                <a:solidFill>
                                  <a:schemeClr val="accent5">
                                    <a:lumMod val="60000"/>
                                    <a:lumOff val="40000"/>
                                  </a:schemeClr>
                                </a:solidFill>
                                <a:latin typeface="Cambria Math" panose="02040503050406030204" pitchFamily="18" charset="0"/>
                                <a:sym typeface="Wingdings" panose="05000000000000000000" pitchFamily="2" charset="2"/>
                              </a:rPr>
                              <m:t>𝒊𝒏𝒕𝒆𝒈𝒆𝒓</m:t>
                            </m:r>
                          </m:den>
                        </m:f>
                        <m:r>
                          <a:rPr lang="en-US" sz="2800" b="1" i="1" smtClean="0">
                            <a:solidFill>
                              <a:schemeClr val="accent5">
                                <a:lumMod val="60000"/>
                                <a:lumOff val="40000"/>
                              </a:schemeClr>
                            </a:solidFill>
                            <a:latin typeface="Cambria Math" panose="02040503050406030204" pitchFamily="18" charset="0"/>
                            <a:sym typeface="Wingdings" panose="05000000000000000000" pitchFamily="2" charset="2"/>
                          </a:rPr>
                          <m:t> </m:t>
                        </m:r>
                        <m:r>
                          <a:rPr lang="en-US" sz="2800" b="1" i="1">
                            <a:solidFill>
                              <a:schemeClr val="accent5">
                                <a:lumMod val="60000"/>
                                <a:lumOff val="40000"/>
                              </a:schemeClr>
                            </a:solidFill>
                            <a:latin typeface="Cambria Math" panose="02040503050406030204" pitchFamily="18" charset="0"/>
                            <a:sym typeface="Wingdings" panose="05000000000000000000" pitchFamily="2" charset="2"/>
                          </a:rPr>
                          <m:t>∗</m:t>
                        </m:r>
                        <m:r>
                          <a:rPr lang="en-US" sz="2800" b="1" i="1" smtClean="0">
                            <a:solidFill>
                              <a:schemeClr val="accent5">
                                <a:lumMod val="60000"/>
                                <a:lumOff val="40000"/>
                              </a:schemeClr>
                            </a:solidFill>
                            <a:latin typeface="Cambria Math" panose="02040503050406030204" pitchFamily="18" charset="0"/>
                            <a:sym typeface="Wingdings" panose="05000000000000000000" pitchFamily="2" charset="2"/>
                          </a:rPr>
                          <m:t> </m:t>
                        </m:r>
                        <m:r>
                          <a:rPr lang="en-US" sz="2800" b="1" i="1">
                            <a:solidFill>
                              <a:schemeClr val="accent5">
                                <a:lumMod val="60000"/>
                                <a:lumOff val="40000"/>
                              </a:schemeClr>
                            </a:solidFill>
                            <a:latin typeface="Cambria Math" panose="02040503050406030204" pitchFamily="18" charset="0"/>
                            <a:sym typeface="Wingdings" panose="05000000000000000000" pitchFamily="2" charset="2"/>
                          </a:rPr>
                          <m:t>𝟓</m:t>
                        </m:r>
                        <m:r>
                          <a:rPr lang="en-US" sz="2800" b="1" i="1">
                            <a:solidFill>
                              <a:schemeClr val="accent5">
                                <a:lumMod val="60000"/>
                                <a:lumOff val="40000"/>
                              </a:schemeClr>
                            </a:solidFill>
                            <a:latin typeface="Cambria Math" panose="02040503050406030204" pitchFamily="18" charset="0"/>
                            <a:sym typeface="Wingdings" panose="05000000000000000000" pitchFamily="2" charset="2"/>
                          </a:rPr>
                          <m:t> </m:t>
                        </m:r>
                        <m:r>
                          <a:rPr lang="en-US" sz="2800" b="1" i="1">
                            <a:solidFill>
                              <a:schemeClr val="accent5">
                                <a:lumMod val="60000"/>
                                <a:lumOff val="40000"/>
                              </a:schemeClr>
                            </a:solidFill>
                            <a:latin typeface="Cambria Math" panose="02040503050406030204" pitchFamily="18" charset="0"/>
                            <a:sym typeface="Wingdings" panose="05000000000000000000" pitchFamily="2" charset="2"/>
                          </a:rPr>
                          <m:t>𝒊𝒏𝒕𝒆𝒈𝒆𝒓𝒔</m:t>
                        </m:r>
                      </m:num>
                      <m:den>
                        <m:r>
                          <a:rPr lang="en-US" sz="2800" b="1" i="1">
                            <a:solidFill>
                              <a:schemeClr val="accent5">
                                <a:lumMod val="60000"/>
                                <a:lumOff val="40000"/>
                              </a:schemeClr>
                            </a:solidFill>
                            <a:latin typeface="Cambria Math" panose="02040503050406030204" pitchFamily="18" charset="0"/>
                            <a:sym typeface="Wingdings" panose="05000000000000000000" pitchFamily="2" charset="2"/>
                          </a:rPr>
                          <m:t>𝟏</m:t>
                        </m:r>
                        <m:r>
                          <a:rPr lang="en-US" sz="2800" b="1" i="1" smtClean="0">
                            <a:solidFill>
                              <a:schemeClr val="accent5">
                                <a:lumMod val="60000"/>
                                <a:lumOff val="40000"/>
                              </a:schemeClr>
                            </a:solidFill>
                            <a:latin typeface="Cambria Math" panose="02040503050406030204" pitchFamily="18" charset="0"/>
                            <a:sym typeface="Wingdings" panose="05000000000000000000" pitchFamily="2" charset="2"/>
                          </a:rPr>
                          <m:t> </m:t>
                        </m:r>
                        <m:f>
                          <m:fPr>
                            <m:ctrlPr>
                              <a:rPr lang="en-US" sz="2800" b="1" i="1">
                                <a:solidFill>
                                  <a:schemeClr val="accent5">
                                    <a:lumMod val="60000"/>
                                    <a:lumOff val="40000"/>
                                  </a:schemeClr>
                                </a:solidFill>
                                <a:latin typeface="Cambria Math" panose="02040503050406030204" pitchFamily="18" charset="0"/>
                                <a:sym typeface="Wingdings" panose="05000000000000000000" pitchFamily="2" charset="2"/>
                              </a:rPr>
                            </m:ctrlPr>
                          </m:fPr>
                          <m:num>
                            <m:r>
                              <a:rPr lang="en-US" sz="2800" b="1" i="1">
                                <a:solidFill>
                                  <a:schemeClr val="accent5">
                                    <a:lumMod val="60000"/>
                                    <a:lumOff val="40000"/>
                                  </a:schemeClr>
                                </a:solidFill>
                                <a:latin typeface="Cambria Math" panose="02040503050406030204" pitchFamily="18" charset="0"/>
                                <a:sym typeface="Wingdings" panose="05000000000000000000" pitchFamily="2" charset="2"/>
                              </a:rPr>
                              <m:t>𝑩𝒚𝒕𝒆𝒔</m:t>
                            </m:r>
                          </m:num>
                          <m:den>
                            <m:r>
                              <a:rPr lang="en-US" sz="2800" b="1" i="1">
                                <a:solidFill>
                                  <a:schemeClr val="accent5">
                                    <a:lumMod val="60000"/>
                                    <a:lumOff val="40000"/>
                                  </a:schemeClr>
                                </a:solidFill>
                                <a:latin typeface="Cambria Math" panose="02040503050406030204" pitchFamily="18" charset="0"/>
                                <a:sym typeface="Wingdings" panose="05000000000000000000" pitchFamily="2" charset="2"/>
                              </a:rPr>
                              <m:t>𝑪𝒆𝒍𝒍</m:t>
                            </m:r>
                          </m:den>
                        </m:f>
                      </m:den>
                    </m:f>
                    <m:r>
                      <a:rPr lang="en-US" sz="2800" b="1" i="1">
                        <a:solidFill>
                          <a:schemeClr val="accent5">
                            <a:lumMod val="60000"/>
                            <a:lumOff val="40000"/>
                          </a:schemeClr>
                        </a:solidFill>
                        <a:latin typeface="Cambria Math" panose="02040503050406030204" pitchFamily="18" charset="0"/>
                        <a:sym typeface="Wingdings" panose="05000000000000000000" pitchFamily="2" charset="2"/>
                      </a:rPr>
                      <m:t>=</m:t>
                    </m:r>
                    <m:r>
                      <a:rPr lang="en-US" sz="2800" b="1" i="1">
                        <a:solidFill>
                          <a:schemeClr val="accent5">
                            <a:lumMod val="60000"/>
                            <a:lumOff val="40000"/>
                          </a:schemeClr>
                        </a:solidFill>
                        <a:latin typeface="Cambria Math" panose="02040503050406030204" pitchFamily="18" charset="0"/>
                        <a:sym typeface="Wingdings" panose="05000000000000000000" pitchFamily="2" charset="2"/>
                      </a:rPr>
                      <m:t>𝟐𝟎</m:t>
                    </m:r>
                    <m:r>
                      <a:rPr lang="en-US" sz="2800" b="1" i="1">
                        <a:solidFill>
                          <a:schemeClr val="accent5">
                            <a:lumMod val="60000"/>
                            <a:lumOff val="40000"/>
                          </a:schemeClr>
                        </a:solidFill>
                        <a:latin typeface="Cambria Math" panose="02040503050406030204" pitchFamily="18" charset="0"/>
                        <a:sym typeface="Wingdings" panose="05000000000000000000" pitchFamily="2" charset="2"/>
                      </a:rPr>
                      <m:t> </m:t>
                    </m:r>
                    <m:r>
                      <a:rPr lang="en-US" sz="2800" b="1" i="1">
                        <a:solidFill>
                          <a:schemeClr val="accent5">
                            <a:lumMod val="60000"/>
                            <a:lumOff val="40000"/>
                          </a:schemeClr>
                        </a:solidFill>
                        <a:latin typeface="Cambria Math" panose="02040503050406030204" pitchFamily="18" charset="0"/>
                        <a:sym typeface="Wingdings" panose="05000000000000000000" pitchFamily="2" charset="2"/>
                      </a:rPr>
                      <m:t>𝑪𝒆𝒍𝒍</m:t>
                    </m:r>
                    <m:r>
                      <a:rPr lang="en-US" sz="2800" b="1" i="1" smtClean="0">
                        <a:solidFill>
                          <a:schemeClr val="accent5">
                            <a:lumMod val="60000"/>
                            <a:lumOff val="40000"/>
                          </a:schemeClr>
                        </a:solidFill>
                        <a:latin typeface="Cambria Math" panose="02040503050406030204" pitchFamily="18" charset="0"/>
                        <a:sym typeface="Wingdings" panose="05000000000000000000" pitchFamily="2" charset="2"/>
                      </a:rPr>
                      <m:t>  </m:t>
                    </m:r>
                  </m:oMath>
                </a14:m>
                <a:r>
                  <a:rPr lang="en-US" sz="2800" b="1" dirty="0">
                    <a:solidFill>
                      <a:schemeClr val="accent5">
                        <a:lumMod val="60000"/>
                        <a:lumOff val="40000"/>
                      </a:schemeClr>
                    </a:solidFill>
                    <a:sym typeface="Wingdings" panose="05000000000000000000" pitchFamily="2" charset="2"/>
                  </a:rPr>
                  <a:t> </a:t>
                </a:r>
                <a:r>
                  <a:rPr lang="en-US" b="1" dirty="0">
                    <a:solidFill>
                      <a:schemeClr val="accent1">
                        <a:lumMod val="60000"/>
                        <a:lumOff val="40000"/>
                      </a:schemeClr>
                    </a:solidFill>
                    <a:sym typeface="Wingdings" panose="05000000000000000000" pitchFamily="2" charset="2"/>
                  </a:rPr>
                  <a:t>in memory</a:t>
                </a:r>
              </a:p>
              <a:p>
                <a:pPr lvl="4" indent="0">
                  <a:buNone/>
                </a:pPr>
                <a:endParaRPr lang="en-US" b="1" dirty="0">
                  <a:solidFill>
                    <a:schemeClr val="accent1">
                      <a:lumMod val="60000"/>
                      <a:lumOff val="40000"/>
                    </a:schemeClr>
                  </a:solidFill>
                  <a:sym typeface="Wingdings" panose="05000000000000000000" pitchFamily="2" charset="2"/>
                </a:endParaRPr>
              </a:p>
              <a:p>
                <a:pPr lvl="4" indent="0">
                  <a:buNone/>
                </a:pPr>
                <a:r>
                  <a:rPr lang="en-US" b="1" dirty="0">
                    <a:solidFill>
                      <a:schemeClr val="accent1">
                        <a:lumMod val="60000"/>
                        <a:lumOff val="40000"/>
                      </a:schemeClr>
                    </a:solidFill>
                    <a:sym typeface="Wingdings" panose="05000000000000000000" pitchFamily="2" charset="2"/>
                  </a:rPr>
                  <a:t>    - When passing an array into a function C always decays the array to a pointer, pointing at the first 	 	  element of the array. Then when defining the array in the function one has to specify the type.</a:t>
                </a:r>
              </a:p>
              <a:p>
                <a:pPr lvl="4" indent="0">
                  <a:buNone/>
                </a:pPr>
                <a:r>
                  <a:rPr lang="en-US" b="1" dirty="0">
                    <a:solidFill>
                      <a:schemeClr val="accent1">
                        <a:lumMod val="60000"/>
                        <a:lumOff val="40000"/>
                      </a:schemeClr>
                    </a:solidFill>
                    <a:sym typeface="Wingdings" panose="05000000000000000000" pitchFamily="2" charset="2"/>
                  </a:rPr>
                  <a:t>		</a:t>
                </a:r>
                <a:r>
                  <a:rPr lang="en-US" b="1" dirty="0">
                    <a:sym typeface="Wingdings" panose="05000000000000000000" pitchFamily="2" charset="2"/>
                  </a:rPr>
                  <a:t>- This is why calling the 10</a:t>
                </a:r>
                <a:r>
                  <a:rPr lang="en-US" b="1" baseline="30000" dirty="0">
                    <a:sym typeface="Wingdings" panose="05000000000000000000" pitchFamily="2" charset="2"/>
                  </a:rPr>
                  <a:t>th</a:t>
                </a:r>
                <a:r>
                  <a:rPr lang="en-US" b="1" dirty="0">
                    <a:sym typeface="Wingdings" panose="05000000000000000000" pitchFamily="2" charset="2"/>
                  </a:rPr>
                  <a:t> element of an array of length 5 is possible when done in a function. The	                   compiler won’t complain and just access the cell memory it thinks contains that value</a:t>
                </a:r>
              </a:p>
              <a:p>
                <a:pPr lvl="4" indent="0">
                  <a:buNone/>
                </a:pPr>
                <a:endParaRPr lang="en-US" b="1" dirty="0">
                  <a:sym typeface="Wingdings" panose="05000000000000000000" pitchFamily="2" charset="2"/>
                </a:endParaRPr>
              </a:p>
              <a:p>
                <a:pPr lvl="4" indent="0">
                  <a:buNone/>
                </a:pPr>
                <a:r>
                  <a:rPr lang="en-US" b="1" dirty="0">
                    <a:sym typeface="Wingdings" panose="05000000000000000000" pitchFamily="2" charset="2"/>
                  </a:rPr>
                  <a:t>	</a:t>
                </a:r>
                <a:r>
                  <a:rPr lang="en-US" b="1" dirty="0">
                    <a:solidFill>
                      <a:schemeClr val="accent1">
                        <a:lumMod val="60000"/>
                        <a:lumOff val="40000"/>
                      </a:schemeClr>
                    </a:solidFill>
                    <a:sym typeface="Wingdings" panose="05000000000000000000" pitchFamily="2" charset="2"/>
                  </a:rPr>
                  <a:t>- An array pointing to NULL is simply pointing to address 0, which by definition is invalid.</a:t>
                </a:r>
              </a:p>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a:t>
                </a:r>
                <a:endParaRPr lang="en-US" b="1" dirty="0">
                  <a:sym typeface="Wingdings" panose="05000000000000000000" pitchFamily="2" charset="2"/>
                </a:endParaRPr>
              </a:p>
              <a:p>
                <a:pPr lvl="4" indent="0">
                  <a:buNone/>
                </a:pPr>
                <a:endParaRPr lang="en-US" b="1" dirty="0">
                  <a:sym typeface="Wingdings" panose="05000000000000000000" pitchFamily="2" charset="2"/>
                </a:endParaRPr>
              </a:p>
              <a:p>
                <a:pPr lvl="4" indent="0">
                  <a:buNone/>
                </a:pPr>
                <a:endParaRPr lang="en-US" b="1" dirty="0">
                  <a:sym typeface="Wingdings" panose="05000000000000000000" pitchFamily="2" charset="2"/>
                </a:endParaRPr>
              </a:p>
            </p:txBody>
          </p:sp>
        </mc:Choice>
        <mc:Fallback>
          <p:sp>
            <p:nvSpPr>
              <p:cNvPr id="3" name="TextBox 2">
                <a:extLst>
                  <a:ext uri="{FF2B5EF4-FFF2-40B4-BE49-F238E27FC236}">
                    <a16:creationId xmlns:a16="http://schemas.microsoft.com/office/drawing/2014/main" id="{139C8737-665E-F79B-6DA8-435BE8D22838}"/>
                  </a:ext>
                </a:extLst>
              </p:cNvPr>
              <p:cNvSpPr txBox="1">
                <a:spLocks noRot="1" noChangeAspect="1" noMove="1" noResize="1" noEditPoints="1" noAdjustHandles="1" noChangeArrowheads="1" noChangeShapeType="1" noTextEdit="1"/>
              </p:cNvSpPr>
              <p:nvPr/>
            </p:nvSpPr>
            <p:spPr>
              <a:xfrm>
                <a:off x="-767096" y="880046"/>
                <a:ext cx="11449272" cy="6315896"/>
              </a:xfrm>
              <a:prstGeom prst="rect">
                <a:avLst/>
              </a:prstGeom>
              <a:blipFill>
                <a:blip r:embed="rId4"/>
                <a:stretch>
                  <a:fillRect t="-965" r="-479"/>
                </a:stretch>
              </a:blipFill>
            </p:spPr>
            <p:txBody>
              <a:bodyPr/>
              <a:lstStyle/>
              <a:p>
                <a:r>
                  <a:rPr lang="en-CH">
                    <a:noFill/>
                  </a:rPr>
                  <a:t> </a:t>
                </a:r>
              </a:p>
            </p:txBody>
          </p:sp>
        </mc:Fallback>
      </mc:AlternateContent>
    </p:spTree>
    <p:extLst>
      <p:ext uri="{BB962C8B-B14F-4D97-AF65-F5344CB8AC3E}">
        <p14:creationId xmlns:p14="http://schemas.microsoft.com/office/powerpoint/2010/main" val="3944055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0C04A-BFFC-87D3-28BC-A05BB5098DF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C5A33EC-F3AB-AEC3-7230-109EB1F8F6CE}"/>
              </a:ext>
            </a:extLst>
          </p:cNvPr>
          <p:cNvSpPr>
            <a:spLocks noGrp="1"/>
          </p:cNvSpPr>
          <p:nvPr>
            <p:ph type="title"/>
          </p:nvPr>
        </p:nvSpPr>
        <p:spPr/>
        <p:txBody>
          <a:bodyPr/>
          <a:lstStyle/>
          <a:p>
            <a:r>
              <a:rPr lang="en-GB" sz="3200" dirty="0">
                <a:solidFill>
                  <a:schemeClr val="accent1">
                    <a:lumMod val="75000"/>
                  </a:schemeClr>
                </a:solidFill>
              </a:rPr>
              <a:t>Malloc and free</a:t>
            </a:r>
          </a:p>
        </p:txBody>
      </p:sp>
      <p:sp>
        <p:nvSpPr>
          <p:cNvPr id="5" name="Fußzeilenplatzhalter 4">
            <a:extLst>
              <a:ext uri="{FF2B5EF4-FFF2-40B4-BE49-F238E27FC236}">
                <a16:creationId xmlns:a16="http://schemas.microsoft.com/office/drawing/2014/main" id="{0A2CE7A1-1B4D-23E0-5F99-08F09D0D145C}"/>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56C6FB16-AA17-3261-7A97-BC888599CE87}"/>
              </a:ext>
            </a:extLst>
          </p:cNvPr>
          <p:cNvSpPr>
            <a:spLocks noGrp="1"/>
          </p:cNvSpPr>
          <p:nvPr>
            <p:ph type="sldNum" sz="quarter" idx="12"/>
          </p:nvPr>
        </p:nvSpPr>
        <p:spPr/>
        <p:txBody>
          <a:bodyPr/>
          <a:lstStyle/>
          <a:p>
            <a:fld id="{442AD375-037F-43D0-B059-5172DA06796A}" type="slidenum">
              <a:rPr lang="en-GB" smtClean="0"/>
              <a:pPr/>
              <a:t>8</a:t>
            </a:fld>
            <a:endParaRPr lang="en-GB" dirty="0"/>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7D677C65-993D-DA4E-533D-351BBDD89932}"/>
                  </a:ext>
                </a:extLst>
              </p14:cNvPr>
              <p14:cNvContentPartPr/>
              <p14:nvPr/>
            </p14:nvContentPartPr>
            <p14:xfrm>
              <a:off x="-203250" y="4196930"/>
              <a:ext cx="360" cy="360"/>
            </p14:xfrm>
          </p:contentPart>
        </mc:Choice>
        <mc:Fallback>
          <p:pic>
            <p:nvPicPr>
              <p:cNvPr id="11" name="Ink 10">
                <a:extLst>
                  <a:ext uri="{FF2B5EF4-FFF2-40B4-BE49-F238E27FC236}">
                    <a16:creationId xmlns:a16="http://schemas.microsoft.com/office/drawing/2014/main" id="{7D677C65-993D-DA4E-533D-351BBDD89932}"/>
                  </a:ext>
                </a:extLst>
              </p:cNvPr>
              <p:cNvPicPr/>
              <p:nvPr/>
            </p:nvPicPr>
            <p:blipFill>
              <a:blip r:embed="rId3"/>
              <a:stretch>
                <a:fillRect/>
              </a:stretch>
            </p:blipFill>
            <p:spPr>
              <a:xfrm>
                <a:off x="-209370" y="4190810"/>
                <a:ext cx="12600" cy="12600"/>
              </a:xfrm>
              <a:prstGeom prst="rect">
                <a:avLst/>
              </a:prstGeom>
            </p:spPr>
          </p:pic>
        </mc:Fallback>
      </mc:AlternateContent>
      <p:sp>
        <p:nvSpPr>
          <p:cNvPr id="3" name="TextBox 2">
            <a:extLst>
              <a:ext uri="{FF2B5EF4-FFF2-40B4-BE49-F238E27FC236}">
                <a16:creationId xmlns:a16="http://schemas.microsoft.com/office/drawing/2014/main" id="{85EE3188-FFF5-2308-23F4-9103F95B6A96}"/>
              </a:ext>
            </a:extLst>
          </p:cNvPr>
          <p:cNvSpPr txBox="1"/>
          <p:nvPr/>
        </p:nvSpPr>
        <p:spPr>
          <a:xfrm>
            <a:off x="-767096" y="880046"/>
            <a:ext cx="12689220" cy="5308248"/>
          </a:xfrm>
          <a:prstGeom prst="rect">
            <a:avLst/>
          </a:prstGeom>
          <a:noFill/>
        </p:spPr>
        <p:txBody>
          <a:bodyPr wrap="square" lIns="0" tIns="0" rIns="0" bIns="0" rtlCol="0">
            <a:spAutoFit/>
          </a:bodyPr>
          <a:lstStyle/>
          <a:p>
            <a:pPr lvl="4" indent="0">
              <a:buNone/>
            </a:pPr>
            <a:r>
              <a:rPr lang="en-US" b="1" dirty="0">
                <a:solidFill>
                  <a:schemeClr val="accent1">
                    <a:lumMod val="60000"/>
                    <a:lumOff val="40000"/>
                  </a:schemeClr>
                </a:solidFill>
                <a:sym typeface="Wingdings" panose="05000000000000000000" pitchFamily="2" charset="2"/>
              </a:rPr>
              <a:t>	- When defining any variable, C automatically hides the memory cells where it saved the value so no other program can 	  overwrite it. But if I am directly working with memory, how can I guarantee that it won’t happen? </a:t>
            </a:r>
            <a:r>
              <a:rPr lang="en-US" b="1" dirty="0">
                <a:sym typeface="Wingdings" panose="05000000000000000000" pitchFamily="2" charset="2"/>
              </a:rPr>
              <a:t> Malloc</a:t>
            </a:r>
          </a:p>
          <a:p>
            <a:pPr lvl="4" indent="0">
              <a:buNone/>
            </a:pPr>
            <a:endParaRPr lang="en-US" b="1" dirty="0">
              <a:solidFill>
                <a:schemeClr val="accent1">
                  <a:lumMod val="60000"/>
                  <a:lumOff val="40000"/>
                </a:schemeClr>
              </a:solidFill>
              <a:sym typeface="Wingdings" panose="05000000000000000000" pitchFamily="2" charset="2"/>
            </a:endParaRPr>
          </a:p>
          <a:p>
            <a:pPr lvl="4" indent="0">
              <a:buNone/>
            </a:pPr>
            <a:r>
              <a:rPr lang="en-US" b="1" dirty="0">
                <a:solidFill>
                  <a:schemeClr val="accent1">
                    <a:lumMod val="60000"/>
                    <a:lumOff val="40000"/>
                  </a:schemeClr>
                </a:solidFill>
                <a:sym typeface="Wingdings" panose="05000000000000000000" pitchFamily="2" charset="2"/>
              </a:rPr>
              <a:t>	- Malloc if a function in C that takes as input a number </a:t>
            </a:r>
            <a:r>
              <a:rPr lang="en-US" b="1" dirty="0">
                <a:solidFill>
                  <a:srgbClr val="FFC000"/>
                </a:solidFill>
                <a:sym typeface="Wingdings" panose="05000000000000000000" pitchFamily="2" charset="2"/>
              </a:rPr>
              <a:t>N</a:t>
            </a:r>
            <a:r>
              <a:rPr lang="en-US" b="1" dirty="0">
                <a:solidFill>
                  <a:schemeClr val="accent1">
                    <a:lumMod val="60000"/>
                    <a:lumOff val="40000"/>
                  </a:schemeClr>
                </a:solidFill>
                <a:sym typeface="Wingdings" panose="05000000000000000000" pitchFamily="2" charset="2"/>
              </a:rPr>
              <a:t> and returns a pointer to a cell. This pointer points to a cell 	  that has two properties: </a:t>
            </a:r>
          </a:p>
          <a:p>
            <a:pPr lvl="4" indent="0">
              <a:buNone/>
            </a:pPr>
            <a:r>
              <a:rPr lang="en-US" b="1" dirty="0">
                <a:solidFill>
                  <a:schemeClr val="accent1">
                    <a:lumMod val="60000"/>
                    <a:lumOff val="40000"/>
                  </a:schemeClr>
                </a:solidFill>
                <a:sym typeface="Wingdings" panose="05000000000000000000" pitchFamily="2" charset="2"/>
              </a:rPr>
              <a:t>		</a:t>
            </a:r>
            <a:r>
              <a:rPr lang="en-US" b="1" dirty="0">
                <a:solidFill>
                  <a:schemeClr val="tx1">
                    <a:lumMod val="95000"/>
                    <a:lumOff val="5000"/>
                  </a:schemeClr>
                </a:solidFill>
                <a:sym typeface="Wingdings" panose="05000000000000000000" pitchFamily="2" charset="2"/>
              </a:rPr>
              <a:t>- 1. the next </a:t>
            </a:r>
            <a:r>
              <a:rPr lang="en-US" b="1" dirty="0">
                <a:solidFill>
                  <a:srgbClr val="FFC000"/>
                </a:solidFill>
                <a:sym typeface="Wingdings" panose="05000000000000000000" pitchFamily="2" charset="2"/>
              </a:rPr>
              <a:t>N</a:t>
            </a:r>
            <a:r>
              <a:rPr lang="en-US" b="1" dirty="0">
                <a:solidFill>
                  <a:schemeClr val="tx1">
                    <a:lumMod val="95000"/>
                    <a:lumOff val="5000"/>
                  </a:schemeClr>
                </a:solidFill>
                <a:sym typeface="Wingdings" panose="05000000000000000000" pitchFamily="2" charset="2"/>
              </a:rPr>
              <a:t> cells (in order) are free (not used by other programs). </a:t>
            </a:r>
          </a:p>
          <a:p>
            <a:pPr lvl="4" indent="0">
              <a:buNone/>
            </a:pPr>
            <a:r>
              <a:rPr lang="en-US" b="1" dirty="0">
                <a:solidFill>
                  <a:schemeClr val="tx1">
                    <a:lumMod val="95000"/>
                    <a:lumOff val="5000"/>
                  </a:schemeClr>
                </a:solidFill>
                <a:sym typeface="Wingdings" panose="05000000000000000000" pitchFamily="2" charset="2"/>
              </a:rPr>
              <a:t>		- 2. the next </a:t>
            </a:r>
            <a:r>
              <a:rPr lang="en-US" b="1" dirty="0">
                <a:solidFill>
                  <a:srgbClr val="FFC000"/>
                </a:solidFill>
                <a:sym typeface="Wingdings" panose="05000000000000000000" pitchFamily="2" charset="2"/>
              </a:rPr>
              <a:t>N</a:t>
            </a:r>
            <a:r>
              <a:rPr lang="en-US" b="1" dirty="0">
                <a:solidFill>
                  <a:schemeClr val="tx1">
                    <a:lumMod val="95000"/>
                    <a:lumOff val="5000"/>
                  </a:schemeClr>
                </a:solidFill>
                <a:sym typeface="Wingdings" panose="05000000000000000000" pitchFamily="2" charset="2"/>
              </a:rPr>
              <a:t> </a:t>
            </a:r>
            <a:r>
              <a:rPr lang="en-US" b="1" dirty="0" err="1">
                <a:solidFill>
                  <a:schemeClr val="tx1">
                    <a:lumMod val="95000"/>
                    <a:lumOff val="5000"/>
                  </a:schemeClr>
                </a:solidFill>
                <a:sym typeface="Wingdings" panose="05000000000000000000" pitchFamily="2" charset="2"/>
              </a:rPr>
              <a:t>cells’s</a:t>
            </a:r>
            <a:r>
              <a:rPr lang="en-US" b="1" dirty="0">
                <a:solidFill>
                  <a:schemeClr val="tx1">
                    <a:lumMod val="95000"/>
                    <a:lumOff val="5000"/>
                  </a:schemeClr>
                </a:solidFill>
                <a:sym typeface="Wingdings" panose="05000000000000000000" pitchFamily="2" charset="2"/>
              </a:rPr>
              <a:t> address will be hidden and other programs won’t be able to access them.</a:t>
            </a:r>
          </a:p>
          <a:p>
            <a:pPr lvl="4" indent="0">
              <a:buNone/>
            </a:pPr>
            <a:endParaRPr lang="en-US" b="1" dirty="0">
              <a:solidFill>
                <a:schemeClr val="tx1">
                  <a:lumMod val="95000"/>
                  <a:lumOff val="5000"/>
                </a:schemeClr>
              </a:solidFill>
              <a:sym typeface="Wingdings" panose="05000000000000000000" pitchFamily="2" charset="2"/>
            </a:endParaRPr>
          </a:p>
          <a:p>
            <a:pPr lvl="4" indent="0">
              <a:buNone/>
            </a:pPr>
            <a:r>
              <a:rPr lang="en-US" b="1" dirty="0">
                <a:solidFill>
                  <a:schemeClr val="tx1">
                    <a:lumMod val="95000"/>
                    <a:lumOff val="5000"/>
                  </a:schemeClr>
                </a:solidFill>
                <a:sym typeface="Wingdings" panose="05000000000000000000" pitchFamily="2" charset="2"/>
              </a:rPr>
              <a:t>	</a:t>
            </a:r>
            <a:r>
              <a:rPr lang="en-US" b="1" dirty="0">
                <a:solidFill>
                  <a:schemeClr val="accent1">
                    <a:lumMod val="60000"/>
                    <a:lumOff val="40000"/>
                  </a:schemeClr>
                </a:solidFill>
                <a:sym typeface="Wingdings" panose="05000000000000000000" pitchFamily="2" charset="2"/>
              </a:rPr>
              <a:t>- When a program has done it’s job, C automatically set the cells it defined with variable to be free again, so other 	 	  program can find and use them again. For memory cell you allocated with Malloc, you need to do that manually. </a:t>
            </a:r>
            <a:r>
              <a:rPr lang="en-US" b="1" dirty="0">
                <a:sym typeface="Wingdings" panose="05000000000000000000" pitchFamily="2" charset="2"/>
              </a:rPr>
              <a:t> free</a:t>
            </a:r>
          </a:p>
          <a:p>
            <a:pPr lvl="4" indent="0">
              <a:buNone/>
            </a:pPr>
            <a:endParaRPr lang="en-US" b="1" dirty="0">
              <a:sym typeface="Wingdings" panose="05000000000000000000" pitchFamily="2" charset="2"/>
            </a:endParaRPr>
          </a:p>
          <a:p>
            <a:pPr lvl="4" indent="0">
              <a:buNone/>
            </a:pPr>
            <a:r>
              <a:rPr lang="en-US" b="1" dirty="0">
                <a:sym typeface="Wingdings" panose="05000000000000000000" pitchFamily="2" charset="2"/>
              </a:rPr>
              <a:t>	</a:t>
            </a:r>
            <a:r>
              <a:rPr lang="en-US" b="1" dirty="0">
                <a:solidFill>
                  <a:schemeClr val="accent1">
                    <a:lumMod val="60000"/>
                    <a:lumOff val="40000"/>
                  </a:schemeClr>
                </a:solidFill>
                <a:sym typeface="Wingdings" panose="05000000000000000000" pitchFamily="2" charset="2"/>
              </a:rPr>
              <a:t>- Free is a function that take as input a variable and returns nothing.</a:t>
            </a:r>
          </a:p>
          <a:p>
            <a:pPr lvl="4" indent="0">
              <a:buNone/>
            </a:pPr>
            <a:r>
              <a:rPr lang="en-US" b="1" dirty="0">
                <a:sym typeface="Wingdings" panose="05000000000000000000" pitchFamily="2" charset="2"/>
              </a:rPr>
              <a:t>		- The memory cell holding the variable’s value will be visible again and other programs will have access to them.</a:t>
            </a:r>
          </a:p>
          <a:p>
            <a:pPr lvl="4" indent="0">
              <a:buNone/>
            </a:pPr>
            <a:endParaRPr lang="en-US" b="1" dirty="0">
              <a:sym typeface="Wingdings" panose="05000000000000000000" pitchFamily="2" charset="2"/>
            </a:endParaRPr>
          </a:p>
          <a:p>
            <a:pPr lvl="4" indent="0">
              <a:buNone/>
            </a:pPr>
            <a:r>
              <a:rPr lang="en-US" b="1" dirty="0">
                <a:sym typeface="Wingdings" panose="05000000000000000000" pitchFamily="2" charset="2"/>
              </a:rPr>
              <a:t>	</a:t>
            </a:r>
            <a:r>
              <a:rPr lang="en-US" b="1" dirty="0">
                <a:solidFill>
                  <a:schemeClr val="accent1">
                    <a:lumMod val="60000"/>
                    <a:lumOff val="40000"/>
                  </a:schemeClr>
                </a:solidFill>
                <a:sym typeface="Wingdings" panose="05000000000000000000" pitchFamily="2" charset="2"/>
              </a:rPr>
              <a:t>- If the memory doesn’t get freed it will not be available to other programs until the ram gets reset (most commonly with a 	  computer restart)</a:t>
            </a:r>
          </a:p>
          <a:p>
            <a:pPr lvl="4" indent="0">
              <a:buNone/>
            </a:pPr>
            <a:endParaRPr lang="en-US" b="1" dirty="0">
              <a:sym typeface="Wingdings" panose="05000000000000000000" pitchFamily="2" charset="2"/>
            </a:endParaRPr>
          </a:p>
          <a:p>
            <a:pPr lvl="4" indent="0">
              <a:buNone/>
            </a:pPr>
            <a:r>
              <a:rPr lang="en-US" b="1" dirty="0">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a:t>
            </a:r>
            <a:endParaRPr lang="en-US" b="1" dirty="0">
              <a:sym typeface="Wingdings" panose="05000000000000000000" pitchFamily="2" charset="2"/>
            </a:endParaRPr>
          </a:p>
          <a:p>
            <a:pPr lvl="4" indent="0">
              <a:buNone/>
            </a:pPr>
            <a:endParaRPr lang="en-US" b="1" dirty="0">
              <a:sym typeface="Wingdings" panose="05000000000000000000" pitchFamily="2" charset="2"/>
            </a:endParaRPr>
          </a:p>
          <a:p>
            <a:pPr lvl="4" indent="0">
              <a:buNone/>
            </a:pPr>
            <a:endParaRPr lang="en-US" b="1" dirty="0">
              <a:sym typeface="Wingdings" panose="05000000000000000000" pitchFamily="2" charset="2"/>
            </a:endParaRPr>
          </a:p>
        </p:txBody>
      </p:sp>
    </p:spTree>
    <p:extLst>
      <p:ext uri="{BB962C8B-B14F-4D97-AF65-F5344CB8AC3E}">
        <p14:creationId xmlns:p14="http://schemas.microsoft.com/office/powerpoint/2010/main" val="376041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A3EF9-3E07-9CF6-2418-21CE5199A6A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F94D8CA-322A-E627-FF43-B4535D0A95E1}"/>
              </a:ext>
            </a:extLst>
          </p:cNvPr>
          <p:cNvSpPr>
            <a:spLocks noGrp="1"/>
          </p:cNvSpPr>
          <p:nvPr>
            <p:ph type="title"/>
          </p:nvPr>
        </p:nvSpPr>
        <p:spPr/>
        <p:txBody>
          <a:bodyPr/>
          <a:lstStyle/>
          <a:p>
            <a:r>
              <a:rPr lang="en-GB" sz="3200" dirty="0">
                <a:solidFill>
                  <a:schemeClr val="accent1">
                    <a:lumMod val="75000"/>
                  </a:schemeClr>
                </a:solidFill>
              </a:rPr>
              <a:t>Structs and pointers </a:t>
            </a:r>
          </a:p>
        </p:txBody>
      </p:sp>
      <p:sp>
        <p:nvSpPr>
          <p:cNvPr id="5" name="Fußzeilenplatzhalter 4">
            <a:extLst>
              <a:ext uri="{FF2B5EF4-FFF2-40B4-BE49-F238E27FC236}">
                <a16:creationId xmlns:a16="http://schemas.microsoft.com/office/drawing/2014/main" id="{46A3758F-2D56-2CBD-13E9-3659C8D8A1AF}"/>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FBB0253A-ED5D-5EA8-9E12-83FADFE30565}"/>
              </a:ext>
            </a:extLst>
          </p:cNvPr>
          <p:cNvSpPr>
            <a:spLocks noGrp="1"/>
          </p:cNvSpPr>
          <p:nvPr>
            <p:ph type="sldNum" sz="quarter" idx="12"/>
          </p:nvPr>
        </p:nvSpPr>
        <p:spPr/>
        <p:txBody>
          <a:bodyPr/>
          <a:lstStyle/>
          <a:p>
            <a:fld id="{442AD375-037F-43D0-B059-5172DA06796A}" type="slidenum">
              <a:rPr lang="en-GB" smtClean="0"/>
              <a:pPr/>
              <a:t>9</a:t>
            </a:fld>
            <a:endParaRPr lang="en-GB" dirty="0"/>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8B938276-3055-49DB-7B6A-3557054CCB6C}"/>
                  </a:ext>
                </a:extLst>
              </p14:cNvPr>
              <p14:cNvContentPartPr/>
              <p14:nvPr/>
            </p14:nvContentPartPr>
            <p14:xfrm>
              <a:off x="-203250" y="4196930"/>
              <a:ext cx="360" cy="360"/>
            </p14:xfrm>
          </p:contentPart>
        </mc:Choice>
        <mc:Fallback>
          <p:pic>
            <p:nvPicPr>
              <p:cNvPr id="11" name="Ink 10">
                <a:extLst>
                  <a:ext uri="{FF2B5EF4-FFF2-40B4-BE49-F238E27FC236}">
                    <a16:creationId xmlns:a16="http://schemas.microsoft.com/office/drawing/2014/main" id="{8B938276-3055-49DB-7B6A-3557054CCB6C}"/>
                  </a:ext>
                </a:extLst>
              </p:cNvPr>
              <p:cNvPicPr/>
              <p:nvPr/>
            </p:nvPicPr>
            <p:blipFill>
              <a:blip r:embed="rId3"/>
              <a:stretch>
                <a:fillRect/>
              </a:stretch>
            </p:blipFill>
            <p:spPr>
              <a:xfrm>
                <a:off x="-209370" y="4190810"/>
                <a:ext cx="12600" cy="12600"/>
              </a:xfrm>
              <a:prstGeom prst="rect">
                <a:avLst/>
              </a:prstGeom>
            </p:spPr>
          </p:pic>
        </mc:Fallback>
      </mc:AlternateContent>
      <p:sp>
        <p:nvSpPr>
          <p:cNvPr id="3" name="TextBox 2">
            <a:extLst>
              <a:ext uri="{FF2B5EF4-FFF2-40B4-BE49-F238E27FC236}">
                <a16:creationId xmlns:a16="http://schemas.microsoft.com/office/drawing/2014/main" id="{262E3732-7F89-9F65-A8CA-EF0DF5E23C88}"/>
              </a:ext>
            </a:extLst>
          </p:cNvPr>
          <p:cNvSpPr txBox="1"/>
          <p:nvPr/>
        </p:nvSpPr>
        <p:spPr>
          <a:xfrm>
            <a:off x="-672752" y="870744"/>
            <a:ext cx="12961080" cy="2895408"/>
          </a:xfrm>
          <a:prstGeom prst="rect">
            <a:avLst/>
          </a:prstGeom>
          <a:noFill/>
        </p:spPr>
        <p:txBody>
          <a:bodyPr wrap="square" lIns="0" tIns="0" rIns="0" bIns="0" rtlCol="0">
            <a:spAutoFit/>
          </a:bodyPr>
          <a:lstStyle/>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 A struct in C is a simple way to store data, they allow you to create your own variable type and use it.</a:t>
            </a:r>
          </a:p>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 If you have a pointer to a struct and you want to access one of its fields you would have to do </a:t>
            </a:r>
            <a:r>
              <a:rPr lang="en-US" b="1" dirty="0">
                <a:solidFill>
                  <a:srgbClr val="FFC000"/>
                </a:solidFill>
                <a:sym typeface="Wingdings" panose="05000000000000000000" pitchFamily="2" charset="2"/>
              </a:rPr>
              <a:t>*(struct-pointer).field</a:t>
            </a:r>
            <a:r>
              <a:rPr lang="en-US" b="1" dirty="0">
                <a:solidFill>
                  <a:schemeClr val="accent1">
                    <a:lumMod val="60000"/>
                    <a:lumOff val="40000"/>
                  </a:schemeClr>
                </a:solidFill>
                <a:sym typeface="Wingdings" panose="05000000000000000000" pitchFamily="2" charset="2"/>
              </a:rPr>
              <a:t>.</a:t>
            </a:r>
            <a:endParaRPr lang="en-US" b="1" dirty="0">
              <a:solidFill>
                <a:srgbClr val="FFC000"/>
              </a:solidFill>
              <a:sym typeface="Wingdings" panose="05000000000000000000" pitchFamily="2" charset="2"/>
            </a:endParaRPr>
          </a:p>
          <a:p>
            <a:pPr lvl="4" indent="0">
              <a:buNone/>
            </a:pPr>
            <a:r>
              <a:rPr lang="en-US" b="1" dirty="0">
                <a:solidFill>
                  <a:srgbClr val="FFC000"/>
                </a:solidFill>
                <a:sym typeface="Wingdings" panose="05000000000000000000" pitchFamily="2" charset="2"/>
              </a:rPr>
              <a:t>	  </a:t>
            </a:r>
            <a:r>
              <a:rPr lang="en-US" b="1" dirty="0">
                <a:solidFill>
                  <a:schemeClr val="accent1">
                    <a:lumMod val="60000"/>
                    <a:lumOff val="40000"/>
                  </a:schemeClr>
                </a:solidFill>
                <a:sym typeface="Wingdings" panose="05000000000000000000" pitchFamily="2" charset="2"/>
              </a:rPr>
              <a:t>C has a notation to type this faster: struct -&gt; next. This is especially useful when doing something like:</a:t>
            </a:r>
          </a:p>
          <a:p>
            <a:pPr lvl="4" indent="0">
              <a:buNone/>
            </a:pPr>
            <a:r>
              <a:rPr lang="en-US" b="1" dirty="0">
                <a:solidFill>
                  <a:schemeClr val="accent1">
                    <a:lumMod val="60000"/>
                    <a:lumOff val="40000"/>
                  </a:schemeClr>
                </a:solidFill>
                <a:sym typeface="Wingdings" panose="05000000000000000000" pitchFamily="2" charset="2"/>
              </a:rPr>
              <a:t>	  </a:t>
            </a:r>
            <a:r>
              <a:rPr lang="de-CH" b="1" dirty="0">
                <a:solidFill>
                  <a:srgbClr val="FFC000"/>
                </a:solidFill>
              </a:rPr>
              <a:t>(*(*(*node).next).next).key </a:t>
            </a:r>
            <a:r>
              <a:rPr lang="de-CH" b="1" dirty="0">
                <a:solidFill>
                  <a:schemeClr val="accent1">
                    <a:lumMod val="60000"/>
                    <a:lumOff val="40000"/>
                  </a:schemeClr>
                </a:solidFill>
              </a:rPr>
              <a:t>or much more clear with the arrow notation: </a:t>
            </a:r>
            <a:r>
              <a:rPr lang="de-CH" b="1" dirty="0">
                <a:solidFill>
                  <a:srgbClr val="FFC000"/>
                </a:solidFill>
              </a:rPr>
              <a:t>node-&gt;next-&gt;next-&gt;key </a:t>
            </a:r>
            <a:endParaRPr lang="en-US" b="1" dirty="0">
              <a:solidFill>
                <a:srgbClr val="FFC000"/>
              </a:solidFill>
              <a:sym typeface="Wingdings" panose="05000000000000000000" pitchFamily="2" charset="2"/>
            </a:endParaRPr>
          </a:p>
          <a:p>
            <a:pPr lvl="4" indent="0">
              <a:buNone/>
            </a:pPr>
            <a:endParaRPr lang="en-US" b="1" dirty="0">
              <a:sym typeface="Wingdings" panose="05000000000000000000" pitchFamily="2" charset="2"/>
            </a:endParaRPr>
          </a:p>
          <a:p>
            <a:pPr lvl="4" indent="0">
              <a:buNone/>
            </a:pPr>
            <a:r>
              <a:rPr lang="en-US" b="1" dirty="0">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a:t>
            </a:r>
            <a:endParaRPr lang="en-US" b="1" dirty="0">
              <a:sym typeface="Wingdings" panose="05000000000000000000" pitchFamily="2" charset="2"/>
            </a:endParaRPr>
          </a:p>
          <a:p>
            <a:pPr lvl="4" indent="0">
              <a:buNone/>
            </a:pPr>
            <a:endParaRPr lang="en-US" b="1" dirty="0">
              <a:sym typeface="Wingdings" panose="05000000000000000000" pitchFamily="2" charset="2"/>
            </a:endParaRPr>
          </a:p>
          <a:p>
            <a:pPr lvl="4" indent="0">
              <a:buNone/>
            </a:pPr>
            <a:endParaRPr lang="en-US" b="1" dirty="0">
              <a:sym typeface="Wingdings" panose="05000000000000000000" pitchFamily="2" charset="2"/>
            </a:endParaRPr>
          </a:p>
        </p:txBody>
      </p:sp>
    </p:spTree>
    <p:extLst>
      <p:ext uri="{BB962C8B-B14F-4D97-AF65-F5344CB8AC3E}">
        <p14:creationId xmlns:p14="http://schemas.microsoft.com/office/powerpoint/2010/main" val="2508801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1FB0B-D999-4EED-2E69-683D35493FD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209CF9B-6FF5-10A6-4583-7A967BAECCA3}"/>
              </a:ext>
            </a:extLst>
          </p:cNvPr>
          <p:cNvSpPr>
            <a:spLocks noGrp="1"/>
          </p:cNvSpPr>
          <p:nvPr>
            <p:ph type="title"/>
          </p:nvPr>
        </p:nvSpPr>
        <p:spPr/>
        <p:txBody>
          <a:bodyPr/>
          <a:lstStyle/>
          <a:p>
            <a:r>
              <a:rPr lang="en-GB" sz="3200" dirty="0">
                <a:solidFill>
                  <a:schemeClr val="accent1">
                    <a:lumMod val="75000"/>
                  </a:schemeClr>
                </a:solidFill>
              </a:rPr>
              <a:t>Linked lists</a:t>
            </a:r>
          </a:p>
        </p:txBody>
      </p:sp>
      <p:sp>
        <p:nvSpPr>
          <p:cNvPr id="5" name="Fußzeilenplatzhalter 4">
            <a:extLst>
              <a:ext uri="{FF2B5EF4-FFF2-40B4-BE49-F238E27FC236}">
                <a16:creationId xmlns:a16="http://schemas.microsoft.com/office/drawing/2014/main" id="{413071EB-98B5-688A-BCD3-059CD9B06D09}"/>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506C8CA5-92E4-CBCE-8F8E-187A5DE61CF3}"/>
              </a:ext>
            </a:extLst>
          </p:cNvPr>
          <p:cNvSpPr>
            <a:spLocks noGrp="1"/>
          </p:cNvSpPr>
          <p:nvPr>
            <p:ph type="sldNum" sz="quarter" idx="12"/>
          </p:nvPr>
        </p:nvSpPr>
        <p:spPr/>
        <p:txBody>
          <a:bodyPr/>
          <a:lstStyle/>
          <a:p>
            <a:fld id="{442AD375-037F-43D0-B059-5172DA06796A}" type="slidenum">
              <a:rPr lang="en-GB" smtClean="0"/>
              <a:pPr/>
              <a:t>10</a:t>
            </a:fld>
            <a:endParaRPr lang="en-GB" dirty="0"/>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88196BAA-D66D-3200-65B6-68338452F8B7}"/>
                  </a:ext>
                </a:extLst>
              </p14:cNvPr>
              <p14:cNvContentPartPr/>
              <p14:nvPr/>
            </p14:nvContentPartPr>
            <p14:xfrm>
              <a:off x="-203250" y="4196930"/>
              <a:ext cx="360" cy="360"/>
            </p14:xfrm>
          </p:contentPart>
        </mc:Choice>
        <mc:Fallback>
          <p:pic>
            <p:nvPicPr>
              <p:cNvPr id="11" name="Ink 10">
                <a:extLst>
                  <a:ext uri="{FF2B5EF4-FFF2-40B4-BE49-F238E27FC236}">
                    <a16:creationId xmlns:a16="http://schemas.microsoft.com/office/drawing/2014/main" id="{88196BAA-D66D-3200-65B6-68338452F8B7}"/>
                  </a:ext>
                </a:extLst>
              </p:cNvPr>
              <p:cNvPicPr/>
              <p:nvPr/>
            </p:nvPicPr>
            <p:blipFill>
              <a:blip r:embed="rId3"/>
              <a:stretch>
                <a:fillRect/>
              </a:stretch>
            </p:blipFill>
            <p:spPr>
              <a:xfrm>
                <a:off x="-209370" y="4190810"/>
                <a:ext cx="12600" cy="12600"/>
              </a:xfrm>
              <a:prstGeom prst="rect">
                <a:avLst/>
              </a:prstGeom>
            </p:spPr>
          </p:pic>
        </mc:Fallback>
      </mc:AlternateContent>
      <p:sp>
        <p:nvSpPr>
          <p:cNvPr id="3" name="TextBox 2">
            <a:extLst>
              <a:ext uri="{FF2B5EF4-FFF2-40B4-BE49-F238E27FC236}">
                <a16:creationId xmlns:a16="http://schemas.microsoft.com/office/drawing/2014/main" id="{71C821FD-0987-470C-8564-DCF0C0ED8F72}"/>
              </a:ext>
            </a:extLst>
          </p:cNvPr>
          <p:cNvSpPr txBox="1"/>
          <p:nvPr/>
        </p:nvSpPr>
        <p:spPr>
          <a:xfrm>
            <a:off x="-672752" y="870744"/>
            <a:ext cx="12961080" cy="4584397"/>
          </a:xfrm>
          <a:prstGeom prst="rect">
            <a:avLst/>
          </a:prstGeom>
          <a:noFill/>
        </p:spPr>
        <p:txBody>
          <a:bodyPr wrap="square" lIns="0" tIns="0" rIns="0" bIns="0" rtlCol="0">
            <a:spAutoFit/>
          </a:bodyPr>
          <a:lstStyle/>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 A linked list is a list of nodes.</a:t>
            </a:r>
          </a:p>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 Each node has at least two fields:</a:t>
            </a:r>
          </a:p>
          <a:p>
            <a:pPr lvl="4" indent="0">
              <a:buNone/>
            </a:pPr>
            <a:r>
              <a:rPr lang="en-US" b="1" dirty="0">
                <a:solidFill>
                  <a:schemeClr val="accent1">
                    <a:lumMod val="60000"/>
                    <a:lumOff val="40000"/>
                  </a:schemeClr>
                </a:solidFill>
                <a:sym typeface="Wingdings" panose="05000000000000000000" pitchFamily="2" charset="2"/>
              </a:rPr>
              <a:t>		</a:t>
            </a:r>
            <a:r>
              <a:rPr lang="en-US" b="1" dirty="0">
                <a:solidFill>
                  <a:schemeClr val="tx1">
                    <a:lumMod val="95000"/>
                    <a:lumOff val="5000"/>
                  </a:schemeClr>
                </a:solidFill>
                <a:sym typeface="Wingdings" panose="05000000000000000000" pitchFamily="2" charset="2"/>
              </a:rPr>
              <a:t>- The value associated to the node</a:t>
            </a:r>
          </a:p>
          <a:p>
            <a:pPr lvl="4" indent="0">
              <a:buNone/>
            </a:pPr>
            <a:r>
              <a:rPr lang="en-US" b="1" dirty="0">
                <a:solidFill>
                  <a:schemeClr val="tx1">
                    <a:lumMod val="95000"/>
                    <a:lumOff val="5000"/>
                  </a:schemeClr>
                </a:solidFill>
                <a:sym typeface="Wingdings" panose="05000000000000000000" pitchFamily="2" charset="2"/>
              </a:rPr>
              <a:t>		- A pointer to the next node</a:t>
            </a:r>
          </a:p>
          <a:p>
            <a:pPr lvl="4" indent="0">
              <a:buNone/>
            </a:pPr>
            <a:endParaRPr lang="en-US" b="1" dirty="0">
              <a:solidFill>
                <a:schemeClr val="accent1">
                  <a:lumMod val="60000"/>
                  <a:lumOff val="40000"/>
                </a:schemeClr>
              </a:solidFill>
              <a:sym typeface="Wingdings" panose="05000000000000000000" pitchFamily="2" charset="2"/>
            </a:endParaRPr>
          </a:p>
          <a:p>
            <a:pPr lvl="4" indent="0">
              <a:buNone/>
            </a:pPr>
            <a:r>
              <a:rPr lang="en-US" b="1" dirty="0">
                <a:solidFill>
                  <a:schemeClr val="accent1">
                    <a:lumMod val="60000"/>
                    <a:lumOff val="40000"/>
                  </a:schemeClr>
                </a:solidFill>
                <a:sym typeface="Wingdings" panose="05000000000000000000" pitchFamily="2" charset="2"/>
              </a:rPr>
              <a:t>	- There are many types of linked lists with different properties</a:t>
            </a:r>
          </a:p>
          <a:p>
            <a:pPr lvl="4" indent="0">
              <a:buNone/>
            </a:pPr>
            <a:r>
              <a:rPr lang="en-US" b="1" dirty="0">
                <a:solidFill>
                  <a:schemeClr val="accent1">
                    <a:lumMod val="60000"/>
                    <a:lumOff val="40000"/>
                  </a:schemeClr>
                </a:solidFill>
                <a:sym typeface="Wingdings" panose="05000000000000000000" pitchFamily="2" charset="2"/>
              </a:rPr>
              <a:t>		</a:t>
            </a:r>
            <a:r>
              <a:rPr lang="en-US" b="1" dirty="0">
                <a:solidFill>
                  <a:schemeClr val="tx1">
                    <a:lumMod val="95000"/>
                    <a:lumOff val="5000"/>
                  </a:schemeClr>
                </a:solidFill>
                <a:sym typeface="Wingdings" panose="05000000000000000000" pitchFamily="2" charset="2"/>
              </a:rPr>
              <a:t>- Linked list</a:t>
            </a:r>
          </a:p>
          <a:p>
            <a:pPr lvl="4" indent="0">
              <a:buNone/>
            </a:pPr>
            <a:r>
              <a:rPr lang="en-US" b="1" dirty="0">
                <a:solidFill>
                  <a:schemeClr val="accent1">
                    <a:lumMod val="60000"/>
                    <a:lumOff val="40000"/>
                  </a:schemeClr>
                </a:solidFill>
                <a:sym typeface="Wingdings" panose="05000000000000000000" pitchFamily="2" charset="2"/>
              </a:rPr>
              <a:t>		</a:t>
            </a:r>
            <a:r>
              <a:rPr lang="en-US" b="1" dirty="0">
                <a:solidFill>
                  <a:schemeClr val="tx1">
                    <a:lumMod val="95000"/>
                    <a:lumOff val="5000"/>
                  </a:schemeClr>
                </a:solidFill>
                <a:sym typeface="Wingdings" panose="05000000000000000000" pitchFamily="2" charset="2"/>
              </a:rPr>
              <a:t>- Doubly linked list</a:t>
            </a:r>
          </a:p>
          <a:p>
            <a:pPr lvl="4" indent="0">
              <a:buNone/>
            </a:pPr>
            <a:r>
              <a:rPr lang="en-US" b="1" dirty="0">
                <a:solidFill>
                  <a:schemeClr val="tx1">
                    <a:lumMod val="95000"/>
                    <a:lumOff val="5000"/>
                  </a:schemeClr>
                </a:solidFill>
                <a:sym typeface="Wingdings" panose="05000000000000000000" pitchFamily="2" charset="2"/>
              </a:rPr>
              <a:t>		- Circular linked lists</a:t>
            </a:r>
          </a:p>
          <a:p>
            <a:pPr lvl="4" indent="0">
              <a:buNone/>
            </a:pPr>
            <a:r>
              <a:rPr lang="en-US" b="1" dirty="0">
                <a:solidFill>
                  <a:schemeClr val="tx1">
                    <a:lumMod val="95000"/>
                    <a:lumOff val="5000"/>
                  </a:schemeClr>
                </a:solidFill>
                <a:sym typeface="Wingdings" panose="05000000000000000000" pitchFamily="2" charset="2"/>
              </a:rPr>
              <a:t>		- Doubly circular linked list</a:t>
            </a:r>
          </a:p>
          <a:p>
            <a:pPr lvl="4" indent="0">
              <a:buNone/>
            </a:pPr>
            <a:r>
              <a:rPr lang="en-US" b="1" dirty="0">
                <a:solidFill>
                  <a:schemeClr val="tx1">
                    <a:lumMod val="95000"/>
                    <a:lumOff val="5000"/>
                  </a:schemeClr>
                </a:solidFill>
                <a:sym typeface="Wingdings" panose="05000000000000000000" pitchFamily="2" charset="2"/>
              </a:rPr>
              <a:t>		- Etc.</a:t>
            </a:r>
          </a:p>
          <a:p>
            <a:pPr lvl="4" indent="0">
              <a:buNone/>
            </a:pPr>
            <a:endParaRPr lang="en-US" b="1" dirty="0">
              <a:sym typeface="Wingdings" panose="05000000000000000000" pitchFamily="2" charset="2"/>
            </a:endParaRPr>
          </a:p>
          <a:p>
            <a:pPr lvl="4" indent="0">
              <a:buNone/>
            </a:pPr>
            <a:r>
              <a:rPr lang="en-US" b="1" dirty="0">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a:t>
            </a:r>
            <a:endParaRPr lang="en-US" b="1" dirty="0">
              <a:sym typeface="Wingdings" panose="05000000000000000000" pitchFamily="2" charset="2"/>
            </a:endParaRPr>
          </a:p>
          <a:p>
            <a:pPr lvl="4" indent="0">
              <a:buNone/>
            </a:pPr>
            <a:endParaRPr lang="en-US" b="1" dirty="0">
              <a:sym typeface="Wingdings" panose="05000000000000000000" pitchFamily="2" charset="2"/>
            </a:endParaRPr>
          </a:p>
          <a:p>
            <a:pPr lvl="4" indent="0">
              <a:buNone/>
            </a:pPr>
            <a:endParaRPr lang="en-US" b="1" dirty="0">
              <a:sym typeface="Wingdings" panose="05000000000000000000" pitchFamily="2" charset="2"/>
            </a:endParaRPr>
          </a:p>
        </p:txBody>
      </p:sp>
      <p:pic>
        <p:nvPicPr>
          <p:cNvPr id="7" name="Picture 6">
            <a:extLst>
              <a:ext uri="{FF2B5EF4-FFF2-40B4-BE49-F238E27FC236}">
                <a16:creationId xmlns:a16="http://schemas.microsoft.com/office/drawing/2014/main" id="{7C623F60-E896-005B-4277-6DB685AE7E3E}"/>
              </a:ext>
            </a:extLst>
          </p:cNvPr>
          <p:cNvPicPr>
            <a:picLocks noChangeAspect="1"/>
          </p:cNvPicPr>
          <p:nvPr/>
        </p:nvPicPr>
        <p:blipFill>
          <a:blip r:embed="rId4"/>
          <a:stretch>
            <a:fillRect/>
          </a:stretch>
        </p:blipFill>
        <p:spPr>
          <a:xfrm>
            <a:off x="7032104" y="857796"/>
            <a:ext cx="4443445" cy="842969"/>
          </a:xfrm>
          <a:prstGeom prst="rect">
            <a:avLst/>
          </a:prstGeom>
        </p:spPr>
      </p:pic>
    </p:spTree>
    <p:extLst>
      <p:ext uri="{BB962C8B-B14F-4D97-AF65-F5344CB8AC3E}">
        <p14:creationId xmlns:p14="http://schemas.microsoft.com/office/powerpoint/2010/main" val="488093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F3F8-2F48-D9FF-AFF5-C5F9A4717D8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D14589B-1C58-9366-90BA-DC5D338DABA5}"/>
              </a:ext>
            </a:extLst>
          </p:cNvPr>
          <p:cNvSpPr>
            <a:spLocks noGrp="1"/>
          </p:cNvSpPr>
          <p:nvPr>
            <p:ph type="title"/>
          </p:nvPr>
        </p:nvSpPr>
        <p:spPr/>
        <p:txBody>
          <a:bodyPr/>
          <a:lstStyle/>
          <a:p>
            <a:r>
              <a:rPr lang="en-GB" sz="3200" dirty="0">
                <a:solidFill>
                  <a:schemeClr val="accent1">
                    <a:lumMod val="75000"/>
                  </a:schemeClr>
                </a:solidFill>
              </a:rPr>
              <a:t>Guard/sentinel/dummy</a:t>
            </a:r>
          </a:p>
        </p:txBody>
      </p:sp>
      <p:sp>
        <p:nvSpPr>
          <p:cNvPr id="5" name="Fußzeilenplatzhalter 4">
            <a:extLst>
              <a:ext uri="{FF2B5EF4-FFF2-40B4-BE49-F238E27FC236}">
                <a16:creationId xmlns:a16="http://schemas.microsoft.com/office/drawing/2014/main" id="{12B90C3F-4892-B678-5165-37F669BCFAF4}"/>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7C4E24AD-8765-E8FE-250A-0ACB32672F7C}"/>
              </a:ext>
            </a:extLst>
          </p:cNvPr>
          <p:cNvSpPr>
            <a:spLocks noGrp="1"/>
          </p:cNvSpPr>
          <p:nvPr>
            <p:ph type="sldNum" sz="quarter" idx="12"/>
          </p:nvPr>
        </p:nvSpPr>
        <p:spPr/>
        <p:txBody>
          <a:bodyPr/>
          <a:lstStyle/>
          <a:p>
            <a:fld id="{442AD375-037F-43D0-B059-5172DA06796A}" type="slidenum">
              <a:rPr lang="en-GB" smtClean="0"/>
              <a:pPr/>
              <a:t>11</a:t>
            </a:fld>
            <a:endParaRPr lang="en-GB" dirty="0"/>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CBEFB4CB-50AF-94E5-07FE-5B0CCD917313}"/>
                  </a:ext>
                </a:extLst>
              </p14:cNvPr>
              <p14:cNvContentPartPr/>
              <p14:nvPr/>
            </p14:nvContentPartPr>
            <p14:xfrm>
              <a:off x="-203250" y="4196930"/>
              <a:ext cx="360" cy="360"/>
            </p14:xfrm>
          </p:contentPart>
        </mc:Choice>
        <mc:Fallback>
          <p:pic>
            <p:nvPicPr>
              <p:cNvPr id="11" name="Ink 10">
                <a:extLst>
                  <a:ext uri="{FF2B5EF4-FFF2-40B4-BE49-F238E27FC236}">
                    <a16:creationId xmlns:a16="http://schemas.microsoft.com/office/drawing/2014/main" id="{CBEFB4CB-50AF-94E5-07FE-5B0CCD917313}"/>
                  </a:ext>
                </a:extLst>
              </p:cNvPr>
              <p:cNvPicPr/>
              <p:nvPr/>
            </p:nvPicPr>
            <p:blipFill>
              <a:blip r:embed="rId3"/>
              <a:stretch>
                <a:fillRect/>
              </a:stretch>
            </p:blipFill>
            <p:spPr>
              <a:xfrm>
                <a:off x="-209370" y="4190810"/>
                <a:ext cx="12600" cy="12600"/>
              </a:xfrm>
              <a:prstGeom prst="rect">
                <a:avLst/>
              </a:prstGeom>
            </p:spPr>
          </p:pic>
        </mc:Fallback>
      </mc:AlternateContent>
      <p:sp>
        <p:nvSpPr>
          <p:cNvPr id="3" name="TextBox 2">
            <a:extLst>
              <a:ext uri="{FF2B5EF4-FFF2-40B4-BE49-F238E27FC236}">
                <a16:creationId xmlns:a16="http://schemas.microsoft.com/office/drawing/2014/main" id="{F1C32DD8-7A22-6F05-A79B-264FC61E8CC4}"/>
              </a:ext>
            </a:extLst>
          </p:cNvPr>
          <p:cNvSpPr txBox="1"/>
          <p:nvPr/>
        </p:nvSpPr>
        <p:spPr>
          <a:xfrm>
            <a:off x="-672752" y="870744"/>
            <a:ext cx="12961080" cy="2412840"/>
          </a:xfrm>
          <a:prstGeom prst="rect">
            <a:avLst/>
          </a:prstGeom>
          <a:noFill/>
        </p:spPr>
        <p:txBody>
          <a:bodyPr wrap="square" lIns="0" tIns="0" rIns="0" bIns="0" rtlCol="0">
            <a:spAutoFit/>
          </a:bodyPr>
          <a:lstStyle/>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 A guard is useful when passing a pointer in a function and wanting to modifying it</a:t>
            </a:r>
          </a:p>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 A guard ensures that the modification of the pointer is propagated outside of the function’s scope</a:t>
            </a:r>
            <a:endParaRPr lang="en-US" b="1" dirty="0">
              <a:solidFill>
                <a:schemeClr val="tx1">
                  <a:lumMod val="95000"/>
                  <a:lumOff val="5000"/>
                </a:schemeClr>
              </a:solidFill>
              <a:sym typeface="Wingdings" panose="05000000000000000000" pitchFamily="2" charset="2"/>
            </a:endParaRPr>
          </a:p>
          <a:p>
            <a:pPr lvl="4" indent="0">
              <a:buNone/>
            </a:pPr>
            <a:endParaRPr lang="en-US" b="1" dirty="0">
              <a:sym typeface="Wingdings" panose="05000000000000000000" pitchFamily="2" charset="2"/>
            </a:endParaRPr>
          </a:p>
          <a:p>
            <a:pPr lvl="4" indent="0">
              <a:buNone/>
            </a:pPr>
            <a:r>
              <a:rPr lang="en-US" b="1" dirty="0">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a:t>
            </a:r>
            <a:endParaRPr lang="en-US" b="1" dirty="0">
              <a:sym typeface="Wingdings" panose="05000000000000000000" pitchFamily="2" charset="2"/>
            </a:endParaRPr>
          </a:p>
          <a:p>
            <a:pPr lvl="4" indent="0">
              <a:buNone/>
            </a:pPr>
            <a:endParaRPr lang="en-US" b="1" dirty="0">
              <a:sym typeface="Wingdings" panose="05000000000000000000" pitchFamily="2" charset="2"/>
            </a:endParaRPr>
          </a:p>
          <a:p>
            <a:pPr lvl="4" indent="0">
              <a:buNone/>
            </a:pPr>
            <a:endParaRPr lang="en-US" b="1" dirty="0">
              <a:sym typeface="Wingdings" panose="05000000000000000000" pitchFamily="2" charset="2"/>
            </a:endParaRPr>
          </a:p>
        </p:txBody>
      </p:sp>
      <p:pic>
        <p:nvPicPr>
          <p:cNvPr id="8" name="Picture 7">
            <a:extLst>
              <a:ext uri="{FF2B5EF4-FFF2-40B4-BE49-F238E27FC236}">
                <a16:creationId xmlns:a16="http://schemas.microsoft.com/office/drawing/2014/main" id="{5D07DC72-8B2D-B393-C3A4-6A71912BC750}"/>
              </a:ext>
            </a:extLst>
          </p:cNvPr>
          <p:cNvPicPr>
            <a:picLocks noChangeAspect="1"/>
          </p:cNvPicPr>
          <p:nvPr/>
        </p:nvPicPr>
        <p:blipFill>
          <a:blip r:embed="rId4"/>
          <a:stretch>
            <a:fillRect/>
          </a:stretch>
        </p:blipFill>
        <p:spPr>
          <a:xfrm>
            <a:off x="273600" y="2852936"/>
            <a:ext cx="9156852" cy="2887440"/>
          </a:xfrm>
          <a:prstGeom prst="rect">
            <a:avLst/>
          </a:prstGeom>
        </p:spPr>
      </p:pic>
    </p:spTree>
    <p:extLst>
      <p:ext uri="{BB962C8B-B14F-4D97-AF65-F5344CB8AC3E}">
        <p14:creationId xmlns:p14="http://schemas.microsoft.com/office/powerpoint/2010/main" val="1958841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EF4FA-6E2E-C53F-7910-DED866ABAF6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068CB34-BAD1-CA2D-53E9-0B8E585A7C2D}"/>
              </a:ext>
            </a:extLst>
          </p:cNvPr>
          <p:cNvSpPr>
            <a:spLocks noGrp="1"/>
          </p:cNvSpPr>
          <p:nvPr>
            <p:ph type="title"/>
          </p:nvPr>
        </p:nvSpPr>
        <p:spPr/>
        <p:txBody>
          <a:bodyPr/>
          <a:lstStyle/>
          <a:p>
            <a:r>
              <a:rPr lang="en-GB" sz="3200" dirty="0">
                <a:solidFill>
                  <a:schemeClr val="accent1">
                    <a:lumMod val="75000"/>
                  </a:schemeClr>
                </a:solidFill>
              </a:rPr>
              <a:t>Exercises:</a:t>
            </a:r>
          </a:p>
        </p:txBody>
      </p:sp>
      <p:sp>
        <p:nvSpPr>
          <p:cNvPr id="5" name="Fußzeilenplatzhalter 4">
            <a:extLst>
              <a:ext uri="{FF2B5EF4-FFF2-40B4-BE49-F238E27FC236}">
                <a16:creationId xmlns:a16="http://schemas.microsoft.com/office/drawing/2014/main" id="{08B46F1E-A600-6D4A-FB43-DEEDF3AA17AA}"/>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C68CE55A-5706-762B-BDDD-6CBA64EB91B8}"/>
              </a:ext>
            </a:extLst>
          </p:cNvPr>
          <p:cNvSpPr>
            <a:spLocks noGrp="1"/>
          </p:cNvSpPr>
          <p:nvPr>
            <p:ph type="sldNum" sz="quarter" idx="12"/>
          </p:nvPr>
        </p:nvSpPr>
        <p:spPr/>
        <p:txBody>
          <a:bodyPr/>
          <a:lstStyle/>
          <a:p>
            <a:fld id="{442AD375-037F-43D0-B059-5172DA06796A}" type="slidenum">
              <a:rPr lang="en-GB" smtClean="0"/>
              <a:pPr/>
              <a:t>12</a:t>
            </a:fld>
            <a:endParaRPr lang="en-GB" dirty="0"/>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7A29DF52-A953-070A-470A-C1AA9DF538F3}"/>
                  </a:ext>
                </a:extLst>
              </p14:cNvPr>
              <p14:cNvContentPartPr/>
              <p14:nvPr/>
            </p14:nvContentPartPr>
            <p14:xfrm>
              <a:off x="-203250" y="4196930"/>
              <a:ext cx="360" cy="360"/>
            </p14:xfrm>
          </p:contentPart>
        </mc:Choice>
        <mc:Fallback>
          <p:pic>
            <p:nvPicPr>
              <p:cNvPr id="11" name="Ink 10">
                <a:extLst>
                  <a:ext uri="{FF2B5EF4-FFF2-40B4-BE49-F238E27FC236}">
                    <a16:creationId xmlns:a16="http://schemas.microsoft.com/office/drawing/2014/main" id="{7A29DF52-A953-070A-470A-C1AA9DF538F3}"/>
                  </a:ext>
                </a:extLst>
              </p:cNvPr>
              <p:cNvPicPr/>
              <p:nvPr/>
            </p:nvPicPr>
            <p:blipFill>
              <a:blip r:embed="rId3"/>
              <a:stretch>
                <a:fillRect/>
              </a:stretch>
            </p:blipFill>
            <p:spPr>
              <a:xfrm>
                <a:off x="-209370" y="4190810"/>
                <a:ext cx="12600" cy="12600"/>
              </a:xfrm>
              <a:prstGeom prst="rect">
                <a:avLst/>
              </a:prstGeom>
            </p:spPr>
          </p:pic>
        </mc:Fallback>
      </mc:AlternateContent>
      <p:sp>
        <p:nvSpPr>
          <p:cNvPr id="3" name="TextBox 2">
            <a:extLst>
              <a:ext uri="{FF2B5EF4-FFF2-40B4-BE49-F238E27FC236}">
                <a16:creationId xmlns:a16="http://schemas.microsoft.com/office/drawing/2014/main" id="{0F69DC91-8A09-0248-3C64-5CBCF1AE994D}"/>
              </a:ext>
            </a:extLst>
          </p:cNvPr>
          <p:cNvSpPr txBox="1"/>
          <p:nvPr/>
        </p:nvSpPr>
        <p:spPr>
          <a:xfrm>
            <a:off x="-568410" y="1476195"/>
            <a:ext cx="12521788" cy="2171557"/>
          </a:xfrm>
          <a:prstGeom prst="rect">
            <a:avLst/>
          </a:prstGeom>
          <a:noFill/>
        </p:spPr>
        <p:txBody>
          <a:bodyPr wrap="square" lIns="0" tIns="0" rIns="0" bIns="0" rtlCol="0">
            <a:spAutoFit/>
          </a:bodyPr>
          <a:lstStyle/>
          <a:p>
            <a:pPr lvl="4" indent="0">
              <a:buNone/>
            </a:pPr>
            <a:r>
              <a:rPr lang="en-US" b="1" dirty="0">
                <a:solidFill>
                  <a:schemeClr val="accent1">
                    <a:lumMod val="60000"/>
                    <a:lumOff val="40000"/>
                  </a:schemeClr>
                </a:solidFill>
                <a:sym typeface="Wingdings" panose="05000000000000000000" pitchFamily="2" charset="2"/>
              </a:rPr>
              <a:t>Task1: Getting familiar with pointer syntax</a:t>
            </a:r>
          </a:p>
          <a:p>
            <a:pPr lvl="4" indent="0">
              <a:buNone/>
            </a:pPr>
            <a:endParaRPr lang="en-US" b="1" dirty="0">
              <a:solidFill>
                <a:schemeClr val="accent1">
                  <a:lumMod val="60000"/>
                  <a:lumOff val="40000"/>
                </a:schemeClr>
              </a:solidFill>
              <a:sym typeface="Wingdings" panose="05000000000000000000" pitchFamily="2" charset="2"/>
            </a:endParaRPr>
          </a:p>
          <a:p>
            <a:pPr lvl="4" indent="0">
              <a:buNone/>
            </a:pPr>
            <a:r>
              <a:rPr lang="en-US" b="1" dirty="0">
                <a:solidFill>
                  <a:schemeClr val="accent1">
                    <a:lumMod val="60000"/>
                    <a:lumOff val="40000"/>
                  </a:schemeClr>
                </a:solidFill>
                <a:sym typeface="Wingdings" panose="05000000000000000000" pitchFamily="2" charset="2"/>
              </a:rPr>
              <a:t>Task2: Starting using pointers</a:t>
            </a:r>
          </a:p>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Task3: More pointers and structs</a:t>
            </a:r>
          </a:p>
          <a:p>
            <a:pPr lvl="4" indent="0">
              <a:buNone/>
            </a:pPr>
            <a:r>
              <a:rPr lang="en-US" b="1" dirty="0">
                <a:solidFill>
                  <a:schemeClr val="accent1">
                    <a:lumMod val="60000"/>
                    <a:lumOff val="40000"/>
                  </a:schemeClr>
                </a:solidFill>
                <a:sym typeface="Wingdings" panose="05000000000000000000" pitchFamily="2" charset="2"/>
              </a:rPr>
              <a:t>    </a:t>
            </a:r>
          </a:p>
          <a:p>
            <a:pPr lvl="4" indent="0">
              <a:buNone/>
            </a:pPr>
            <a:r>
              <a:rPr lang="en-US" b="1" dirty="0">
                <a:solidFill>
                  <a:schemeClr val="accent1">
                    <a:lumMod val="60000"/>
                    <a:lumOff val="40000"/>
                  </a:schemeClr>
                </a:solidFill>
                <a:sym typeface="Wingdings" panose="05000000000000000000" pitchFamily="2" charset="2"/>
              </a:rPr>
              <a:t>	</a:t>
            </a:r>
            <a:endParaRPr lang="en-US" b="1" dirty="0">
              <a:sym typeface="Wingdings" panose="05000000000000000000" pitchFamily="2" charset="2"/>
            </a:endParaRPr>
          </a:p>
          <a:p>
            <a:pPr lvl="4" indent="0">
              <a:buNone/>
            </a:pPr>
            <a:endParaRPr lang="en-US" b="1" dirty="0">
              <a:sym typeface="Wingdings" panose="05000000000000000000" pitchFamily="2" charset="2"/>
            </a:endParaRPr>
          </a:p>
          <a:p>
            <a:pPr lvl="4" indent="0">
              <a:buNone/>
            </a:pPr>
            <a:endParaRPr lang="en-US" b="1" dirty="0">
              <a:sym typeface="Wingdings" panose="05000000000000000000" pitchFamily="2" charset="2"/>
            </a:endParaRPr>
          </a:p>
        </p:txBody>
      </p:sp>
    </p:spTree>
    <p:extLst>
      <p:ext uri="{BB962C8B-B14F-4D97-AF65-F5344CB8AC3E}">
        <p14:creationId xmlns:p14="http://schemas.microsoft.com/office/powerpoint/2010/main" val="1286803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5A69C-C81F-39DB-EA0F-E776E25B5B0E}"/>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34C2971-EDBE-87A7-6BA5-410D9B8A8290}"/>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1239C969-EDC9-4034-C46E-9D56BCED2476}"/>
              </a:ext>
            </a:extLst>
          </p:cNvPr>
          <p:cNvSpPr>
            <a:spLocks noGrp="1"/>
          </p:cNvSpPr>
          <p:nvPr>
            <p:ph type="sldNum" sz="quarter" idx="12"/>
          </p:nvPr>
        </p:nvSpPr>
        <p:spPr/>
        <p:txBody>
          <a:bodyPr/>
          <a:lstStyle/>
          <a:p>
            <a:fld id="{442AD375-037F-43D0-B059-5172DA06796A}" type="slidenum">
              <a:rPr lang="en-GB" smtClean="0"/>
              <a:pPr/>
              <a:t>13</a:t>
            </a:fld>
            <a:endParaRPr lang="en-GB" dirty="0"/>
          </a:p>
        </p:txBody>
      </p:sp>
      <p:sp>
        <p:nvSpPr>
          <p:cNvPr id="4" name="Content Placeholder 3">
            <a:extLst>
              <a:ext uri="{FF2B5EF4-FFF2-40B4-BE49-F238E27FC236}">
                <a16:creationId xmlns:a16="http://schemas.microsoft.com/office/drawing/2014/main" id="{48B70483-9410-FACF-0934-51DAB32DDFC9}"/>
              </a:ext>
            </a:extLst>
          </p:cNvPr>
          <p:cNvSpPr>
            <a:spLocks noGrp="1"/>
          </p:cNvSpPr>
          <p:nvPr>
            <p:ph idx="1"/>
          </p:nvPr>
        </p:nvSpPr>
        <p:spPr>
          <a:xfrm>
            <a:off x="271461" y="870744"/>
            <a:ext cx="10648715" cy="5150545"/>
          </a:xfrm>
        </p:spPr>
        <p:txBody>
          <a:bodyPr/>
          <a:lstStyle/>
          <a:p>
            <a:pPr algn="ctr"/>
            <a:r>
              <a:rPr lang="en-US" b="1" dirty="0">
                <a:solidFill>
                  <a:schemeClr val="accent1">
                    <a:lumMod val="60000"/>
                    <a:lumOff val="40000"/>
                  </a:schemeClr>
                </a:solidFill>
              </a:rPr>
              <a:t>   </a:t>
            </a:r>
            <a:r>
              <a:rPr lang="en-US" sz="3200" b="1" dirty="0">
                <a:solidFill>
                  <a:schemeClr val="accent1">
                    <a:lumMod val="60000"/>
                    <a:lumOff val="40000"/>
                  </a:schemeClr>
                </a:solidFill>
              </a:rPr>
              <a:t>Thank you for your attention.</a:t>
            </a:r>
            <a:br>
              <a:rPr lang="en-US" sz="3200" b="1" dirty="0">
                <a:solidFill>
                  <a:schemeClr val="accent1">
                    <a:lumMod val="60000"/>
                    <a:lumOff val="40000"/>
                  </a:schemeClr>
                </a:solidFill>
              </a:rPr>
            </a:br>
            <a:br>
              <a:rPr lang="en-US" sz="3200" b="1" dirty="0">
                <a:solidFill>
                  <a:schemeClr val="accent1">
                    <a:lumMod val="60000"/>
                    <a:lumOff val="40000"/>
                  </a:schemeClr>
                </a:solidFill>
              </a:rPr>
            </a:br>
            <a:r>
              <a:rPr lang="en-US" sz="3200" b="1" dirty="0">
                <a:solidFill>
                  <a:schemeClr val="accent1">
                    <a:lumMod val="60000"/>
                    <a:lumOff val="40000"/>
                  </a:schemeClr>
                </a:solidFill>
              </a:rPr>
              <a:t>	If you have </a:t>
            </a:r>
            <a:r>
              <a:rPr lang="en-US" sz="3200" b="1">
                <a:solidFill>
                  <a:schemeClr val="accent1">
                    <a:lumMod val="60000"/>
                    <a:lumOff val="40000"/>
                  </a:schemeClr>
                </a:solidFill>
              </a:rPr>
              <a:t>any questions </a:t>
            </a:r>
            <a:r>
              <a:rPr lang="en-US" sz="3200" b="1" dirty="0">
                <a:solidFill>
                  <a:schemeClr val="accent1">
                    <a:lumMod val="60000"/>
                    <a:lumOff val="40000"/>
                  </a:schemeClr>
                </a:solidFill>
              </a:rPr>
              <a:t>write in the Olat forum or come up to me.</a:t>
            </a: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AEC6D648-79AD-958C-A6EA-55977F4CE9AC}"/>
                  </a:ext>
                </a:extLst>
              </p14:cNvPr>
              <p14:cNvContentPartPr/>
              <p14:nvPr/>
            </p14:nvContentPartPr>
            <p14:xfrm>
              <a:off x="-203250" y="4196930"/>
              <a:ext cx="360" cy="360"/>
            </p14:xfrm>
          </p:contentPart>
        </mc:Choice>
        <mc:Fallback xmlns="">
          <p:pic>
            <p:nvPicPr>
              <p:cNvPr id="11" name="Ink 10">
                <a:extLst>
                  <a:ext uri="{FF2B5EF4-FFF2-40B4-BE49-F238E27FC236}">
                    <a16:creationId xmlns:a16="http://schemas.microsoft.com/office/drawing/2014/main" id="{AEC6D648-79AD-958C-A6EA-55977F4CE9AC}"/>
                  </a:ext>
                </a:extLst>
              </p:cNvPr>
              <p:cNvPicPr/>
              <p:nvPr/>
            </p:nvPicPr>
            <p:blipFill>
              <a:blip r:embed="rId3"/>
              <a:stretch>
                <a:fillRect/>
              </a:stretch>
            </p:blipFill>
            <p:spPr>
              <a:xfrm>
                <a:off x="-209370" y="4190810"/>
                <a:ext cx="12600" cy="12600"/>
              </a:xfrm>
              <a:prstGeom prst="rect">
                <a:avLst/>
              </a:prstGeom>
            </p:spPr>
          </p:pic>
        </mc:Fallback>
      </mc:AlternateContent>
    </p:spTree>
    <p:extLst>
      <p:ext uri="{BB962C8B-B14F-4D97-AF65-F5344CB8AC3E}">
        <p14:creationId xmlns:p14="http://schemas.microsoft.com/office/powerpoint/2010/main" val="58116916"/>
      </p:ext>
    </p:extLst>
  </p:cSld>
  <p:clrMapOvr>
    <a:masterClrMapping/>
  </p:clrMapOvr>
</p:sld>
</file>

<file path=ppt/theme/theme1.xml><?xml version="1.0" encoding="utf-8"?>
<a:theme xmlns:a="http://schemas.openxmlformats.org/drawingml/2006/main" name="Benutzerdefiniertes Design">
  <a:themeElements>
    <a:clrScheme name="Uni Zürich">
      <a:dk1>
        <a:sysClr val="windowText" lastClr="000000"/>
      </a:dk1>
      <a:lt1>
        <a:sysClr val="window" lastClr="FFFFFF"/>
      </a:lt1>
      <a:dk2>
        <a:srgbClr val="666666"/>
      </a:dk2>
      <a:lt2>
        <a:srgbClr val="D7D7D7"/>
      </a:lt2>
      <a:accent1>
        <a:srgbClr val="0028A5"/>
      </a:accent1>
      <a:accent2>
        <a:srgbClr val="4AC9E3"/>
      </a:accent2>
      <a:accent3>
        <a:srgbClr val="A4D233"/>
      </a:accent3>
      <a:accent4>
        <a:srgbClr val="FFC845"/>
      </a:accent4>
      <a:accent5>
        <a:srgbClr val="FC4C02"/>
      </a:accent5>
      <a:accent6>
        <a:srgbClr val="BF0D3E"/>
      </a:accent6>
      <a:hlink>
        <a:srgbClr val="000000"/>
      </a:hlink>
      <a:folHlink>
        <a:srgbClr val="000000"/>
      </a:folHlink>
    </a:clrScheme>
    <a:fontScheme name="Uni Zürich">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a:defPPr>
      </a:lstStyle>
    </a:txDef>
  </a:objectDefaults>
  <a:extraClrSchemeLst/>
  <a:extLst>
    <a:ext uri="{05A4C25C-085E-4340-85A3-A5531E510DB2}">
      <thm15:themeFamily xmlns:thm15="http://schemas.microsoft.com/office/thememl/2012/main" name="uzh-presentation-en" id="{1E472478-859B-544F-8FDA-30F40BD221B0}" vid="{E0316969-E371-664E-B793-DAC528073B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c24777f-78b6-4f3c-a73a-d5fa08e4d537" xsi:nil="true"/>
    <lcf76f155ced4ddcb4097134ff3c332f xmlns="c9077d15-72ed-4fec-bcfe-3472729e919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0E594130A2AF244FBF3F304D904ED593" ma:contentTypeVersion="18" ma:contentTypeDescription="Ein neues Dokument erstellen." ma:contentTypeScope="" ma:versionID="9c227ad3ab8d826471e210bb857ebfda">
  <xsd:schema xmlns:xsd="http://www.w3.org/2001/XMLSchema" xmlns:xs="http://www.w3.org/2001/XMLSchema" xmlns:p="http://schemas.microsoft.com/office/2006/metadata/properties" xmlns:ns2="c9077d15-72ed-4fec-bcfe-3472729e9195" xmlns:ns3="bc24777f-78b6-4f3c-a73a-d5fa08e4d537" targetNamespace="http://schemas.microsoft.com/office/2006/metadata/properties" ma:root="true" ma:fieldsID="2a0acd45fe6cc66a06723547185abeb0" ns2:_="" ns3:_="">
    <xsd:import namespace="c9077d15-72ed-4fec-bcfe-3472729e9195"/>
    <xsd:import namespace="bc24777f-78b6-4f3c-a73a-d5fa08e4d53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077d15-72ed-4fec-bcfe-3472729e91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Bildmarkierungen" ma:readOnly="false" ma:fieldId="{5cf76f15-5ced-4ddc-b409-7134ff3c332f}" ma:taxonomyMulti="true" ma:sspId="7fbe3b91-0d7a-4fca-85de-75d49bc052c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c24777f-78b6-4f3c-a73a-d5fa08e4d537"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23888c3-3691-4ee2-9093-74875a1c94d8}" ma:internalName="TaxCatchAll" ma:showField="CatchAllData" ma:web="bc24777f-78b6-4f3c-a73a-d5fa08e4d537">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6B7BE2-63AD-4C37-AC44-F0E4FC348E24}">
  <ds:schemaRefs>
    <ds:schemaRef ds:uri="http://schemas.microsoft.com/sharepoint/v3/contenttype/forms"/>
  </ds:schemaRefs>
</ds:datastoreItem>
</file>

<file path=customXml/itemProps2.xml><?xml version="1.0" encoding="utf-8"?>
<ds:datastoreItem xmlns:ds="http://schemas.openxmlformats.org/officeDocument/2006/customXml" ds:itemID="{5626B806-0237-4942-A1FD-5C97285908C2}">
  <ds:schemaRefs>
    <ds:schemaRef ds:uri="bc24777f-78b6-4f3c-a73a-d5fa08e4d537"/>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c9077d15-72ed-4fec-bcfe-3472729e9195"/>
    <ds:schemaRef ds:uri="http://purl.org/dc/elements/1.1/"/>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4B8C4983-C2B9-40A5-988A-6394CBDA55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077d15-72ed-4fec-bcfe-3472729e9195"/>
    <ds:schemaRef ds:uri="bc24777f-78b6-4f3c-a73a-d5fa08e4d5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uzh-presentation-en</Template>
  <TotalTime>8927</TotalTime>
  <Words>1740</Words>
  <Application>Microsoft Office PowerPoint</Application>
  <PresentationFormat>Widescreen</PresentationFormat>
  <Paragraphs>208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Cambria Math</vt:lpstr>
      <vt:lpstr>Source Sans Pro</vt:lpstr>
      <vt:lpstr>Source Sans Pro SemiBold</vt:lpstr>
      <vt:lpstr>Wingdings</vt:lpstr>
      <vt:lpstr>Benutzerdefiniertes Design</vt:lpstr>
      <vt:lpstr>PowerPoint Presentation</vt:lpstr>
      <vt:lpstr>Schedule </vt:lpstr>
      <vt:lpstr>Pointers  </vt:lpstr>
      <vt:lpstr>A more correct (but more complex) model</vt:lpstr>
      <vt:lpstr>Passing a variable by value VS by reference</vt:lpstr>
      <vt:lpstr>Pointers  </vt:lpstr>
      <vt:lpstr>Arrays and Pointers</vt:lpstr>
      <vt:lpstr>Malloc and free</vt:lpstr>
      <vt:lpstr>Structs and pointers </vt:lpstr>
      <vt:lpstr>Linked lists</vt:lpstr>
      <vt:lpstr>Guard/sentinel/dummy</vt:lpstr>
      <vt:lpstr>Exercises: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 Grgic</dc:creator>
  <dc:description>erstellt durch Vorlagenbauer.ch</dc:description>
  <cp:lastModifiedBy>Anto Grgic</cp:lastModifiedBy>
  <cp:revision>22</cp:revision>
  <dcterms:created xsi:type="dcterms:W3CDTF">2026-02-24T14:10:36Z</dcterms:created>
  <dcterms:modified xsi:type="dcterms:W3CDTF">2026-04-20T17:44:44Z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0x0101000E594130A2AF244FBF3F304D904ED593</vt:lpwstr>
  </property>
  <property fmtid="{D5CDD505-2E9C-101B-9397-08002B2CF9AE}" pid="3" name="MediaServiceImageTags">
    <vt:lpwstr/>
  </property>
</Properties>
</file>