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7" r:id="rId4"/>
  </p:sldMasterIdLst>
  <p:notesMasterIdLst>
    <p:notesMasterId r:id="rId20"/>
  </p:notesMasterIdLst>
  <p:handoutMasterIdLst>
    <p:handoutMasterId r:id="rId21"/>
  </p:handoutMasterIdLst>
  <p:sldIdLst>
    <p:sldId id="346" r:id="rId5"/>
    <p:sldId id="335" r:id="rId6"/>
    <p:sldId id="350" r:id="rId7"/>
    <p:sldId id="351" r:id="rId8"/>
    <p:sldId id="358" r:id="rId9"/>
    <p:sldId id="359" r:id="rId10"/>
    <p:sldId id="360" r:id="rId11"/>
    <p:sldId id="361" r:id="rId12"/>
    <p:sldId id="355" r:id="rId13"/>
    <p:sldId id="354" r:id="rId14"/>
    <p:sldId id="356" r:id="rId15"/>
    <p:sldId id="362" r:id="rId16"/>
    <p:sldId id="363" r:id="rId17"/>
    <p:sldId id="364" r:id="rId18"/>
    <p:sldId id="357" r:id="rId19"/>
  </p:sldIdLst>
  <p:sldSz cx="12192000" cy="6858000"/>
  <p:notesSz cx="6858000" cy="9144000"/>
  <p:defaultTextStyle>
    <a:defPPr>
      <a:defRPr lang="de-DE"/>
    </a:defPPr>
    <a:lvl1pPr marL="0" indent="0" algn="l" defTabSz="914400" rtl="0" eaLnBrk="1" latinLnBrk="0" hangingPunct="1">
      <a:lnSpc>
        <a:spcPct val="98000"/>
      </a:lnSpc>
      <a:spcBef>
        <a:spcPts val="0"/>
      </a:spcBef>
      <a:buFont typeface="+mj-lt"/>
      <a:buNone/>
      <a:defRPr sz="1600" kern="1200" spc="-10" baseline="0">
        <a:solidFill>
          <a:schemeClr val="tx1"/>
        </a:solidFill>
        <a:latin typeface="+mn-lt"/>
        <a:ea typeface="+mn-ea"/>
        <a:cs typeface="+mn-cs"/>
      </a:defRPr>
    </a:lvl1pPr>
    <a:lvl2pPr marL="174625" indent="-174625" algn="l" defTabSz="914400" rtl="0" eaLnBrk="1" latinLnBrk="0" hangingPunct="1">
      <a:lnSpc>
        <a:spcPct val="98000"/>
      </a:lnSpc>
      <a:spcBef>
        <a:spcPts val="0"/>
      </a:spcBef>
      <a:buFont typeface="Source Sans Pro" panose="020B0503030403020204" pitchFamily="34" charset="0"/>
      <a:buChar char="―"/>
      <a:defRPr sz="1600" kern="1200" spc="-10" baseline="0">
        <a:solidFill>
          <a:schemeClr val="tx1"/>
        </a:solidFill>
        <a:latin typeface="+mn-lt"/>
        <a:ea typeface="+mn-ea"/>
        <a:cs typeface="+mn-cs"/>
      </a:defRPr>
    </a:lvl2pPr>
    <a:lvl3pPr marL="360363" indent="-185738" algn="l" defTabSz="914400" rtl="0" eaLnBrk="1" latinLnBrk="0" hangingPunct="1">
      <a:lnSpc>
        <a:spcPct val="98000"/>
      </a:lnSpc>
      <a:spcBef>
        <a:spcPts val="0"/>
      </a:spcBef>
      <a:buFont typeface="Source Sans Pro" panose="020B0503030403020204" pitchFamily="34" charset="0"/>
      <a:buChar char="―"/>
      <a:defRPr sz="1600" kern="1200" spc="-10" baseline="0">
        <a:solidFill>
          <a:schemeClr val="tx1"/>
        </a:solidFill>
        <a:latin typeface="+mn-lt"/>
        <a:ea typeface="+mn-ea"/>
        <a:cs typeface="+mn-cs"/>
      </a:defRPr>
    </a:lvl3pPr>
    <a:lvl4pPr marL="534988" indent="-174625" algn="l" defTabSz="914400" rtl="0" eaLnBrk="1" latinLnBrk="0" hangingPunct="1">
      <a:lnSpc>
        <a:spcPct val="98000"/>
      </a:lnSpc>
      <a:spcBef>
        <a:spcPts val="0"/>
      </a:spcBef>
      <a:buFont typeface="Source Sans Pro" panose="020B0503030403020204" pitchFamily="34" charset="0"/>
      <a:buChar char="―"/>
      <a:defRPr sz="1600" kern="1200" spc="-10" baseline="0">
        <a:solidFill>
          <a:schemeClr val="tx1"/>
        </a:solidFill>
        <a:latin typeface="+mn-lt"/>
        <a:ea typeface="+mn-ea"/>
        <a:cs typeface="+mn-cs"/>
      </a:defRPr>
    </a:lvl4pPr>
    <a:lvl5pPr marL="719138" indent="-184150" algn="l" defTabSz="914400" rtl="0" eaLnBrk="1" latinLnBrk="0" hangingPunct="1">
      <a:lnSpc>
        <a:spcPct val="98000"/>
      </a:lnSpc>
      <a:spcBef>
        <a:spcPts val="0"/>
      </a:spcBef>
      <a:buFont typeface="Source Sans Pro" panose="020B0503030403020204" pitchFamily="34" charset="0"/>
      <a:buChar char="―"/>
      <a:defRPr sz="1600" kern="1200" spc="-10" baseline="0">
        <a:solidFill>
          <a:schemeClr val="tx1"/>
        </a:solidFill>
        <a:latin typeface="+mn-lt"/>
        <a:ea typeface="+mn-ea"/>
        <a:cs typeface="+mn-cs"/>
      </a:defRPr>
    </a:lvl5pPr>
    <a:lvl6pPr marL="2514600" indent="-228600" algn="l" defTabSz="914400" rtl="0" eaLnBrk="1" latinLnBrk="0" hangingPunct="1">
      <a:lnSpc>
        <a:spcPct val="90000"/>
      </a:lnSpc>
      <a:spcBef>
        <a:spcPts val="500"/>
      </a:spcBef>
      <a:buFont typeface="Arial" panose="020B0604020202020204" pitchFamily="34" charset="0"/>
      <a:buChar char="•"/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971800" indent="-228600" algn="l" defTabSz="914400" rtl="0" eaLnBrk="1" latinLnBrk="0" hangingPunct="1">
      <a:lnSpc>
        <a:spcPct val="90000"/>
      </a:lnSpc>
      <a:spcBef>
        <a:spcPts val="500"/>
      </a:spcBef>
      <a:buFont typeface="Arial" panose="020B0604020202020204" pitchFamily="34" charset="0"/>
      <a:buChar char="•"/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429000" indent="-228600" algn="l" defTabSz="914400" rtl="0" eaLnBrk="1" latinLnBrk="0" hangingPunct="1">
      <a:lnSpc>
        <a:spcPct val="90000"/>
      </a:lnSpc>
      <a:spcBef>
        <a:spcPts val="500"/>
      </a:spcBef>
      <a:buFont typeface="Arial" panose="020B0604020202020204" pitchFamily="34" charset="0"/>
      <a:buChar char="•"/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886200" indent="-228600" algn="l" defTabSz="914400" rtl="0" eaLnBrk="1" latinLnBrk="0" hangingPunct="1">
      <a:lnSpc>
        <a:spcPct val="90000"/>
      </a:lnSpc>
      <a:spcBef>
        <a:spcPts val="500"/>
      </a:spcBef>
      <a:buFont typeface="Arial" panose="020B0604020202020204" pitchFamily="34" charset="0"/>
      <a:buChar char="•"/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tandardabschnitt" id="{9152458D-D975-4659-9756-A6BAF0E2F024}">
          <p14:sldIdLst>
            <p14:sldId id="346"/>
            <p14:sldId id="335"/>
            <p14:sldId id="350"/>
            <p14:sldId id="351"/>
            <p14:sldId id="358"/>
            <p14:sldId id="359"/>
            <p14:sldId id="360"/>
            <p14:sldId id="361"/>
            <p14:sldId id="355"/>
            <p14:sldId id="354"/>
            <p14:sldId id="356"/>
            <p14:sldId id="362"/>
            <p14:sldId id="363"/>
            <p14:sldId id="364"/>
            <p14:sldId id="357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08080"/>
    <a:srgbClr val="F7F7F7"/>
    <a:srgbClr val="0028A5"/>
    <a:srgbClr val="FF66FF"/>
    <a:srgbClr val="A4D233"/>
    <a:srgbClr val="FFFFFF"/>
    <a:srgbClr val="F1F3F3"/>
    <a:srgbClr val="E5EAE9"/>
    <a:srgbClr val="E1DBD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CA20E951-F767-40FB-8981-BDCADE0C3650}">
  <a:tblStyle styleId="{CA20E951-F767-40FB-8981-BDCADE0C3650}" styleName="UZH Standard">
    <a:wholeTbl>
      <a:tcTxStyle>
        <a:fontRef idx="minor">
          <a:prstClr val="black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 w="4233" cmpd="sng">
              <a:solidFill>
                <a:schemeClr val="dk1"/>
              </a:solidFill>
            </a:ln>
          </a:bottom>
          <a:insideH>
            <a:ln w="4233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TxStyle>
        <a:schemeClr val="dk1"/>
      </a:tcTxStyle>
      <a:tcStyle>
        <a:tcBdr/>
        <a:fill>
          <a:noFill/>
        </a:fill>
      </a:tcStyle>
    </a:band1H>
    <a:band2H>
      <a:tcTxStyle>
        <a:schemeClr val="dk1"/>
      </a:tcTxStyle>
      <a:tcStyle>
        <a:tcBdr/>
        <a:fill>
          <a:noFill/>
        </a:fill>
      </a:tcStyle>
    </a:band2H>
    <a:band1V>
      <a:tcTxStyle>
        <a:schemeClr val="dk1"/>
      </a:tcTxStyle>
      <a:tcStyle>
        <a:tcBdr/>
        <a:fill>
          <a:noFill/>
        </a:fill>
      </a:tcStyle>
    </a:band1V>
    <a:band2V>
      <a:tcTxStyle>
        <a:schemeClr val="dk1"/>
      </a:tcTxStyle>
      <a:tcStyle>
        <a:tcBdr/>
        <a:fill>
          <a:noFill/>
        </a:fill>
      </a:tcStyle>
    </a:band2V>
    <a:lastCol>
      <a:tcTxStyle>
        <a:fontRef idx="major"/>
        <a:schemeClr val="dk1"/>
      </a:tcTxStyle>
      <a:tcStyle>
        <a:tcBdr/>
        <a:fill>
          <a:noFill/>
        </a:fill>
      </a:tcStyle>
    </a:lastCol>
    <a:firstCol>
      <a:tcTxStyle>
        <a:fontRef idx="major"/>
        <a:schemeClr val="dk1"/>
      </a:tcTxStyle>
      <a:tcStyle>
        <a:tcBdr/>
        <a:fill>
          <a:noFill/>
        </a:fill>
      </a:tcStyle>
    </a:firstCol>
    <a:lastRow>
      <a:tcTxStyle>
        <a:fontRef idx="major"/>
        <a:schemeClr val="dk1"/>
      </a:tcTxStyle>
      <a:tcStyle>
        <a:tcBdr>
          <a:top>
            <a:ln w="4233" cmpd="sng">
              <a:solidFill>
                <a:schemeClr val="dk1"/>
              </a:solidFill>
            </a:ln>
          </a:top>
          <a:bottom>
            <a:ln w="4233" cmpd="sng">
              <a:solidFill>
                <a:schemeClr val="dk1"/>
              </a:solidFill>
            </a:ln>
          </a:bottom>
        </a:tcBdr>
        <a:fill>
          <a:noFill/>
        </a:fill>
      </a:tcStyle>
    </a:lastRow>
    <a:firstRow>
      <a:tcTxStyle b="on">
        <a:fontRef idx="major"/>
        <a:schemeClr val="dk1"/>
      </a:tcTxStyle>
      <a:tcStyle>
        <a:tcBdr>
          <a:top>
            <a:ln>
              <a:noFill/>
            </a:ln>
          </a:top>
          <a:bottom>
            <a:ln w="12700" cmpd="sng">
              <a:solidFill>
                <a:schemeClr val="dk1"/>
              </a:solidFill>
            </a:ln>
          </a:bottom>
        </a:tcBdr>
        <a:fill>
          <a:noFill/>
        </a:fill>
      </a:tcStyle>
    </a:firstRow>
  </a:tblStyle>
  <a:tblStyle styleId="{284E427A-3D55-4303-BF80-6455036E1DE7}" styleName="Designformatvorlage 1 - Akz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448" autoAdjust="0"/>
    <p:restoredTop sz="94694" autoAdjust="0"/>
  </p:normalViewPr>
  <p:slideViewPr>
    <p:cSldViewPr showGuides="1">
      <p:cViewPr varScale="1">
        <p:scale>
          <a:sx n="75" d="100"/>
          <a:sy n="75" d="100"/>
        </p:scale>
        <p:origin x="33" y="267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53" d="100"/>
          <a:sy n="53" d="100"/>
        </p:scale>
        <p:origin x="2334" y="2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476672" y="229395"/>
            <a:ext cx="4320480" cy="310159"/>
          </a:xfrm>
          <a:prstGeom prst="rect">
            <a:avLst/>
          </a:prstGeom>
        </p:spPr>
        <p:txBody>
          <a:bodyPr vert="horz" lIns="0" tIns="0" rIns="0" bIns="0" rtlCol="0"/>
          <a:lstStyle>
            <a:lvl1pPr algn="l">
              <a:defRPr sz="1200"/>
            </a:lvl1pPr>
          </a:lstStyle>
          <a:p>
            <a:r>
              <a:rPr lang="de-CH" sz="900"/>
              <a:t>Kopfzeilentext</a:t>
            </a:r>
            <a:endParaRPr lang="de-CH" sz="900" dirty="0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5137720" y="229395"/>
            <a:ext cx="1243608" cy="310159"/>
          </a:xfrm>
          <a:prstGeom prst="rect">
            <a:avLst/>
          </a:prstGeom>
        </p:spPr>
        <p:txBody>
          <a:bodyPr vert="horz" lIns="0" tIns="0" rIns="0" bIns="0" rtlCol="0"/>
          <a:lstStyle>
            <a:lvl1pPr algn="r">
              <a:defRPr sz="1200"/>
            </a:lvl1pPr>
          </a:lstStyle>
          <a:p>
            <a:fld id="{EEC665CA-D682-48EC-95D2-126FD6449D65}" type="datetime1">
              <a:rPr lang="de-CH" sz="900" smtClean="0"/>
              <a:t>05.03.2026</a:t>
            </a:fld>
            <a:endParaRPr lang="de-CH" sz="90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476672" y="8489144"/>
            <a:ext cx="4320480" cy="331331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1200"/>
            </a:lvl1pPr>
          </a:lstStyle>
          <a:p>
            <a:r>
              <a:rPr lang="de-CH" sz="900"/>
              <a:t>Fusszeilentext</a:t>
            </a:r>
            <a:endParaRPr lang="de-CH" sz="900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5137720" y="8489146"/>
            <a:ext cx="1243608" cy="331329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r">
              <a:defRPr sz="1200"/>
            </a:lvl1pPr>
          </a:lstStyle>
          <a:p>
            <a:fld id="{2CEDAA2C-602C-494B-9BFF-F0D7FF14E319}" type="slidenum">
              <a:rPr lang="de-CH" sz="900" smtClean="0"/>
              <a:t>‹#›</a:t>
            </a:fld>
            <a:endParaRPr lang="de-CH" sz="900" dirty="0"/>
          </a:p>
        </p:txBody>
      </p:sp>
    </p:spTree>
    <p:extLst>
      <p:ext uri="{BB962C8B-B14F-4D97-AF65-F5344CB8AC3E}">
        <p14:creationId xmlns:p14="http://schemas.microsoft.com/office/powerpoint/2010/main" val="1625002673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26T09:16:34.978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1 1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26T09:16:34.978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1 1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26T09:16:34.978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1 1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26T09:16:34.978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1 1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26T09:16:34.978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1 1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26T09:16:34.978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1 1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26T09:16:34.978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1 1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26T09:16:34.978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1 1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26T09:16:34.978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1 1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26T09:16:34.978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1 1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olienbildplatzhalter 11"/>
          <p:cNvSpPr>
            <a:spLocks noGrp="1" noRot="1" noChangeAspect="1"/>
          </p:cNvSpPr>
          <p:nvPr>
            <p:ph type="sldImg" idx="2"/>
          </p:nvPr>
        </p:nvSpPr>
        <p:spPr>
          <a:xfrm>
            <a:off x="764704" y="899592"/>
            <a:ext cx="5560412" cy="3127732"/>
          </a:xfrm>
          <a:prstGeom prst="rect">
            <a:avLst/>
          </a:prstGeom>
          <a:noFill/>
          <a:ln w="3175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CH"/>
          </a:p>
        </p:txBody>
      </p:sp>
      <p:sp>
        <p:nvSpPr>
          <p:cNvPr id="14" name="Fußzeilenplatzhalter 13"/>
          <p:cNvSpPr>
            <a:spLocks noGrp="1"/>
          </p:cNvSpPr>
          <p:nvPr>
            <p:ph type="ftr" sz="quarter" idx="4"/>
          </p:nvPr>
        </p:nvSpPr>
        <p:spPr>
          <a:xfrm>
            <a:off x="775244" y="8712000"/>
            <a:ext cx="2230428" cy="179512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l">
              <a:defRPr sz="900"/>
            </a:lvl1pPr>
          </a:lstStyle>
          <a:p>
            <a:r>
              <a:rPr lang="de-CH" dirty="0"/>
              <a:t>Fusszeilentext</a:t>
            </a:r>
          </a:p>
        </p:txBody>
      </p:sp>
      <p:sp>
        <p:nvSpPr>
          <p:cNvPr id="15" name="Foliennummernplatzhalter 14"/>
          <p:cNvSpPr>
            <a:spLocks noGrp="1"/>
          </p:cNvSpPr>
          <p:nvPr>
            <p:ph type="sldNum" sz="quarter" idx="5"/>
          </p:nvPr>
        </p:nvSpPr>
        <p:spPr>
          <a:xfrm>
            <a:off x="5462663" y="8712000"/>
            <a:ext cx="871173" cy="179512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r">
              <a:defRPr sz="900"/>
            </a:lvl1pPr>
          </a:lstStyle>
          <a:p>
            <a:fld id="{83C81C81-E364-4366-A610-2DB15FF98538}" type="slidenum">
              <a:rPr lang="de-CH" smtClean="0"/>
              <a:pPr/>
              <a:t>‹#›</a:t>
            </a:fld>
            <a:endParaRPr lang="de-CH" dirty="0"/>
          </a:p>
        </p:txBody>
      </p:sp>
      <p:sp>
        <p:nvSpPr>
          <p:cNvPr id="16" name="Notizenplatzhalter 15"/>
          <p:cNvSpPr>
            <a:spLocks noGrp="1"/>
          </p:cNvSpPr>
          <p:nvPr>
            <p:ph type="body" sz="quarter" idx="3"/>
          </p:nvPr>
        </p:nvSpPr>
        <p:spPr>
          <a:xfrm>
            <a:off x="773424" y="4283968"/>
            <a:ext cx="5560412" cy="4248472"/>
          </a:xfrm>
          <a:prstGeom prst="rect">
            <a:avLst/>
          </a:prstGeom>
        </p:spPr>
        <p:txBody>
          <a:bodyPr vert="horz" lIns="0" tIns="0" rIns="0" bIns="0" rtlCol="0"/>
          <a:lstStyle/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de-CH" dirty="0"/>
          </a:p>
        </p:txBody>
      </p:sp>
      <p:sp>
        <p:nvSpPr>
          <p:cNvPr id="17" name="Datumsplatzhalter 16"/>
          <p:cNvSpPr>
            <a:spLocks noGrp="1"/>
          </p:cNvSpPr>
          <p:nvPr>
            <p:ph type="dt" idx="1"/>
          </p:nvPr>
        </p:nvSpPr>
        <p:spPr>
          <a:xfrm>
            <a:off x="4229809" y="425838"/>
            <a:ext cx="2095308" cy="185722"/>
          </a:xfrm>
          <a:prstGeom prst="rect">
            <a:avLst/>
          </a:prstGeom>
        </p:spPr>
        <p:txBody>
          <a:bodyPr vert="horz" lIns="0" tIns="0" rIns="0" bIns="0" rtlCol="0"/>
          <a:lstStyle>
            <a:lvl1pPr algn="r">
              <a:defRPr sz="900"/>
            </a:lvl1pPr>
          </a:lstStyle>
          <a:p>
            <a:fld id="{A17AAF7D-4283-4014-80F4-26E915FEACF8}" type="datetime1">
              <a:rPr lang="de-CH" smtClean="0"/>
              <a:t>05.03.2026</a:t>
            </a:fld>
            <a:endParaRPr lang="de-CH" dirty="0"/>
          </a:p>
        </p:txBody>
      </p:sp>
      <p:sp>
        <p:nvSpPr>
          <p:cNvPr id="18" name="Kopfzeilenplatzhalter 17"/>
          <p:cNvSpPr>
            <a:spLocks noGrp="1"/>
          </p:cNvSpPr>
          <p:nvPr>
            <p:ph type="hdr" sz="quarter"/>
          </p:nvPr>
        </p:nvSpPr>
        <p:spPr>
          <a:xfrm>
            <a:off x="764704" y="432000"/>
            <a:ext cx="3249080" cy="179560"/>
          </a:xfrm>
          <a:prstGeom prst="rect">
            <a:avLst/>
          </a:prstGeom>
        </p:spPr>
        <p:txBody>
          <a:bodyPr vert="horz" lIns="0" tIns="0" rIns="0" bIns="0" rtlCol="0"/>
          <a:lstStyle>
            <a:lvl1pPr algn="l">
              <a:defRPr sz="900"/>
            </a:lvl1pPr>
          </a:lstStyle>
          <a:p>
            <a:r>
              <a:rPr lang="de-CH"/>
              <a:t>Kopfzeilentext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311709705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spcAft>
        <a:spcPts val="600"/>
      </a:spcAft>
      <a:defRPr sz="1100" kern="1200">
        <a:solidFill>
          <a:schemeClr val="tx1"/>
        </a:solidFill>
        <a:latin typeface="+mn-lt"/>
        <a:ea typeface="+mn-ea"/>
        <a:cs typeface="+mn-cs"/>
      </a:defRPr>
    </a:lvl1pPr>
    <a:lvl2pPr marL="177800" indent="-177800" algn="l" defTabSz="914400" rtl="0" eaLnBrk="1" latinLnBrk="0" hangingPunct="1">
      <a:spcAft>
        <a:spcPts val="600"/>
      </a:spcAft>
      <a:buFont typeface="Arial" panose="020B0604020202020204" pitchFamily="34" charset="0"/>
      <a:buChar char="‒"/>
      <a:defRPr sz="1100" kern="1200">
        <a:solidFill>
          <a:schemeClr val="tx1"/>
        </a:solidFill>
        <a:latin typeface="+mn-lt"/>
        <a:ea typeface="+mn-ea"/>
        <a:cs typeface="+mn-cs"/>
      </a:defRPr>
    </a:lvl2pPr>
    <a:lvl3pPr marL="357188" indent="-179388" algn="l" defTabSz="914400" rtl="0" eaLnBrk="1" latinLnBrk="0" hangingPunct="1">
      <a:spcAft>
        <a:spcPts val="600"/>
      </a:spcAft>
      <a:buFont typeface="Arial" panose="020B0604020202020204" pitchFamily="34" charset="0"/>
      <a:buChar char="‒"/>
      <a:defRPr sz="1100" kern="1200">
        <a:solidFill>
          <a:schemeClr val="tx1"/>
        </a:solidFill>
        <a:latin typeface="+mn-lt"/>
        <a:ea typeface="+mn-ea"/>
        <a:cs typeface="+mn-cs"/>
      </a:defRPr>
    </a:lvl3pPr>
    <a:lvl4pPr marL="534988" indent="-177800" algn="l" defTabSz="914400" rtl="0" eaLnBrk="1" latinLnBrk="0" hangingPunct="1">
      <a:spcAft>
        <a:spcPts val="600"/>
      </a:spcAft>
      <a:buFont typeface="Arial" panose="020B0604020202020204" pitchFamily="34" charset="0"/>
      <a:buChar char="‒"/>
      <a:defRPr sz="1100" kern="1200">
        <a:solidFill>
          <a:schemeClr val="tx1"/>
        </a:solidFill>
        <a:latin typeface="+mn-lt"/>
        <a:ea typeface="+mn-ea"/>
        <a:cs typeface="+mn-cs"/>
      </a:defRPr>
    </a:lvl4pPr>
    <a:lvl5pPr marL="720725" indent="-185738" algn="l" defTabSz="914400" rtl="0" eaLnBrk="1" latinLnBrk="0" hangingPunct="1">
      <a:spcAft>
        <a:spcPts val="600"/>
      </a:spcAft>
      <a:buFont typeface="Arial" panose="020B0604020202020204" pitchFamily="34" charset="0"/>
      <a:buChar char="‒"/>
      <a:defRPr sz="11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 mit Universitätseinhe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Bildplatzhalter 4">
            <a:extLst>
              <a:ext uri="{FF2B5EF4-FFF2-40B4-BE49-F238E27FC236}">
                <a16:creationId xmlns:a16="http://schemas.microsoft.com/office/drawing/2014/main" id="{712BD3F3-A9EA-3100-3B48-BC4236C1C8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69875" y="1080000"/>
            <a:ext cx="11652249" cy="5513115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22D3C48-FDED-470C-908E-96B5A0DDFDE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16200000">
            <a:off x="12192000" y="72000"/>
            <a:ext cx="72000" cy="72000"/>
          </a:xfrm>
        </p:spPr>
        <p:txBody>
          <a:bodyPr/>
          <a:lstStyle>
            <a:lvl1pPr>
              <a:defRPr sz="100">
                <a:solidFill>
                  <a:schemeClr val="bg1"/>
                </a:solidFill>
              </a:defRPr>
            </a:lvl1pPr>
          </a:lstStyle>
          <a:p>
            <a:fld id="{C515E362-FD09-4668-88D0-DD938814C8D5}" type="datetime1">
              <a:rPr lang="en-GB" noProof="0" smtClean="0"/>
              <a:t>05/03/2026</a:t>
            </a:fld>
            <a:endParaRPr lang="en-GB" noProof="0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198B2F51-FE27-4B05-A169-62F7E9E344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12192000" y="152795"/>
            <a:ext cx="72000" cy="72000"/>
          </a:xfrm>
        </p:spPr>
        <p:txBody>
          <a:bodyPr/>
          <a:lstStyle>
            <a:lvl1pPr>
              <a:defRPr sz="100">
                <a:solidFill>
                  <a:schemeClr val="bg1"/>
                </a:solidFill>
              </a:defRPr>
            </a:lvl1pPr>
          </a:lstStyle>
          <a:p>
            <a:r>
              <a:rPr lang="en-GB" noProof="0"/>
              <a:t>Grgic Anto</a:t>
            </a:r>
            <a:endParaRPr lang="en-GB" noProof="0" dirty="0"/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CD7C1A0D-0D46-4AD6-A4E0-C34A72CE2E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 rot="16200000">
            <a:off x="12192000" y="0"/>
            <a:ext cx="72000" cy="72000"/>
          </a:xfrm>
        </p:spPr>
        <p:txBody>
          <a:bodyPr/>
          <a:lstStyle>
            <a:lvl1pPr>
              <a:defRPr sz="100">
                <a:solidFill>
                  <a:schemeClr val="bg1"/>
                </a:solidFill>
              </a:defRPr>
            </a:lvl1pPr>
          </a:lstStyle>
          <a:p>
            <a:r>
              <a:rPr lang="en-GB" noProof="0" dirty="0"/>
              <a:t> </a:t>
            </a:r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99E961D6-F750-1FDF-0BD7-64E76801105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582" y="263785"/>
            <a:ext cx="1590020" cy="550800"/>
          </a:xfrm>
          <a:prstGeom prst="rect">
            <a:avLst/>
          </a:prstGeom>
        </p:spPr>
      </p:pic>
      <p:cxnSp>
        <p:nvCxnSpPr>
          <p:cNvPr id="14" name="Gerader Verbinder 13">
            <a:extLst>
              <a:ext uri="{FF2B5EF4-FFF2-40B4-BE49-F238E27FC236}">
                <a16:creationId xmlns:a16="http://schemas.microsoft.com/office/drawing/2014/main" id="{7D526C9F-D78C-A1C8-B22D-122736EC2F5E}"/>
              </a:ext>
            </a:extLst>
          </p:cNvPr>
          <p:cNvCxnSpPr/>
          <p:nvPr userDrawn="1"/>
        </p:nvCxnSpPr>
        <p:spPr>
          <a:xfrm>
            <a:off x="2134800" y="268547"/>
            <a:ext cx="0" cy="540000"/>
          </a:xfrm>
          <a:prstGeom prst="line">
            <a:avLst/>
          </a:prstGeom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platzhalter 12">
            <a:extLst>
              <a:ext uri="{FF2B5EF4-FFF2-40B4-BE49-F238E27FC236}">
                <a16:creationId xmlns:a16="http://schemas.microsoft.com/office/drawing/2014/main" id="{7B00AE1C-C971-C5C1-1DCB-41F3370C34D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412000" y="273600"/>
            <a:ext cx="3465505" cy="536400"/>
          </a:xfrm>
        </p:spPr>
        <p:txBody>
          <a:bodyPr anchor="ctr"/>
          <a:lstStyle>
            <a:lvl1pPr>
              <a:lnSpc>
                <a:spcPct val="97000"/>
              </a:lnSpc>
              <a:defRPr sz="1300" spc="-20" baseline="0">
                <a:latin typeface="Source Sans Pro SemiBold" panose="020B0603030403020204" pitchFamily="34" charset="0"/>
              </a:defRPr>
            </a:lvl1pPr>
          </a:lstStyle>
          <a:p>
            <a:pPr lvl="0"/>
            <a:r>
              <a:rPr lang="en-GB" noProof="0" dirty="0" err="1"/>
              <a:t>Organisationseinheit</a:t>
            </a:r>
            <a:endParaRPr lang="en-GB" noProof="0" dirty="0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AEEBEE38-90C0-68F8-53F6-37ACBFF1050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" y="2440388"/>
            <a:ext cx="3484209" cy="1516918"/>
          </a:xfrm>
          <a:solidFill>
            <a:schemeClr val="bg1"/>
          </a:solidFill>
        </p:spPr>
        <p:txBody>
          <a:bodyPr wrap="none" lIns="270000" tIns="154800" rIns="248400" bIns="180000">
            <a:spAutoFit/>
          </a:bodyPr>
          <a:lstStyle>
            <a:lvl1pPr>
              <a:lnSpc>
                <a:spcPct val="97000"/>
              </a:lnSpc>
              <a:defRPr sz="3000" b="1"/>
            </a:lvl1pPr>
            <a:lvl2pPr marL="0" indent="0">
              <a:lnSpc>
                <a:spcPct val="100000"/>
              </a:lnSpc>
              <a:spcBef>
                <a:spcPts val="700"/>
              </a:spcBef>
              <a:buFontTx/>
              <a:buNone/>
              <a:defRPr sz="2000" b="0"/>
            </a:lvl2pPr>
            <a:lvl3pPr marL="0" indent="0">
              <a:lnSpc>
                <a:spcPct val="103000"/>
              </a:lnSpc>
              <a:spcBef>
                <a:spcPts val="700"/>
              </a:spcBef>
              <a:buFontTx/>
              <a:buNone/>
              <a:defRPr sz="1600" b="0"/>
            </a:lvl3pPr>
            <a:lvl4pPr>
              <a:lnSpc>
                <a:spcPct val="83000"/>
              </a:lnSpc>
              <a:defRPr sz="4700" b="1"/>
            </a:lvl4pPr>
            <a:lvl5pPr>
              <a:lnSpc>
                <a:spcPct val="83000"/>
              </a:lnSpc>
              <a:defRPr sz="4700" b="1"/>
            </a:lvl5pPr>
          </a:lstStyle>
          <a:p>
            <a:pPr lvl="0"/>
            <a:r>
              <a:rPr lang="en-GB" noProof="0" dirty="0"/>
              <a:t>Insert title</a:t>
            </a:r>
          </a:p>
          <a:p>
            <a:pPr lvl="1"/>
            <a:r>
              <a:rPr lang="en-GB" noProof="0" dirty="0"/>
              <a:t>Level 2 (Subtitle)</a:t>
            </a:r>
          </a:p>
          <a:p>
            <a:pPr lvl="2"/>
            <a:r>
              <a:rPr lang="en-GB" noProof="0" dirty="0"/>
              <a:t>Level 3 (First name Surname/Date)</a:t>
            </a:r>
          </a:p>
        </p:txBody>
      </p:sp>
    </p:spTree>
    <p:extLst>
      <p:ext uri="{BB962C8B-B14F-4D97-AF65-F5344CB8AC3E}">
        <p14:creationId xmlns:p14="http://schemas.microsoft.com/office/powerpoint/2010/main" val="29707118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 mit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Bildplatzhalter 4">
            <a:extLst>
              <a:ext uri="{FF2B5EF4-FFF2-40B4-BE49-F238E27FC236}">
                <a16:creationId xmlns:a16="http://schemas.microsoft.com/office/drawing/2014/main" id="{712BD3F3-A9EA-3100-3B48-BC4236C1C8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69875" y="1078185"/>
            <a:ext cx="11652249" cy="5513115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 anchorCtr="0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22D3C48-FDED-470C-908E-96B5A0DDFDE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16200000">
            <a:off x="12192000" y="72000"/>
            <a:ext cx="72000" cy="72000"/>
          </a:xfrm>
        </p:spPr>
        <p:txBody>
          <a:bodyPr/>
          <a:lstStyle>
            <a:lvl1pPr>
              <a:defRPr sz="100"/>
            </a:lvl1pPr>
          </a:lstStyle>
          <a:p>
            <a:fld id="{B7827833-B3EB-4D22-BDF4-3587D1185BAB}" type="datetime1">
              <a:rPr lang="en-GB" noProof="0" smtClean="0"/>
              <a:t>05/03/2026</a:t>
            </a:fld>
            <a:endParaRPr lang="en-GB" noProof="0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198B2F51-FE27-4B05-A169-62F7E9E344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12192000" y="152795"/>
            <a:ext cx="72000" cy="72000"/>
          </a:xfrm>
        </p:spPr>
        <p:txBody>
          <a:bodyPr/>
          <a:lstStyle>
            <a:lvl1pPr>
              <a:defRPr sz="100"/>
            </a:lvl1pPr>
          </a:lstStyle>
          <a:p>
            <a:r>
              <a:rPr lang="en-GB" noProof="0"/>
              <a:t>Grgic Anto</a:t>
            </a:r>
            <a:endParaRPr lang="en-GB" noProof="0" dirty="0"/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CD7C1A0D-0D46-4AD6-A4E0-C34A72CE2E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 rot="16200000">
            <a:off x="12192000" y="0"/>
            <a:ext cx="72000" cy="72000"/>
          </a:xfrm>
        </p:spPr>
        <p:txBody>
          <a:bodyPr/>
          <a:lstStyle>
            <a:lvl1pPr>
              <a:defRPr sz="100"/>
            </a:lvl1pPr>
          </a:lstStyle>
          <a:p>
            <a:r>
              <a:rPr lang="en-GB" noProof="0" dirty="0"/>
              <a:t> </a:t>
            </a:r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99E961D6-F750-1FDF-0BD7-64E76801105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582" y="263785"/>
            <a:ext cx="1590020" cy="550800"/>
          </a:xfrm>
          <a:prstGeom prst="rect">
            <a:avLst/>
          </a:prstGeom>
        </p:spPr>
      </p:pic>
      <p:sp>
        <p:nvSpPr>
          <p:cNvPr id="5" name="Textplatzhalter 4">
            <a:extLst>
              <a:ext uri="{FF2B5EF4-FFF2-40B4-BE49-F238E27FC236}">
                <a16:creationId xmlns:a16="http://schemas.microsoft.com/office/drawing/2014/main" id="{8500B2A4-A548-86D9-6FFA-57A63AC10C6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" y="2440388"/>
            <a:ext cx="3484209" cy="1516918"/>
          </a:xfrm>
          <a:solidFill>
            <a:schemeClr val="bg1"/>
          </a:solidFill>
        </p:spPr>
        <p:txBody>
          <a:bodyPr wrap="none" lIns="270000" tIns="154800" rIns="248400" bIns="180000">
            <a:spAutoFit/>
          </a:bodyPr>
          <a:lstStyle>
            <a:lvl1pPr>
              <a:lnSpc>
                <a:spcPct val="97000"/>
              </a:lnSpc>
              <a:defRPr sz="3000" b="1"/>
            </a:lvl1pPr>
            <a:lvl2pPr marL="0" indent="0">
              <a:lnSpc>
                <a:spcPct val="100000"/>
              </a:lnSpc>
              <a:spcBef>
                <a:spcPts val="700"/>
              </a:spcBef>
              <a:buFontTx/>
              <a:buNone/>
              <a:defRPr sz="2000" b="0"/>
            </a:lvl2pPr>
            <a:lvl3pPr marL="0" indent="0">
              <a:lnSpc>
                <a:spcPct val="103000"/>
              </a:lnSpc>
              <a:spcBef>
                <a:spcPts val="700"/>
              </a:spcBef>
              <a:buFontTx/>
              <a:buNone/>
              <a:defRPr sz="1600" b="0"/>
            </a:lvl3pPr>
            <a:lvl4pPr>
              <a:lnSpc>
                <a:spcPct val="83000"/>
              </a:lnSpc>
              <a:defRPr sz="4700" b="1"/>
            </a:lvl4pPr>
            <a:lvl5pPr>
              <a:lnSpc>
                <a:spcPct val="83000"/>
              </a:lnSpc>
              <a:defRPr sz="4700" b="1"/>
            </a:lvl5pPr>
          </a:lstStyle>
          <a:p>
            <a:pPr lvl="0"/>
            <a:r>
              <a:rPr lang="en-GB" noProof="0" dirty="0"/>
              <a:t>Insert title</a:t>
            </a:r>
          </a:p>
          <a:p>
            <a:pPr lvl="1"/>
            <a:r>
              <a:rPr lang="en-GB" noProof="0" dirty="0"/>
              <a:t>Level 2 (Subtitle)</a:t>
            </a:r>
          </a:p>
          <a:p>
            <a:pPr lvl="2"/>
            <a:r>
              <a:rPr lang="en-GB" noProof="0" dirty="0"/>
              <a:t>Level 3 (First name Surname/Date)</a:t>
            </a:r>
          </a:p>
        </p:txBody>
      </p:sp>
    </p:spTree>
    <p:extLst>
      <p:ext uri="{BB962C8B-B14F-4D97-AF65-F5344CB8AC3E}">
        <p14:creationId xmlns:p14="http://schemas.microsoft.com/office/powerpoint/2010/main" val="38918866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 mit Log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Bildplatzhalter 4">
            <a:extLst>
              <a:ext uri="{FF2B5EF4-FFF2-40B4-BE49-F238E27FC236}">
                <a16:creationId xmlns:a16="http://schemas.microsoft.com/office/drawing/2014/main" id="{712BD3F3-A9EA-3100-3B48-BC4236C1C8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69875" y="1080000"/>
            <a:ext cx="11652249" cy="49788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22D3C48-FDED-470C-908E-96B5A0DDFDE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16200000">
            <a:off x="12192000" y="72000"/>
            <a:ext cx="72000" cy="72000"/>
          </a:xfrm>
        </p:spPr>
        <p:txBody>
          <a:bodyPr/>
          <a:lstStyle>
            <a:lvl1pPr>
              <a:defRPr sz="100">
                <a:solidFill>
                  <a:schemeClr val="bg1"/>
                </a:solidFill>
              </a:defRPr>
            </a:lvl1pPr>
          </a:lstStyle>
          <a:p>
            <a:fld id="{F8C16490-B6B0-45CE-820B-001EE801F293}" type="datetime1">
              <a:rPr lang="en-GB" noProof="0" smtClean="0"/>
              <a:t>05/03/2026</a:t>
            </a:fld>
            <a:endParaRPr lang="en-GB" noProof="0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198B2F51-FE27-4B05-A169-62F7E9E344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12192000" y="152795"/>
            <a:ext cx="72000" cy="72000"/>
          </a:xfrm>
        </p:spPr>
        <p:txBody>
          <a:bodyPr/>
          <a:lstStyle>
            <a:lvl1pPr>
              <a:defRPr sz="100">
                <a:solidFill>
                  <a:schemeClr val="bg1"/>
                </a:solidFill>
              </a:defRPr>
            </a:lvl1pPr>
          </a:lstStyle>
          <a:p>
            <a:r>
              <a:rPr lang="en-GB" noProof="0"/>
              <a:t>Grgic Anto</a:t>
            </a:r>
            <a:endParaRPr lang="en-GB" noProof="0" dirty="0"/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CD7C1A0D-0D46-4AD6-A4E0-C34A72CE2E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 rot="16200000">
            <a:off x="12192000" y="0"/>
            <a:ext cx="72000" cy="72000"/>
          </a:xfrm>
        </p:spPr>
        <p:txBody>
          <a:bodyPr/>
          <a:lstStyle>
            <a:lvl1pPr>
              <a:defRPr sz="100">
                <a:solidFill>
                  <a:schemeClr val="bg1"/>
                </a:solidFill>
              </a:defRPr>
            </a:lvl1pPr>
          </a:lstStyle>
          <a:p>
            <a:r>
              <a:rPr lang="en-GB" noProof="0" dirty="0"/>
              <a:t> </a:t>
            </a:r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99E961D6-F750-1FDF-0BD7-64E76801105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582" y="263785"/>
            <a:ext cx="1590020" cy="550800"/>
          </a:xfrm>
          <a:prstGeom prst="rect">
            <a:avLst/>
          </a:prstGeom>
        </p:spPr>
      </p:pic>
      <p:sp>
        <p:nvSpPr>
          <p:cNvPr id="13" name="Textplatzhalter 12">
            <a:extLst>
              <a:ext uri="{FF2B5EF4-FFF2-40B4-BE49-F238E27FC236}">
                <a16:creationId xmlns:a16="http://schemas.microsoft.com/office/drawing/2014/main" id="{311DA3BE-00CD-1BA7-A6C5-5D9732DE886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412000" y="273600"/>
            <a:ext cx="3465505" cy="536400"/>
          </a:xfrm>
        </p:spPr>
        <p:txBody>
          <a:bodyPr anchor="ctr"/>
          <a:lstStyle>
            <a:lvl1pPr>
              <a:lnSpc>
                <a:spcPct val="97000"/>
              </a:lnSpc>
              <a:defRPr sz="1300" spc="-20" baseline="0">
                <a:latin typeface="Source Sans Pro SemiBold" panose="020B0603030403020204" pitchFamily="34" charset="0"/>
              </a:defRPr>
            </a:lvl1pPr>
          </a:lstStyle>
          <a:p>
            <a:pPr lvl="0"/>
            <a:r>
              <a:rPr lang="en-GB" noProof="0" dirty="0" err="1"/>
              <a:t>Organisationseinheit</a:t>
            </a:r>
            <a:endParaRPr lang="en-GB" noProof="0" dirty="0"/>
          </a:p>
        </p:txBody>
      </p:sp>
      <p:cxnSp>
        <p:nvCxnSpPr>
          <p:cNvPr id="2" name="Gerader Verbinder 1">
            <a:extLst>
              <a:ext uri="{FF2B5EF4-FFF2-40B4-BE49-F238E27FC236}">
                <a16:creationId xmlns:a16="http://schemas.microsoft.com/office/drawing/2014/main" id="{5A04CBAD-2C4F-A402-4949-1283FB197368}"/>
              </a:ext>
            </a:extLst>
          </p:cNvPr>
          <p:cNvCxnSpPr/>
          <p:nvPr userDrawn="1"/>
        </p:nvCxnSpPr>
        <p:spPr>
          <a:xfrm>
            <a:off x="2134800" y="268547"/>
            <a:ext cx="0" cy="540000"/>
          </a:xfrm>
          <a:prstGeom prst="line">
            <a:avLst/>
          </a:prstGeom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E22F3AE3-7ACB-2716-808B-C82789FE837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" y="2440388"/>
            <a:ext cx="3484209" cy="1516918"/>
          </a:xfrm>
          <a:solidFill>
            <a:schemeClr val="bg1"/>
          </a:solidFill>
        </p:spPr>
        <p:txBody>
          <a:bodyPr wrap="none" lIns="270000" tIns="154800" rIns="248400" bIns="180000">
            <a:spAutoFit/>
          </a:bodyPr>
          <a:lstStyle>
            <a:lvl1pPr>
              <a:lnSpc>
                <a:spcPct val="97000"/>
              </a:lnSpc>
              <a:defRPr sz="3000" b="1"/>
            </a:lvl1pPr>
            <a:lvl2pPr marL="0" indent="0">
              <a:lnSpc>
                <a:spcPct val="100000"/>
              </a:lnSpc>
              <a:spcBef>
                <a:spcPts val="700"/>
              </a:spcBef>
              <a:buFontTx/>
              <a:buNone/>
              <a:defRPr sz="2000" b="0"/>
            </a:lvl2pPr>
            <a:lvl3pPr marL="0" indent="0">
              <a:lnSpc>
                <a:spcPct val="103000"/>
              </a:lnSpc>
              <a:spcBef>
                <a:spcPts val="700"/>
              </a:spcBef>
              <a:buFontTx/>
              <a:buNone/>
              <a:defRPr sz="1600" b="0"/>
            </a:lvl3pPr>
            <a:lvl4pPr>
              <a:lnSpc>
                <a:spcPct val="83000"/>
              </a:lnSpc>
              <a:defRPr sz="4700" b="1"/>
            </a:lvl4pPr>
            <a:lvl5pPr>
              <a:lnSpc>
                <a:spcPct val="83000"/>
              </a:lnSpc>
              <a:defRPr sz="4700" b="1"/>
            </a:lvl5pPr>
          </a:lstStyle>
          <a:p>
            <a:pPr lvl="0"/>
            <a:r>
              <a:rPr lang="en-GB" noProof="0" dirty="0"/>
              <a:t>Insert title</a:t>
            </a:r>
          </a:p>
          <a:p>
            <a:pPr lvl="1"/>
            <a:r>
              <a:rPr lang="en-GB" noProof="0" dirty="0"/>
              <a:t>Level 2 (Subtitle)</a:t>
            </a:r>
          </a:p>
          <a:p>
            <a:pPr lvl="2"/>
            <a:r>
              <a:rPr lang="en-GB" noProof="0" dirty="0"/>
              <a:t>Level 3 (First name Surname/Date)</a:t>
            </a:r>
          </a:p>
        </p:txBody>
      </p:sp>
      <p:sp>
        <p:nvSpPr>
          <p:cNvPr id="3" name="Bildplatzhalter 6">
            <a:extLst>
              <a:ext uri="{FF2B5EF4-FFF2-40B4-BE49-F238E27FC236}">
                <a16:creationId xmlns:a16="http://schemas.microsoft.com/office/drawing/2014/main" id="{3E33648C-CA30-D18F-AD19-488B5D389660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1710983" y="6224588"/>
            <a:ext cx="1021219" cy="352570"/>
          </a:xfrm>
        </p:spPr>
        <p:txBody>
          <a:bodyPr/>
          <a:lstStyle/>
          <a:p>
            <a:r>
              <a:rPr lang="de-DE" dirty="0"/>
              <a:t>Logo</a:t>
            </a:r>
          </a:p>
        </p:txBody>
      </p:sp>
      <p:sp>
        <p:nvSpPr>
          <p:cNvPr id="7" name="Bildplatzhalter 6">
            <a:extLst>
              <a:ext uri="{FF2B5EF4-FFF2-40B4-BE49-F238E27FC236}">
                <a16:creationId xmlns:a16="http://schemas.microsoft.com/office/drawing/2014/main" id="{A15B553A-D76B-BE50-5229-98B3298F67E7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3155868" y="6224588"/>
            <a:ext cx="1021219" cy="352570"/>
          </a:xfrm>
        </p:spPr>
        <p:txBody>
          <a:bodyPr/>
          <a:lstStyle/>
          <a:p>
            <a:r>
              <a:rPr lang="de-DE" dirty="0"/>
              <a:t>Logo</a:t>
            </a:r>
          </a:p>
        </p:txBody>
      </p:sp>
      <p:cxnSp>
        <p:nvCxnSpPr>
          <p:cNvPr id="10" name="Gerader Verbinder 13">
            <a:extLst>
              <a:ext uri="{FF2B5EF4-FFF2-40B4-BE49-F238E27FC236}">
                <a16:creationId xmlns:a16="http://schemas.microsoft.com/office/drawing/2014/main" id="{C8695E30-C682-657A-CE1E-BCDA5B2D888F}"/>
              </a:ext>
            </a:extLst>
          </p:cNvPr>
          <p:cNvCxnSpPr>
            <a:cxnSpLocks/>
          </p:cNvCxnSpPr>
          <p:nvPr userDrawn="1"/>
        </p:nvCxnSpPr>
        <p:spPr>
          <a:xfrm>
            <a:off x="1491966" y="6246812"/>
            <a:ext cx="0" cy="337344"/>
          </a:xfrm>
          <a:prstGeom prst="line">
            <a:avLst/>
          </a:prstGeom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Gerader Verbinder 16">
            <a:extLst>
              <a:ext uri="{FF2B5EF4-FFF2-40B4-BE49-F238E27FC236}">
                <a16:creationId xmlns:a16="http://schemas.microsoft.com/office/drawing/2014/main" id="{D97721AF-771D-3772-A516-40C8BD5539BE}"/>
              </a:ext>
            </a:extLst>
          </p:cNvPr>
          <p:cNvCxnSpPr>
            <a:cxnSpLocks/>
          </p:cNvCxnSpPr>
          <p:nvPr userDrawn="1"/>
        </p:nvCxnSpPr>
        <p:spPr>
          <a:xfrm>
            <a:off x="2951746" y="6246812"/>
            <a:ext cx="0" cy="337344"/>
          </a:xfrm>
          <a:prstGeom prst="line">
            <a:avLst/>
          </a:prstGeom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Bildplatzhalter 6">
            <a:extLst>
              <a:ext uri="{FF2B5EF4-FFF2-40B4-BE49-F238E27FC236}">
                <a16:creationId xmlns:a16="http://schemas.microsoft.com/office/drawing/2014/main" id="{B7E424F3-B19E-8930-52AC-A85E22C10F26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266098" y="6224588"/>
            <a:ext cx="1021219" cy="352570"/>
          </a:xfrm>
        </p:spPr>
        <p:txBody>
          <a:bodyPr/>
          <a:lstStyle/>
          <a:p>
            <a:r>
              <a:rPr lang="de-DE" dirty="0"/>
              <a:t>Logo</a:t>
            </a:r>
          </a:p>
        </p:txBody>
      </p:sp>
    </p:spTree>
    <p:extLst>
      <p:ext uri="{BB962C8B-B14F-4D97-AF65-F5344CB8AC3E}">
        <p14:creationId xmlns:p14="http://schemas.microsoft.com/office/powerpoint/2010/main" val="8721546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 gross mi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Bildplatzhalter 4">
            <a:extLst>
              <a:ext uri="{FF2B5EF4-FFF2-40B4-BE49-F238E27FC236}">
                <a16:creationId xmlns:a16="http://schemas.microsoft.com/office/drawing/2014/main" id="{712BD3F3-A9EA-3100-3B48-BC4236C1C8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69875" y="273378"/>
            <a:ext cx="11652249" cy="595121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1410473C-28E8-F4A9-D9FA-A25C3E0D5DE6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39B43C91-F0D8-4D10-AD7C-80106A87C29F}" type="datetime1">
              <a:rPr lang="en-GB" noProof="0" smtClean="0"/>
              <a:t>05/03/2026</a:t>
            </a:fld>
            <a:endParaRPr lang="en-GB" noProof="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99E509D-72CF-9AB0-30D4-2CD7B2DA62C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 noProof="0"/>
              <a:t>Grgic Anto</a:t>
            </a:r>
            <a:endParaRPr lang="en-GB" noProof="0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92555C2-CC27-C0A2-017D-FF412B10100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sp>
        <p:nvSpPr>
          <p:cNvPr id="2" name="Textplatzhalter 4">
            <a:extLst>
              <a:ext uri="{FF2B5EF4-FFF2-40B4-BE49-F238E27FC236}">
                <a16:creationId xmlns:a16="http://schemas.microsoft.com/office/drawing/2014/main" id="{48EC57F8-2FF9-F2DC-C053-E44A7DBF457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0" y="1209675"/>
            <a:ext cx="1983799" cy="1308143"/>
          </a:xfrm>
          <a:solidFill>
            <a:schemeClr val="bg1"/>
          </a:solidFill>
        </p:spPr>
        <p:txBody>
          <a:bodyPr wrap="none" lIns="270000" tIns="154800" rIns="248400" bIns="180000">
            <a:spAutoFit/>
          </a:bodyPr>
          <a:lstStyle>
            <a:lvl1pPr>
              <a:lnSpc>
                <a:spcPct val="97000"/>
              </a:lnSpc>
              <a:defRPr sz="2400" b="1"/>
            </a:lvl1pPr>
            <a:lvl2pPr marL="0" indent="0">
              <a:lnSpc>
                <a:spcPct val="103000"/>
              </a:lnSpc>
              <a:spcBef>
                <a:spcPts val="0"/>
              </a:spcBef>
              <a:buFontTx/>
              <a:buNone/>
              <a:defRPr sz="1600" b="0"/>
            </a:lvl2pPr>
            <a:lvl3pPr>
              <a:lnSpc>
                <a:spcPct val="83000"/>
              </a:lnSpc>
              <a:defRPr sz="4700" b="1"/>
            </a:lvl3pPr>
            <a:lvl4pPr>
              <a:lnSpc>
                <a:spcPct val="83000"/>
              </a:lnSpc>
              <a:defRPr sz="4700" b="1"/>
            </a:lvl4pPr>
            <a:lvl5pPr>
              <a:lnSpc>
                <a:spcPct val="83000"/>
              </a:lnSpc>
              <a:defRPr sz="4700" b="1"/>
            </a:lvl5pPr>
          </a:lstStyle>
          <a:p>
            <a:pPr lvl="0"/>
            <a:r>
              <a:rPr lang="en-GB" noProof="0" dirty="0"/>
              <a:t>Insert title</a:t>
            </a:r>
          </a:p>
          <a:p>
            <a:pPr lvl="1"/>
            <a:r>
              <a:rPr lang="en-GB" noProof="0" dirty="0"/>
              <a:t>Insert text</a:t>
            </a:r>
          </a:p>
          <a:p>
            <a:pPr lvl="0"/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18377503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, Bild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ildplatzhalter 4">
            <a:extLst>
              <a:ext uri="{FF2B5EF4-FFF2-40B4-BE49-F238E27FC236}">
                <a16:creationId xmlns:a16="http://schemas.microsoft.com/office/drawing/2014/main" id="{62E6E148-5F7E-6A90-F5E7-CAF43EF2FFA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269875" y="866775"/>
            <a:ext cx="11652249" cy="5150546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273600" y="244800"/>
            <a:ext cx="11650662" cy="625944"/>
          </a:xfrm>
        </p:spPr>
        <p:txBody>
          <a:bodyPr/>
          <a:lstStyle>
            <a:lvl1pPr>
              <a:defRPr/>
            </a:lvl1pPr>
          </a:lstStyle>
          <a:p>
            <a:r>
              <a:rPr lang="en-GB" noProof="0" dirty="0"/>
              <a:t>Insert title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07E4E3B-B029-4FB4-981D-E15979CD6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D20089-3297-4BE2-B75D-7802F1A971AD}" type="datetime1">
              <a:rPr lang="en-GB" noProof="0" smtClean="0"/>
              <a:t>05/03/2026</a:t>
            </a:fld>
            <a:endParaRPr lang="en-GB" noProof="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3A6D9A-857D-4B6F-B977-93015D039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Grgic Anto</a:t>
            </a:r>
            <a:endParaRPr lang="en-GB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FACFD7-BF65-4DA8-AFDF-1BA2EB682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6CDD860C-EA71-505B-F39E-701CB8A00FF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70000" y="6022800"/>
            <a:ext cx="5826000" cy="203300"/>
          </a:xfrm>
        </p:spPr>
        <p:txBody>
          <a:bodyPr anchor="b"/>
          <a:lstStyle>
            <a:lvl1pPr>
              <a:lnSpc>
                <a:spcPct val="109000"/>
              </a:lnSpc>
              <a:defRPr sz="10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GB" noProof="0" dirty="0"/>
              <a:t>Insert source</a:t>
            </a:r>
          </a:p>
        </p:txBody>
      </p:sp>
      <p:sp>
        <p:nvSpPr>
          <p:cNvPr id="3" name="Textplatzhalter 4">
            <a:extLst>
              <a:ext uri="{FF2B5EF4-FFF2-40B4-BE49-F238E27FC236}">
                <a16:creationId xmlns:a16="http://schemas.microsoft.com/office/drawing/2014/main" id="{7737E4CB-5032-63D9-B015-478DD21B136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0" y="4154437"/>
            <a:ext cx="1389084" cy="949904"/>
          </a:xfrm>
          <a:solidFill>
            <a:schemeClr val="bg1"/>
          </a:solidFill>
        </p:spPr>
        <p:txBody>
          <a:bodyPr wrap="none" lIns="270000" tIns="154800" rIns="248400" bIns="180000">
            <a:spAutoFit/>
          </a:bodyPr>
          <a:lstStyle>
            <a:lvl1pPr>
              <a:lnSpc>
                <a:spcPct val="97000"/>
              </a:lnSpc>
              <a:defRPr sz="2400" b="1"/>
            </a:lvl1pPr>
            <a:lvl2pPr marL="0" indent="0">
              <a:lnSpc>
                <a:spcPct val="103000"/>
              </a:lnSpc>
              <a:spcBef>
                <a:spcPts val="0"/>
              </a:spcBef>
              <a:buFontTx/>
              <a:buNone/>
              <a:defRPr sz="1600" b="0"/>
            </a:lvl2pPr>
            <a:lvl3pPr>
              <a:lnSpc>
                <a:spcPct val="83000"/>
              </a:lnSpc>
              <a:defRPr sz="4700" b="1"/>
            </a:lvl3pPr>
            <a:lvl4pPr>
              <a:lnSpc>
                <a:spcPct val="83000"/>
              </a:lnSpc>
              <a:defRPr sz="4700" b="1"/>
            </a:lvl4pPr>
            <a:lvl5pPr>
              <a:lnSpc>
                <a:spcPct val="83000"/>
              </a:lnSpc>
              <a:defRPr sz="4700" b="1"/>
            </a:lvl5pPr>
          </a:lstStyle>
          <a:p>
            <a:pPr lvl="1"/>
            <a:r>
              <a:rPr lang="en-GB" noProof="0" dirty="0"/>
              <a:t>Insert text</a:t>
            </a:r>
          </a:p>
          <a:p>
            <a:pPr lvl="0"/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26777033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pitel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271461" y="289224"/>
            <a:ext cx="11650663" cy="5935364"/>
          </a:xfrm>
          <a:solidFill>
            <a:schemeClr val="accent1"/>
          </a:solidFill>
        </p:spPr>
        <p:txBody>
          <a:bodyPr tIns="324000" rIns="0" anchor="t"/>
          <a:lstStyle>
            <a:lvl1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5000" b="1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174625" indent="-174625" algn="r">
              <a:buFont typeface="Source Sans Pro" panose="020B0503030403020204" pitchFamily="34" charset="0"/>
              <a:buChar char="―"/>
              <a:defRPr/>
            </a:lvl2pPr>
            <a:lvl3pPr marL="360363" indent="-185738" algn="r">
              <a:buFont typeface="Source Sans Pro" panose="020B0503030403020204" pitchFamily="34" charset="0"/>
              <a:buChar char="―"/>
              <a:defRPr/>
            </a:lvl3pPr>
            <a:lvl4pPr marL="534988" indent="-174625" algn="r">
              <a:buFont typeface="Source Sans Pro" panose="020B0503030403020204" pitchFamily="34" charset="0"/>
              <a:buChar char="―"/>
              <a:defRPr/>
            </a:lvl4pPr>
            <a:lvl5pPr marL="719138" indent="-184150" algn="r">
              <a:buFont typeface="Source Sans Pro" panose="020B0503030403020204" pitchFamily="34" charset="0"/>
              <a:buChar char="―"/>
              <a:defRPr/>
            </a:lvl5pPr>
          </a:lstStyle>
          <a:p>
            <a:pPr lvl="0"/>
            <a:r>
              <a:rPr lang="de-CH" dirty="0"/>
              <a:t>0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07E4E3B-B029-4FB4-981D-E15979CD6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965245-EA34-4D3A-B244-6B1F8D9D1BFC}" type="datetime1">
              <a:rPr lang="en-GB" smtClean="0"/>
              <a:t>05/03/2026</a:t>
            </a:fld>
            <a:endParaRPr lang="de-CH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3A6D9A-857D-4B6F-B977-93015D039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Grgic Anto</a:t>
            </a:r>
            <a:endParaRPr lang="de-CH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FACFD7-BF65-4DA8-AFDF-1BA2EB682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de-CH" smtClean="0"/>
              <a:pPr/>
              <a:t>‹#›</a:t>
            </a:fld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42714092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273600" y="244800"/>
            <a:ext cx="11650662" cy="625944"/>
          </a:xfrm>
        </p:spPr>
        <p:txBody>
          <a:bodyPr/>
          <a:lstStyle>
            <a:lvl1pPr>
              <a:defRPr/>
            </a:lvl1pPr>
          </a:lstStyle>
          <a:p>
            <a:r>
              <a:rPr lang="en-GB" noProof="0" dirty="0"/>
              <a:t>Insert title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271461" y="870744"/>
            <a:ext cx="11650663" cy="5150545"/>
          </a:xfrm>
        </p:spPr>
        <p:txBody>
          <a:bodyPr/>
          <a:lstStyle>
            <a:lvl1pPr>
              <a:defRPr/>
            </a:lvl1pPr>
            <a:lvl2pPr marL="226800" indent="-226800">
              <a:spcBef>
                <a:spcPts val="1000"/>
              </a:spcBef>
              <a:spcAft>
                <a:spcPts val="0"/>
              </a:spcAft>
              <a:buFont typeface="Source Sans Pro" panose="020B0503030403020204" pitchFamily="34" charset="0"/>
              <a:buChar char="―"/>
              <a:defRPr/>
            </a:lvl2pPr>
            <a:lvl3pPr marL="655200" indent="-226800">
              <a:spcBef>
                <a:spcPts val="1000"/>
              </a:spcBef>
              <a:spcAft>
                <a:spcPts val="0"/>
              </a:spcAft>
              <a:buFont typeface="Source Sans Pro" panose="020B0503030403020204" pitchFamily="34" charset="0"/>
              <a:buChar char="―"/>
              <a:defRPr/>
            </a:lvl3pPr>
            <a:lvl4pPr marL="1090800" indent="-226800">
              <a:spcBef>
                <a:spcPts val="1000"/>
              </a:spcBef>
              <a:spcAft>
                <a:spcPts val="0"/>
              </a:spcAft>
              <a:buFont typeface="Source Sans Pro" panose="020B0503030403020204" pitchFamily="34" charset="0"/>
              <a:buChar char="―"/>
              <a:defRPr/>
            </a:lvl4pPr>
            <a:lvl5pPr marL="1522800" indent="-226800">
              <a:spcBef>
                <a:spcPts val="1000"/>
              </a:spcBef>
              <a:spcAft>
                <a:spcPts val="0"/>
              </a:spcAft>
              <a:buFont typeface="Source Sans Pro" panose="020B0503030403020204" pitchFamily="34" charset="0"/>
              <a:buChar char="―"/>
              <a:defRPr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07E4E3B-B029-4FB4-981D-E15979CD6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46893-FD8B-47A3-B1A8-FB4C75AB05E7}" type="datetime1">
              <a:rPr lang="en-GB" noProof="0" smtClean="0"/>
              <a:t>05/03/2026</a:t>
            </a:fld>
            <a:endParaRPr lang="en-GB" noProof="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3A6D9A-857D-4B6F-B977-93015D039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/>
              <a:t>Grgic Anto</a:t>
            </a:r>
            <a:endParaRPr lang="en-GB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FACFD7-BF65-4DA8-AFDF-1BA2EB682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6CDD860C-EA71-505B-F39E-701CB8A00FF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70000" y="6021289"/>
            <a:ext cx="5826000" cy="203300"/>
          </a:xfrm>
        </p:spPr>
        <p:txBody>
          <a:bodyPr anchor="b"/>
          <a:lstStyle>
            <a:lvl1pPr>
              <a:lnSpc>
                <a:spcPct val="109000"/>
              </a:lnSpc>
              <a:defRPr sz="12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GB" noProof="0" dirty="0"/>
              <a:t>Insert source</a:t>
            </a:r>
          </a:p>
        </p:txBody>
      </p:sp>
    </p:spTree>
    <p:extLst>
      <p:ext uri="{BB962C8B-B14F-4D97-AF65-F5344CB8AC3E}">
        <p14:creationId xmlns:p14="http://schemas.microsoft.com/office/powerpoint/2010/main" val="4795704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it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271461" y="866774"/>
            <a:ext cx="9324000" cy="4816476"/>
          </a:xfrm>
        </p:spPr>
        <p:txBody>
          <a:bodyPr anchor="ctr"/>
          <a:lstStyle>
            <a:lvl1pPr>
              <a:lnSpc>
                <a:spcPct val="97000"/>
              </a:lnSpc>
              <a:spcBef>
                <a:spcPts val="0"/>
              </a:spcBef>
              <a:defRPr sz="3000"/>
            </a:lvl1pPr>
            <a:lvl2pPr>
              <a:lnSpc>
                <a:spcPct val="97000"/>
              </a:lnSpc>
              <a:spcBef>
                <a:spcPts val="1000"/>
              </a:spcBef>
              <a:defRPr sz="3000"/>
            </a:lvl2pPr>
            <a:lvl3pPr>
              <a:lnSpc>
                <a:spcPct val="97000"/>
              </a:lnSpc>
              <a:spcBef>
                <a:spcPts val="1000"/>
              </a:spcBef>
              <a:defRPr sz="3000"/>
            </a:lvl3pPr>
            <a:lvl4pPr>
              <a:lnSpc>
                <a:spcPct val="97000"/>
              </a:lnSpc>
              <a:spcBef>
                <a:spcPts val="1000"/>
              </a:spcBef>
              <a:defRPr sz="3000"/>
            </a:lvl4pPr>
            <a:lvl5pPr>
              <a:lnSpc>
                <a:spcPct val="97000"/>
              </a:lnSpc>
              <a:spcBef>
                <a:spcPts val="1000"/>
              </a:spcBef>
              <a:defRPr sz="300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07E4E3B-B029-4FB4-981D-E15979CD6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17B6A-5CC5-4D65-8051-2CD5B188935C}" type="datetime1">
              <a:rPr lang="en-GB" noProof="0" smtClean="0"/>
              <a:t>05/03/2026</a:t>
            </a:fld>
            <a:endParaRPr lang="en-GB" noProof="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3A6D9A-857D-4B6F-B977-93015D039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/>
              <a:t>Grgic Anto</a:t>
            </a:r>
            <a:endParaRPr lang="en-GB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FACFD7-BF65-4DA8-AFDF-1BA2EB682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31622664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273600" y="244799"/>
            <a:ext cx="5722937" cy="621975"/>
          </a:xfrm>
        </p:spPr>
        <p:txBody>
          <a:bodyPr/>
          <a:lstStyle>
            <a:lvl1pPr>
              <a:defRPr/>
            </a:lvl1pPr>
          </a:lstStyle>
          <a:p>
            <a:r>
              <a:rPr lang="en-GB" noProof="0" dirty="0"/>
              <a:t>Insert chapter title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half" idx="1" hasCustomPrompt="1"/>
          </p:nvPr>
        </p:nvSpPr>
        <p:spPr>
          <a:xfrm>
            <a:off x="271463" y="866774"/>
            <a:ext cx="5722937" cy="5133447"/>
          </a:xfrm>
        </p:spPr>
        <p:txBody>
          <a:bodyPr/>
          <a:lstStyle>
            <a:lvl1pPr>
              <a:defRPr sz="1600"/>
            </a:lvl1pPr>
            <a:lvl2pPr marL="226800" indent="-226800">
              <a:defRPr sz="1600"/>
            </a:lvl2pPr>
            <a:lvl3pPr marL="658800" indent="-226800">
              <a:defRPr sz="1600"/>
            </a:lvl3pPr>
            <a:lvl4pPr marL="1090800" indent="-226800">
              <a:defRPr sz="1600"/>
            </a:lvl4pPr>
            <a:lvl5pPr marL="1522800" indent="-226800">
              <a:defRPr sz="160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0CBC3AC7-219E-4C67-AEDA-C67A12A69C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06751F-4954-4452-BFF4-12ED94DF4FA2}" type="datetime1">
              <a:rPr lang="en-GB" noProof="0" smtClean="0"/>
              <a:t>05/03/2026</a:t>
            </a:fld>
            <a:endParaRPr lang="en-GB" noProof="0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C7782AC2-B1F9-49B1-8F1C-175BF98745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/>
              <a:t>Grgic Anto</a:t>
            </a:r>
            <a:endParaRPr lang="en-GB" noProof="0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1764E7F5-EE66-4CED-8EDA-D78B639D28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sp>
        <p:nvSpPr>
          <p:cNvPr id="8" name="Inhaltsplatzhalter 2">
            <a:extLst>
              <a:ext uri="{FF2B5EF4-FFF2-40B4-BE49-F238E27FC236}">
                <a16:creationId xmlns:a16="http://schemas.microsoft.com/office/drawing/2014/main" id="{0F08660E-5135-A84E-B689-DDFA75A72BBA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6197600" y="242888"/>
            <a:ext cx="5722937" cy="5981700"/>
          </a:xfrm>
        </p:spPr>
        <p:txBody>
          <a:bodyPr/>
          <a:lstStyle>
            <a:lvl1pPr>
              <a:defRPr sz="1600"/>
            </a:lvl1pPr>
            <a:lvl2pPr marL="226800" indent="-226800">
              <a:defRPr sz="1600"/>
            </a:lvl2pPr>
            <a:lvl3pPr marL="658800" indent="-226800">
              <a:defRPr sz="1600"/>
            </a:lvl3pPr>
            <a:lvl4pPr marL="1090800" indent="-226800">
              <a:defRPr sz="1600"/>
            </a:lvl4pPr>
            <a:lvl5pPr marL="1522800" indent="-226800">
              <a:defRPr sz="160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4" name="Textplatzhalter 8">
            <a:extLst>
              <a:ext uri="{FF2B5EF4-FFF2-40B4-BE49-F238E27FC236}">
                <a16:creationId xmlns:a16="http://schemas.microsoft.com/office/drawing/2014/main" id="{958C9C6E-122D-B369-EB0B-2386BA817C2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69875" y="6000221"/>
            <a:ext cx="5722937" cy="205200"/>
          </a:xfrm>
        </p:spPr>
        <p:txBody>
          <a:bodyPr anchor="b"/>
          <a:lstStyle>
            <a:lvl1pPr>
              <a:lnSpc>
                <a:spcPct val="109000"/>
              </a:lnSpc>
              <a:defRPr sz="12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GB" noProof="0" dirty="0"/>
              <a:t>Insert source</a:t>
            </a:r>
          </a:p>
        </p:txBody>
      </p:sp>
    </p:spTree>
    <p:extLst>
      <p:ext uri="{BB962C8B-B14F-4D97-AF65-F5344CB8AC3E}">
        <p14:creationId xmlns:p14="http://schemas.microsoft.com/office/powerpoint/2010/main" val="3318625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und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1410473C-28E8-F4A9-D9FA-A25C3E0D5DE6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932DB27F-F071-4A95-9EEE-5C5CBF64EE26}" type="datetime1">
              <a:rPr lang="en-GB" noProof="0" smtClean="0"/>
              <a:t>05/03/2026</a:t>
            </a:fld>
            <a:endParaRPr lang="en-GB" noProof="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99E509D-72CF-9AB0-30D4-2CD7B2DA62C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 noProof="0"/>
              <a:t>Grgic Anto</a:t>
            </a:r>
            <a:endParaRPr lang="en-GB" noProof="0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92555C2-CC27-C0A2-017D-FF412B10100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sp>
        <p:nvSpPr>
          <p:cNvPr id="6" name="Bildplatzhalter 4">
            <a:extLst>
              <a:ext uri="{FF2B5EF4-FFF2-40B4-BE49-F238E27FC236}">
                <a16:creationId xmlns:a16="http://schemas.microsoft.com/office/drawing/2014/main" id="{84E61DB5-E919-69BB-4D15-14B989729A33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187621" y="273378"/>
            <a:ext cx="5724000" cy="595121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2" name="Inhaltsplatzhalter 2">
            <a:extLst>
              <a:ext uri="{FF2B5EF4-FFF2-40B4-BE49-F238E27FC236}">
                <a16:creationId xmlns:a16="http://schemas.microsoft.com/office/drawing/2014/main" id="{99EEEEF7-8E4F-3C55-5E7A-50A2A740DE06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71462" y="1371600"/>
            <a:ext cx="5724000" cy="4628621"/>
          </a:xfrm>
        </p:spPr>
        <p:txBody>
          <a:bodyPr/>
          <a:lstStyle>
            <a:lvl1pPr>
              <a:spcAft>
                <a:spcPts val="0"/>
              </a:spcAft>
              <a:defRPr sz="1600"/>
            </a:lvl1pPr>
            <a:lvl2pPr marL="226800" indent="-226800">
              <a:spcBef>
                <a:spcPts val="1000"/>
              </a:spcBef>
              <a:spcAft>
                <a:spcPts val="0"/>
              </a:spcAft>
              <a:defRPr sz="1600"/>
            </a:lvl2pPr>
            <a:lvl3pPr marL="658800" indent="-226800">
              <a:spcBef>
                <a:spcPts val="1000"/>
              </a:spcBef>
              <a:spcAft>
                <a:spcPts val="0"/>
              </a:spcAft>
              <a:defRPr sz="1600"/>
            </a:lvl3pPr>
            <a:lvl4pPr marL="1090800" indent="-226800">
              <a:spcBef>
                <a:spcPts val="1000"/>
              </a:spcBef>
              <a:spcAft>
                <a:spcPts val="0"/>
              </a:spcAft>
              <a:defRPr sz="1600"/>
            </a:lvl4pPr>
            <a:lvl5pPr marL="1522800" indent="-342000">
              <a:spcBef>
                <a:spcPts val="1000"/>
              </a:spcBef>
              <a:spcAft>
                <a:spcPts val="0"/>
              </a:spcAft>
              <a:defRPr sz="160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4" name="Titel 1">
            <a:extLst>
              <a:ext uri="{FF2B5EF4-FFF2-40B4-BE49-F238E27FC236}">
                <a16:creationId xmlns:a16="http://schemas.microsoft.com/office/drawing/2014/main" id="{BA512215-946B-73CF-5CD5-5404CAE41FE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3600" y="245268"/>
            <a:ext cx="5723999" cy="845567"/>
          </a:xfrm>
        </p:spPr>
        <p:txBody>
          <a:bodyPr/>
          <a:lstStyle>
            <a:lvl1pPr>
              <a:lnSpc>
                <a:spcPct val="97000"/>
              </a:lnSpc>
              <a:defRPr/>
            </a:lvl1pPr>
          </a:lstStyle>
          <a:p>
            <a:r>
              <a:rPr lang="en-GB" noProof="0" dirty="0"/>
              <a:t>Insert chapter title</a:t>
            </a:r>
          </a:p>
        </p:txBody>
      </p:sp>
      <p:sp>
        <p:nvSpPr>
          <p:cNvPr id="8" name="Textplatzhalter 8">
            <a:extLst>
              <a:ext uri="{FF2B5EF4-FFF2-40B4-BE49-F238E27FC236}">
                <a16:creationId xmlns:a16="http://schemas.microsoft.com/office/drawing/2014/main" id="{EAAB97D8-67DD-4A1A-E7E3-B479715D9C9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70000" y="6000221"/>
            <a:ext cx="5734380" cy="205200"/>
          </a:xfrm>
        </p:spPr>
        <p:txBody>
          <a:bodyPr anchor="b"/>
          <a:lstStyle>
            <a:lvl1pPr>
              <a:lnSpc>
                <a:spcPct val="109000"/>
              </a:lnSpc>
              <a:defRPr sz="12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GB" noProof="0" dirty="0"/>
              <a:t>Insert source</a:t>
            </a:r>
          </a:p>
        </p:txBody>
      </p:sp>
    </p:spTree>
    <p:extLst>
      <p:ext uri="{BB962C8B-B14F-4D97-AF65-F5344CB8AC3E}">
        <p14:creationId xmlns:p14="http://schemas.microsoft.com/office/powerpoint/2010/main" val="416978173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hs Inhalte und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1410473C-28E8-F4A9-D9FA-A25C3E0D5DE6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D80781FC-1424-4209-8A6E-9A2144BB4E72}" type="datetime1">
              <a:rPr lang="en-GB" noProof="0" smtClean="0"/>
              <a:t>05/03/2026</a:t>
            </a:fld>
            <a:endParaRPr lang="en-GB" noProof="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99E509D-72CF-9AB0-30D4-2CD7B2DA62C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noProof="0"/>
              <a:t>Grgic Anto</a:t>
            </a:r>
            <a:endParaRPr lang="en-GB" noProof="0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92555C2-CC27-C0A2-017D-FF412B10100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sp>
        <p:nvSpPr>
          <p:cNvPr id="6" name="Bildplatzhalter 4">
            <a:extLst>
              <a:ext uri="{FF2B5EF4-FFF2-40B4-BE49-F238E27FC236}">
                <a16:creationId xmlns:a16="http://schemas.microsoft.com/office/drawing/2014/main" id="{84E61DB5-E919-69BB-4D15-14B989729A33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187621" y="273378"/>
            <a:ext cx="5724000" cy="595121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4" name="Titel 1">
            <a:extLst>
              <a:ext uri="{FF2B5EF4-FFF2-40B4-BE49-F238E27FC236}">
                <a16:creationId xmlns:a16="http://schemas.microsoft.com/office/drawing/2014/main" id="{BA512215-946B-73CF-5CD5-5404CAE41FE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3600" y="245268"/>
            <a:ext cx="5723999" cy="845567"/>
          </a:xfrm>
        </p:spPr>
        <p:txBody>
          <a:bodyPr/>
          <a:lstStyle>
            <a:lvl1pPr>
              <a:lnSpc>
                <a:spcPct val="97000"/>
              </a:lnSpc>
              <a:defRPr/>
            </a:lvl1pPr>
          </a:lstStyle>
          <a:p>
            <a:r>
              <a:rPr lang="en-GB" noProof="0" dirty="0"/>
              <a:t>Insert title</a:t>
            </a:r>
          </a:p>
        </p:txBody>
      </p:sp>
      <p:sp>
        <p:nvSpPr>
          <p:cNvPr id="8" name="Textplatzhalter 8">
            <a:extLst>
              <a:ext uri="{FF2B5EF4-FFF2-40B4-BE49-F238E27FC236}">
                <a16:creationId xmlns:a16="http://schemas.microsoft.com/office/drawing/2014/main" id="{EAAB97D8-67DD-4A1A-E7E3-B479715D9C9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70000" y="6022800"/>
            <a:ext cx="5734380" cy="205200"/>
          </a:xfrm>
        </p:spPr>
        <p:txBody>
          <a:bodyPr anchor="b"/>
          <a:lstStyle>
            <a:lvl1pPr>
              <a:lnSpc>
                <a:spcPct val="109000"/>
              </a:lnSpc>
              <a:defRPr sz="10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GB" noProof="0" dirty="0"/>
              <a:t>Insert source</a:t>
            </a:r>
          </a:p>
        </p:txBody>
      </p:sp>
      <p:cxnSp>
        <p:nvCxnSpPr>
          <p:cNvPr id="11" name="Gerader Verbinder 10">
            <a:extLst>
              <a:ext uri="{FF2B5EF4-FFF2-40B4-BE49-F238E27FC236}">
                <a16:creationId xmlns:a16="http://schemas.microsoft.com/office/drawing/2014/main" id="{DD08B5C7-0B72-0F94-738C-A9B735A2519D}"/>
              </a:ext>
            </a:extLst>
          </p:cNvPr>
          <p:cNvCxnSpPr>
            <a:cxnSpLocks/>
          </p:cNvCxnSpPr>
          <p:nvPr userDrawn="1"/>
        </p:nvCxnSpPr>
        <p:spPr>
          <a:xfrm>
            <a:off x="273050" y="5155072"/>
            <a:ext cx="239937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Gerader Verbinder 13">
            <a:extLst>
              <a:ext uri="{FF2B5EF4-FFF2-40B4-BE49-F238E27FC236}">
                <a16:creationId xmlns:a16="http://schemas.microsoft.com/office/drawing/2014/main" id="{36987E16-61C3-F16E-EBD2-164E17176CF4}"/>
              </a:ext>
            </a:extLst>
          </p:cNvPr>
          <p:cNvCxnSpPr>
            <a:cxnSpLocks/>
          </p:cNvCxnSpPr>
          <p:nvPr userDrawn="1"/>
        </p:nvCxnSpPr>
        <p:spPr>
          <a:xfrm>
            <a:off x="3228366" y="5155071"/>
            <a:ext cx="239937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Gerader Verbinder 16">
            <a:extLst>
              <a:ext uri="{FF2B5EF4-FFF2-40B4-BE49-F238E27FC236}">
                <a16:creationId xmlns:a16="http://schemas.microsoft.com/office/drawing/2014/main" id="{B7071907-BBD2-40D4-55E0-1E83C4F6D6BC}"/>
              </a:ext>
            </a:extLst>
          </p:cNvPr>
          <p:cNvCxnSpPr>
            <a:cxnSpLocks/>
          </p:cNvCxnSpPr>
          <p:nvPr userDrawn="1"/>
        </p:nvCxnSpPr>
        <p:spPr>
          <a:xfrm>
            <a:off x="3233129" y="3440571"/>
            <a:ext cx="239937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Gerader Verbinder 19">
            <a:extLst>
              <a:ext uri="{FF2B5EF4-FFF2-40B4-BE49-F238E27FC236}">
                <a16:creationId xmlns:a16="http://schemas.microsoft.com/office/drawing/2014/main" id="{2CE74047-F734-D6A9-08E0-D291395944F0}"/>
              </a:ext>
            </a:extLst>
          </p:cNvPr>
          <p:cNvCxnSpPr>
            <a:cxnSpLocks/>
          </p:cNvCxnSpPr>
          <p:nvPr userDrawn="1"/>
        </p:nvCxnSpPr>
        <p:spPr>
          <a:xfrm>
            <a:off x="276265" y="3440571"/>
            <a:ext cx="239937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Gerader Verbinder 22">
            <a:extLst>
              <a:ext uri="{FF2B5EF4-FFF2-40B4-BE49-F238E27FC236}">
                <a16:creationId xmlns:a16="http://schemas.microsoft.com/office/drawing/2014/main" id="{5E45E1AF-C792-F20E-F289-890F955A6D57}"/>
              </a:ext>
            </a:extLst>
          </p:cNvPr>
          <p:cNvCxnSpPr>
            <a:cxnSpLocks/>
          </p:cNvCxnSpPr>
          <p:nvPr userDrawn="1"/>
        </p:nvCxnSpPr>
        <p:spPr>
          <a:xfrm>
            <a:off x="273449" y="1726352"/>
            <a:ext cx="239937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Gerader Verbinder 25">
            <a:extLst>
              <a:ext uri="{FF2B5EF4-FFF2-40B4-BE49-F238E27FC236}">
                <a16:creationId xmlns:a16="http://schemas.microsoft.com/office/drawing/2014/main" id="{98DB0037-139C-0385-E03A-306D5169233B}"/>
              </a:ext>
            </a:extLst>
          </p:cNvPr>
          <p:cNvCxnSpPr>
            <a:cxnSpLocks/>
          </p:cNvCxnSpPr>
          <p:nvPr userDrawn="1"/>
        </p:nvCxnSpPr>
        <p:spPr>
          <a:xfrm>
            <a:off x="3230961" y="1721590"/>
            <a:ext cx="239937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platzhalter 27">
            <a:extLst>
              <a:ext uri="{FF2B5EF4-FFF2-40B4-BE49-F238E27FC236}">
                <a16:creationId xmlns:a16="http://schemas.microsoft.com/office/drawing/2014/main" id="{30017B53-05EC-3989-249C-664AD90907AB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230670" y="1876705"/>
            <a:ext cx="2574000" cy="421200"/>
          </a:xfrm>
        </p:spPr>
        <p:txBody>
          <a:bodyPr/>
          <a:lstStyle>
            <a:lvl1pPr>
              <a:lnSpc>
                <a:spcPct val="98000"/>
              </a:lnSpc>
              <a:defRPr sz="1500" b="0">
                <a:solidFill>
                  <a:schemeClr val="tx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 dirty="0"/>
              <a:t>Insert content</a:t>
            </a:r>
          </a:p>
        </p:txBody>
      </p:sp>
      <p:sp>
        <p:nvSpPr>
          <p:cNvPr id="37" name="Textplatzhalter 27">
            <a:extLst>
              <a:ext uri="{FF2B5EF4-FFF2-40B4-BE49-F238E27FC236}">
                <a16:creationId xmlns:a16="http://schemas.microsoft.com/office/drawing/2014/main" id="{714803E2-4C7F-CFE5-7B57-C3F213A3403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273050" y="5310187"/>
            <a:ext cx="2574000" cy="421200"/>
          </a:xfrm>
        </p:spPr>
        <p:txBody>
          <a:bodyPr/>
          <a:lstStyle>
            <a:lvl1pPr>
              <a:lnSpc>
                <a:spcPct val="98000"/>
              </a:lnSpc>
              <a:defRPr sz="1500" b="0">
                <a:solidFill>
                  <a:schemeClr val="tx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 dirty="0"/>
              <a:t>Insert content</a:t>
            </a:r>
          </a:p>
        </p:txBody>
      </p:sp>
      <p:sp>
        <p:nvSpPr>
          <p:cNvPr id="38" name="Textplatzhalter 27">
            <a:extLst>
              <a:ext uri="{FF2B5EF4-FFF2-40B4-BE49-F238E27FC236}">
                <a16:creationId xmlns:a16="http://schemas.microsoft.com/office/drawing/2014/main" id="{9C152131-ED74-0F59-B477-F10CE617C44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3232838" y="3595686"/>
            <a:ext cx="2574000" cy="421200"/>
          </a:xfrm>
        </p:spPr>
        <p:txBody>
          <a:bodyPr/>
          <a:lstStyle>
            <a:lvl1pPr>
              <a:lnSpc>
                <a:spcPct val="98000"/>
              </a:lnSpc>
              <a:defRPr sz="1500" b="0">
                <a:solidFill>
                  <a:schemeClr val="tx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 dirty="0"/>
              <a:t>Insert content</a:t>
            </a:r>
          </a:p>
        </p:txBody>
      </p:sp>
      <p:sp>
        <p:nvSpPr>
          <p:cNvPr id="41" name="Textplatzhalter 27">
            <a:extLst>
              <a:ext uri="{FF2B5EF4-FFF2-40B4-BE49-F238E27FC236}">
                <a16:creationId xmlns:a16="http://schemas.microsoft.com/office/drawing/2014/main" id="{1182E294-3DAE-8397-D78D-AE19E051369E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228075" y="5310186"/>
            <a:ext cx="2574000" cy="421200"/>
          </a:xfrm>
        </p:spPr>
        <p:txBody>
          <a:bodyPr/>
          <a:lstStyle>
            <a:lvl1pPr>
              <a:lnSpc>
                <a:spcPct val="98000"/>
              </a:lnSpc>
              <a:defRPr sz="1500" b="0">
                <a:solidFill>
                  <a:schemeClr val="tx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 dirty="0"/>
              <a:t>Insert content</a:t>
            </a:r>
          </a:p>
        </p:txBody>
      </p:sp>
      <p:sp>
        <p:nvSpPr>
          <p:cNvPr id="42" name="Textplatzhalter 27">
            <a:extLst>
              <a:ext uri="{FF2B5EF4-FFF2-40B4-BE49-F238E27FC236}">
                <a16:creationId xmlns:a16="http://schemas.microsoft.com/office/drawing/2014/main" id="{F8CA09C2-6A74-C429-81F0-F2CA0C0A8B8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228366" y="4404359"/>
            <a:ext cx="2574000" cy="684000"/>
          </a:xfrm>
        </p:spPr>
        <p:txBody>
          <a:bodyPr/>
          <a:lstStyle>
            <a:lvl1pPr>
              <a:defRPr sz="4700" b="1">
                <a:solidFill>
                  <a:schemeClr val="tx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 dirty="0"/>
              <a:t>00</a:t>
            </a:r>
          </a:p>
        </p:txBody>
      </p:sp>
      <p:sp>
        <p:nvSpPr>
          <p:cNvPr id="43" name="Textplatzhalter 27">
            <a:extLst>
              <a:ext uri="{FF2B5EF4-FFF2-40B4-BE49-F238E27FC236}">
                <a16:creationId xmlns:a16="http://schemas.microsoft.com/office/drawing/2014/main" id="{79EF64BE-BAA5-7A03-2892-71B58B0FA777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73050" y="4404360"/>
            <a:ext cx="2574000" cy="684000"/>
          </a:xfrm>
        </p:spPr>
        <p:txBody>
          <a:bodyPr/>
          <a:lstStyle>
            <a:lvl1pPr>
              <a:defRPr sz="4700" b="1">
                <a:solidFill>
                  <a:schemeClr val="tx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 dirty="0"/>
              <a:t>00</a:t>
            </a:r>
          </a:p>
        </p:txBody>
      </p:sp>
      <p:sp>
        <p:nvSpPr>
          <p:cNvPr id="44" name="Textplatzhalter 27">
            <a:extLst>
              <a:ext uri="{FF2B5EF4-FFF2-40B4-BE49-F238E27FC236}">
                <a16:creationId xmlns:a16="http://schemas.microsoft.com/office/drawing/2014/main" id="{B37CF961-4AA4-3E2D-1EEC-751B07F74E7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76264" y="2689859"/>
            <a:ext cx="2574000" cy="684000"/>
          </a:xfrm>
        </p:spPr>
        <p:txBody>
          <a:bodyPr/>
          <a:lstStyle>
            <a:lvl1pPr>
              <a:defRPr sz="4700" b="1">
                <a:solidFill>
                  <a:schemeClr val="tx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 dirty="0"/>
              <a:t>00</a:t>
            </a:r>
          </a:p>
        </p:txBody>
      </p:sp>
      <p:sp>
        <p:nvSpPr>
          <p:cNvPr id="45" name="Textplatzhalter 27">
            <a:extLst>
              <a:ext uri="{FF2B5EF4-FFF2-40B4-BE49-F238E27FC236}">
                <a16:creationId xmlns:a16="http://schemas.microsoft.com/office/drawing/2014/main" id="{A75866BD-D0AA-3041-796D-1EB9B1F3A8A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233128" y="2689859"/>
            <a:ext cx="2574000" cy="684000"/>
          </a:xfrm>
        </p:spPr>
        <p:txBody>
          <a:bodyPr/>
          <a:lstStyle>
            <a:lvl1pPr>
              <a:defRPr sz="4700" b="1">
                <a:solidFill>
                  <a:schemeClr val="tx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 dirty="0"/>
              <a:t>00</a:t>
            </a:r>
          </a:p>
        </p:txBody>
      </p:sp>
      <p:sp>
        <p:nvSpPr>
          <p:cNvPr id="46" name="Textplatzhalter 27">
            <a:extLst>
              <a:ext uri="{FF2B5EF4-FFF2-40B4-BE49-F238E27FC236}">
                <a16:creationId xmlns:a16="http://schemas.microsoft.com/office/drawing/2014/main" id="{348CBF73-5164-67ED-100D-52F0577F0DF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276264" y="3595686"/>
            <a:ext cx="2574000" cy="421200"/>
          </a:xfrm>
        </p:spPr>
        <p:txBody>
          <a:bodyPr/>
          <a:lstStyle>
            <a:lvl1pPr>
              <a:lnSpc>
                <a:spcPct val="98000"/>
              </a:lnSpc>
              <a:defRPr sz="1500" b="0">
                <a:solidFill>
                  <a:schemeClr val="tx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 dirty="0"/>
              <a:t>Insert content</a:t>
            </a:r>
          </a:p>
        </p:txBody>
      </p:sp>
      <p:sp>
        <p:nvSpPr>
          <p:cNvPr id="48" name="Textplatzhalter 27">
            <a:extLst>
              <a:ext uri="{FF2B5EF4-FFF2-40B4-BE49-F238E27FC236}">
                <a16:creationId xmlns:a16="http://schemas.microsoft.com/office/drawing/2014/main" id="{E413BFB1-BE2B-5698-D056-CFFE93D63A55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73448" y="1876705"/>
            <a:ext cx="2574000" cy="421200"/>
          </a:xfrm>
        </p:spPr>
        <p:txBody>
          <a:bodyPr/>
          <a:lstStyle>
            <a:lvl1pPr>
              <a:lnSpc>
                <a:spcPct val="98000"/>
              </a:lnSpc>
              <a:defRPr sz="1500" b="0">
                <a:solidFill>
                  <a:schemeClr val="tx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 dirty="0"/>
              <a:t>Insert content</a:t>
            </a:r>
          </a:p>
        </p:txBody>
      </p:sp>
      <p:sp>
        <p:nvSpPr>
          <p:cNvPr id="49" name="Textplatzhalter 27">
            <a:extLst>
              <a:ext uri="{FF2B5EF4-FFF2-40B4-BE49-F238E27FC236}">
                <a16:creationId xmlns:a16="http://schemas.microsoft.com/office/drawing/2014/main" id="{A6AD1D29-4F20-7C67-177C-5F66137D5CB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73448" y="975640"/>
            <a:ext cx="2574000" cy="684000"/>
          </a:xfrm>
        </p:spPr>
        <p:txBody>
          <a:bodyPr/>
          <a:lstStyle>
            <a:lvl1pPr>
              <a:defRPr sz="4700" b="1">
                <a:solidFill>
                  <a:schemeClr val="tx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 dirty="0"/>
              <a:t>00</a:t>
            </a:r>
          </a:p>
        </p:txBody>
      </p:sp>
      <p:sp>
        <p:nvSpPr>
          <p:cNvPr id="50" name="Textplatzhalter 27">
            <a:extLst>
              <a:ext uri="{FF2B5EF4-FFF2-40B4-BE49-F238E27FC236}">
                <a16:creationId xmlns:a16="http://schemas.microsoft.com/office/drawing/2014/main" id="{A60B2A3C-D051-ADD5-9279-F6C77B95156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230960" y="970878"/>
            <a:ext cx="2574000" cy="684000"/>
          </a:xfrm>
        </p:spPr>
        <p:txBody>
          <a:bodyPr/>
          <a:lstStyle>
            <a:lvl1pPr>
              <a:defRPr sz="4700" b="1">
                <a:solidFill>
                  <a:schemeClr val="tx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 dirty="0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226486285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1410473C-28E8-F4A9-D9FA-A25C3E0D5DE6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4F39C5B1-C2A0-4DDD-92D8-000840688964}" type="datetime1">
              <a:rPr lang="en-GB" noProof="0" smtClean="0"/>
              <a:t>05/03/2026</a:t>
            </a:fld>
            <a:endParaRPr lang="en-GB" noProof="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99E509D-72CF-9AB0-30D4-2CD7B2DA62C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 noProof="0"/>
              <a:t>Grgic Anto</a:t>
            </a:r>
            <a:endParaRPr lang="en-GB" noProof="0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92555C2-CC27-C0A2-017D-FF412B10100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sp>
        <p:nvSpPr>
          <p:cNvPr id="6" name="Bildplatzhalter 4">
            <a:extLst>
              <a:ext uri="{FF2B5EF4-FFF2-40B4-BE49-F238E27FC236}">
                <a16:creationId xmlns:a16="http://schemas.microsoft.com/office/drawing/2014/main" id="{84E61DB5-E919-69BB-4D15-14B989729A33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269875" y="273378"/>
            <a:ext cx="5724000" cy="5601642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2" name="Inhaltsplatzhalter 2">
            <a:extLst>
              <a:ext uri="{FF2B5EF4-FFF2-40B4-BE49-F238E27FC236}">
                <a16:creationId xmlns:a16="http://schemas.microsoft.com/office/drawing/2014/main" id="{99EEEEF7-8E4F-3C55-5E7A-50A2A740DE06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188400" y="866774"/>
            <a:ext cx="5724000" cy="5357813"/>
          </a:xfrm>
        </p:spPr>
        <p:txBody>
          <a:bodyPr/>
          <a:lstStyle>
            <a:lvl1pPr>
              <a:spcAft>
                <a:spcPts val="0"/>
              </a:spcAft>
              <a:defRPr sz="1600"/>
            </a:lvl1pPr>
            <a:lvl2pPr marL="226800" indent="-226800">
              <a:spcBef>
                <a:spcPts val="1000"/>
              </a:spcBef>
              <a:spcAft>
                <a:spcPts val="0"/>
              </a:spcAft>
              <a:buFont typeface="Source Sans Pro" panose="020B0503030403020204" pitchFamily="34" charset="0"/>
              <a:buChar char="―"/>
              <a:defRPr sz="1600"/>
            </a:lvl2pPr>
            <a:lvl3pPr marL="658800" indent="-226800">
              <a:spcBef>
                <a:spcPts val="1000"/>
              </a:spcBef>
              <a:spcAft>
                <a:spcPts val="0"/>
              </a:spcAft>
              <a:buFont typeface="Source Sans Pro" panose="020B0503030403020204" pitchFamily="34" charset="0"/>
              <a:buChar char="―"/>
              <a:defRPr sz="1600"/>
            </a:lvl3pPr>
            <a:lvl4pPr marL="1018800" indent="-226800">
              <a:spcBef>
                <a:spcPts val="1000"/>
              </a:spcBef>
              <a:spcAft>
                <a:spcPts val="0"/>
              </a:spcAft>
              <a:buFont typeface="Source Sans Pro" panose="020B0503030403020204" pitchFamily="34" charset="0"/>
              <a:buChar char="―"/>
              <a:defRPr sz="1600"/>
            </a:lvl4pPr>
            <a:lvl5pPr marL="1522800" indent="-226800">
              <a:spcBef>
                <a:spcPts val="1000"/>
              </a:spcBef>
              <a:spcAft>
                <a:spcPts val="0"/>
              </a:spcAft>
              <a:buFont typeface="Source Sans Pro" panose="020B0503030403020204" pitchFamily="34" charset="0"/>
              <a:buChar char="―"/>
              <a:defRPr sz="160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4" name="Titel 1">
            <a:extLst>
              <a:ext uri="{FF2B5EF4-FFF2-40B4-BE49-F238E27FC236}">
                <a16:creationId xmlns:a16="http://schemas.microsoft.com/office/drawing/2014/main" id="{BA512215-946B-73CF-5CD5-5404CAE41FE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88400" y="244800"/>
            <a:ext cx="5723999" cy="519436"/>
          </a:xfrm>
        </p:spPr>
        <p:txBody>
          <a:bodyPr/>
          <a:lstStyle>
            <a:lvl1pPr>
              <a:lnSpc>
                <a:spcPct val="97000"/>
              </a:lnSpc>
              <a:defRPr/>
            </a:lvl1pPr>
          </a:lstStyle>
          <a:p>
            <a:r>
              <a:rPr lang="en-GB" noProof="0" dirty="0"/>
              <a:t>Insert chapter title</a:t>
            </a:r>
          </a:p>
        </p:txBody>
      </p:sp>
      <p:sp>
        <p:nvSpPr>
          <p:cNvPr id="12" name="Textplatzhalter 11">
            <a:extLst>
              <a:ext uri="{FF2B5EF4-FFF2-40B4-BE49-F238E27FC236}">
                <a16:creationId xmlns:a16="http://schemas.microsoft.com/office/drawing/2014/main" id="{DABC8980-79BC-7792-05E5-871BA6059E8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69875" y="6029325"/>
            <a:ext cx="5724525" cy="195263"/>
          </a:xfrm>
        </p:spPr>
        <p:txBody>
          <a:bodyPr anchor="b"/>
          <a:lstStyle>
            <a:lvl1pPr>
              <a:defRPr sz="1000" b="1"/>
            </a:lvl1pPr>
            <a:lvl2pPr>
              <a:defRPr sz="1000" b="1"/>
            </a:lvl2pPr>
            <a:lvl3pPr>
              <a:defRPr sz="1000" b="1"/>
            </a:lvl3pPr>
            <a:lvl4pPr>
              <a:defRPr sz="1000" b="1"/>
            </a:lvl4pPr>
            <a:lvl5pPr>
              <a:defRPr sz="1000" b="1"/>
            </a:lvl5pPr>
          </a:lstStyle>
          <a:p>
            <a:pPr lvl="0"/>
            <a:r>
              <a:rPr lang="en-GB" noProof="0" dirty="0"/>
              <a:t>Insert caption</a:t>
            </a:r>
          </a:p>
        </p:txBody>
      </p:sp>
    </p:spTree>
    <p:extLst>
      <p:ext uri="{BB962C8B-B14F-4D97-AF65-F5344CB8AC3E}">
        <p14:creationId xmlns:p14="http://schemas.microsoft.com/office/powerpoint/2010/main" val="277424617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, Bild, drei Flächen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Bildplatzhalter 4">
            <a:extLst>
              <a:ext uri="{FF2B5EF4-FFF2-40B4-BE49-F238E27FC236}">
                <a16:creationId xmlns:a16="http://schemas.microsoft.com/office/drawing/2014/main" id="{5A065272-38F7-A074-824D-FD6B0FAB5CA4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269875" y="866774"/>
            <a:ext cx="5724000" cy="5357813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273600" y="244799"/>
            <a:ext cx="11648525" cy="621975"/>
          </a:xfrm>
        </p:spPr>
        <p:txBody>
          <a:bodyPr/>
          <a:lstStyle>
            <a:lvl1pPr>
              <a:defRPr/>
            </a:lvl1pPr>
          </a:lstStyle>
          <a:p>
            <a:r>
              <a:rPr lang="en-GB" noProof="0" dirty="0"/>
              <a:t>Insert title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0CBC3AC7-219E-4C67-AEDA-C67A12A69C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DFE4C3-9C6E-4FD5-958F-990E93D47FB5}" type="datetime1">
              <a:rPr lang="en-GB" noProof="0" smtClean="0"/>
              <a:t>05/03/2026</a:t>
            </a:fld>
            <a:endParaRPr lang="en-GB" noProof="0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C7782AC2-B1F9-49B1-8F1C-175BF98745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/>
              <a:t>Grgic Anto</a:t>
            </a:r>
            <a:endParaRPr lang="en-GB" noProof="0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1764E7F5-EE66-4CED-8EDA-D78B639D28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sp>
        <p:nvSpPr>
          <p:cNvPr id="8" name="Inhaltsplatzhalter 2">
            <a:extLst>
              <a:ext uri="{FF2B5EF4-FFF2-40B4-BE49-F238E27FC236}">
                <a16:creationId xmlns:a16="http://schemas.microsoft.com/office/drawing/2014/main" id="{0F08660E-5135-A84E-B689-DDFA75A72BBA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6197600" y="2602800"/>
            <a:ext cx="5722937" cy="3621787"/>
          </a:xfrm>
        </p:spPr>
        <p:txBody>
          <a:bodyPr/>
          <a:lstStyle>
            <a:lvl1pPr>
              <a:spcBef>
                <a:spcPts val="1000"/>
              </a:spcBef>
              <a:defRPr sz="1600"/>
            </a:lvl1pPr>
            <a:lvl2pPr marL="226800" indent="-226800">
              <a:spcBef>
                <a:spcPts val="0"/>
              </a:spcBef>
              <a:defRPr sz="1600"/>
            </a:lvl2pPr>
            <a:lvl3pPr marL="658800" indent="-226800">
              <a:spcBef>
                <a:spcPts val="0"/>
              </a:spcBef>
              <a:defRPr sz="1600"/>
            </a:lvl3pPr>
            <a:lvl4pPr marL="1090800" indent="-226800">
              <a:spcBef>
                <a:spcPts val="0"/>
              </a:spcBef>
              <a:defRPr sz="1600"/>
            </a:lvl4pPr>
            <a:lvl5pPr marL="1522800" indent="-226800">
              <a:spcBef>
                <a:spcPts val="0"/>
              </a:spcBef>
              <a:defRPr sz="160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10" name="Textplatzhalter 5">
            <a:extLst>
              <a:ext uri="{FF2B5EF4-FFF2-40B4-BE49-F238E27FC236}">
                <a16:creationId xmlns:a16="http://schemas.microsoft.com/office/drawing/2014/main" id="{5C25F038-C59A-91D3-5738-FA2D715B1DFE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68287" y="4738688"/>
            <a:ext cx="4734000" cy="1155600"/>
          </a:xfrm>
          <a:solidFill>
            <a:schemeClr val="bg1"/>
          </a:solidFill>
        </p:spPr>
        <p:txBody>
          <a:bodyPr lIns="180000" anchor="ctr"/>
          <a:lstStyle>
            <a:lvl1pPr>
              <a:lnSpc>
                <a:spcPct val="98000"/>
              </a:lnSpc>
              <a:defRPr sz="2400" b="0"/>
            </a:lvl1pPr>
          </a:lstStyle>
          <a:p>
            <a:pPr lvl="0"/>
            <a:r>
              <a:rPr lang="en-GB" noProof="0" dirty="0"/>
              <a:t>Insert content</a:t>
            </a: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1BFFCDAC-C838-ADD4-2284-837AC0DB7D32}"/>
              </a:ext>
            </a:extLst>
          </p:cNvPr>
          <p:cNvSpPr>
            <a:spLocks/>
          </p:cNvSpPr>
          <p:nvPr userDrawn="1"/>
        </p:nvSpPr>
        <p:spPr>
          <a:xfrm>
            <a:off x="6179816" y="866775"/>
            <a:ext cx="1792610" cy="1390650"/>
          </a:xfrm>
          <a:prstGeom prst="rect">
            <a:avLst/>
          </a:prstGeom>
          <a:solidFill>
            <a:schemeClr val="accent1"/>
          </a:solidFill>
        </p:spPr>
        <p:txBody>
          <a:bodyPr wrap="square" lIns="180000" tIns="90000" rIns="88325" bIns="44162">
            <a:noAutofit/>
          </a:bodyPr>
          <a:lstStyle/>
          <a:p>
            <a:endParaRPr lang="en-GB" sz="4700" noProof="0" dirty="0">
              <a:solidFill>
                <a:schemeClr val="bg1"/>
              </a:solidFill>
            </a:endParaRPr>
          </a:p>
        </p:txBody>
      </p:sp>
      <p:cxnSp>
        <p:nvCxnSpPr>
          <p:cNvPr id="11" name="Gerader Verbinder 10">
            <a:extLst>
              <a:ext uri="{FF2B5EF4-FFF2-40B4-BE49-F238E27FC236}">
                <a16:creationId xmlns:a16="http://schemas.microsoft.com/office/drawing/2014/main" id="{5D52F735-79F5-3F42-160A-B27CDCC6ECBC}"/>
              </a:ext>
            </a:extLst>
          </p:cNvPr>
          <p:cNvCxnSpPr>
            <a:cxnSpLocks/>
          </p:cNvCxnSpPr>
          <p:nvPr userDrawn="1"/>
        </p:nvCxnSpPr>
        <p:spPr>
          <a:xfrm>
            <a:off x="6357417" y="1716731"/>
            <a:ext cx="1414983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platzhalter 12">
            <a:extLst>
              <a:ext uri="{FF2B5EF4-FFF2-40B4-BE49-F238E27FC236}">
                <a16:creationId xmlns:a16="http://schemas.microsoft.com/office/drawing/2014/main" id="{15E8ED3B-58AB-278E-8FA6-54B53676917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79816" y="1735421"/>
            <a:ext cx="1792800" cy="522000"/>
          </a:xfrm>
        </p:spPr>
        <p:txBody>
          <a:bodyPr lIns="180000" rIns="90000" bIns="43200" anchor="ctr"/>
          <a:lstStyle>
            <a:lvl1pPr>
              <a:defRPr sz="1500" b="1">
                <a:solidFill>
                  <a:schemeClr val="bg1"/>
                </a:solidFill>
              </a:defRPr>
            </a:lvl1pPr>
            <a:lvl2pPr>
              <a:defRPr sz="1500" b="1"/>
            </a:lvl2pPr>
            <a:lvl3pPr>
              <a:defRPr sz="1500" b="1"/>
            </a:lvl3pPr>
            <a:lvl4pPr>
              <a:defRPr sz="1500" b="1"/>
            </a:lvl4pPr>
            <a:lvl5pPr>
              <a:defRPr sz="1500" b="1"/>
            </a:lvl5pPr>
          </a:lstStyle>
          <a:p>
            <a:pPr lvl="0"/>
            <a:r>
              <a:rPr lang="en-GB" noProof="0" dirty="0"/>
              <a:t>Insert content</a:t>
            </a:r>
          </a:p>
        </p:txBody>
      </p:sp>
      <p:sp>
        <p:nvSpPr>
          <p:cNvPr id="15" name="Textplatzhalter 12">
            <a:extLst>
              <a:ext uri="{FF2B5EF4-FFF2-40B4-BE49-F238E27FC236}">
                <a16:creationId xmlns:a16="http://schemas.microsoft.com/office/drawing/2014/main" id="{50E60B21-008A-2B6B-00EE-55A0A5704EC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179816" y="866775"/>
            <a:ext cx="1792800" cy="838900"/>
          </a:xfrm>
        </p:spPr>
        <p:txBody>
          <a:bodyPr lIns="180000" tIns="90000" rIns="90000" bIns="43200" anchor="ctr"/>
          <a:lstStyle>
            <a:lvl1pPr>
              <a:defRPr sz="4700" b="1">
                <a:solidFill>
                  <a:schemeClr val="bg1"/>
                </a:solidFill>
              </a:defRPr>
            </a:lvl1pPr>
            <a:lvl2pPr>
              <a:defRPr sz="1500" b="1"/>
            </a:lvl2pPr>
            <a:lvl3pPr>
              <a:defRPr sz="1500" b="1"/>
            </a:lvl3pPr>
            <a:lvl4pPr>
              <a:defRPr sz="1500" b="1"/>
            </a:lvl4pPr>
            <a:lvl5pPr>
              <a:defRPr sz="1500" b="1"/>
            </a:lvl5pPr>
          </a:lstStyle>
          <a:p>
            <a:pPr lvl="0"/>
            <a:r>
              <a:rPr lang="en-GB" noProof="0" dirty="0"/>
              <a:t>0</a:t>
            </a:r>
          </a:p>
        </p:txBody>
      </p:sp>
      <p:sp>
        <p:nvSpPr>
          <p:cNvPr id="24" name="Rechteck 23">
            <a:extLst>
              <a:ext uri="{FF2B5EF4-FFF2-40B4-BE49-F238E27FC236}">
                <a16:creationId xmlns:a16="http://schemas.microsoft.com/office/drawing/2014/main" id="{CAB97A8F-A31B-71A8-6F59-6CF07FEC341B}"/>
              </a:ext>
            </a:extLst>
          </p:cNvPr>
          <p:cNvSpPr>
            <a:spLocks/>
          </p:cNvSpPr>
          <p:nvPr userDrawn="1"/>
        </p:nvSpPr>
        <p:spPr>
          <a:xfrm>
            <a:off x="8161200" y="866775"/>
            <a:ext cx="1792610" cy="1390650"/>
          </a:xfrm>
          <a:prstGeom prst="rect">
            <a:avLst/>
          </a:prstGeom>
          <a:solidFill>
            <a:schemeClr val="accent1"/>
          </a:solidFill>
        </p:spPr>
        <p:txBody>
          <a:bodyPr wrap="square" lIns="180000" tIns="90000" rIns="88325" bIns="44162">
            <a:noAutofit/>
          </a:bodyPr>
          <a:lstStyle/>
          <a:p>
            <a:endParaRPr lang="en-GB" sz="4700" noProof="0" dirty="0">
              <a:solidFill>
                <a:schemeClr val="bg1"/>
              </a:solidFill>
            </a:endParaRPr>
          </a:p>
        </p:txBody>
      </p:sp>
      <p:cxnSp>
        <p:nvCxnSpPr>
          <p:cNvPr id="25" name="Gerader Verbinder 24">
            <a:extLst>
              <a:ext uri="{FF2B5EF4-FFF2-40B4-BE49-F238E27FC236}">
                <a16:creationId xmlns:a16="http://schemas.microsoft.com/office/drawing/2014/main" id="{20494D9F-526C-2E69-E603-70C47570B76A}"/>
              </a:ext>
            </a:extLst>
          </p:cNvPr>
          <p:cNvCxnSpPr>
            <a:cxnSpLocks/>
          </p:cNvCxnSpPr>
          <p:nvPr userDrawn="1"/>
        </p:nvCxnSpPr>
        <p:spPr>
          <a:xfrm>
            <a:off x="8350014" y="1716731"/>
            <a:ext cx="1414983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platzhalter 12">
            <a:extLst>
              <a:ext uri="{FF2B5EF4-FFF2-40B4-BE49-F238E27FC236}">
                <a16:creationId xmlns:a16="http://schemas.microsoft.com/office/drawing/2014/main" id="{CD54ACCC-E2D7-61F6-43F8-B08BB0DF8902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161200" y="1735421"/>
            <a:ext cx="1792800" cy="522000"/>
          </a:xfrm>
        </p:spPr>
        <p:txBody>
          <a:bodyPr lIns="180000" rIns="90000" bIns="43200" anchor="ctr"/>
          <a:lstStyle>
            <a:lvl1pPr>
              <a:defRPr sz="1500" b="1">
                <a:solidFill>
                  <a:schemeClr val="bg1"/>
                </a:solidFill>
              </a:defRPr>
            </a:lvl1pPr>
            <a:lvl2pPr>
              <a:defRPr sz="1500" b="1"/>
            </a:lvl2pPr>
            <a:lvl3pPr>
              <a:defRPr sz="1500" b="1"/>
            </a:lvl3pPr>
            <a:lvl4pPr>
              <a:defRPr sz="1500" b="1"/>
            </a:lvl4pPr>
            <a:lvl5pPr>
              <a:defRPr sz="1500" b="1"/>
            </a:lvl5pPr>
          </a:lstStyle>
          <a:p>
            <a:pPr lvl="0"/>
            <a:r>
              <a:rPr lang="en-GB" noProof="0" dirty="0"/>
              <a:t>Insert content</a:t>
            </a:r>
          </a:p>
        </p:txBody>
      </p:sp>
      <p:sp>
        <p:nvSpPr>
          <p:cNvPr id="27" name="Textplatzhalter 12">
            <a:extLst>
              <a:ext uri="{FF2B5EF4-FFF2-40B4-BE49-F238E27FC236}">
                <a16:creationId xmlns:a16="http://schemas.microsoft.com/office/drawing/2014/main" id="{AE30B499-759C-236B-6D1C-6BCA6F207DFA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161200" y="866775"/>
            <a:ext cx="1792800" cy="838900"/>
          </a:xfrm>
        </p:spPr>
        <p:txBody>
          <a:bodyPr lIns="180000" tIns="90000" rIns="90000" bIns="43200" anchor="ctr"/>
          <a:lstStyle>
            <a:lvl1pPr>
              <a:defRPr sz="4700" b="1">
                <a:solidFill>
                  <a:schemeClr val="bg1"/>
                </a:solidFill>
              </a:defRPr>
            </a:lvl1pPr>
            <a:lvl2pPr>
              <a:defRPr sz="1500" b="1"/>
            </a:lvl2pPr>
            <a:lvl3pPr>
              <a:defRPr sz="1500" b="1"/>
            </a:lvl3pPr>
            <a:lvl4pPr>
              <a:defRPr sz="1500" b="1"/>
            </a:lvl4pPr>
            <a:lvl5pPr>
              <a:defRPr sz="1500" b="1"/>
            </a:lvl5pPr>
          </a:lstStyle>
          <a:p>
            <a:pPr lvl="0"/>
            <a:r>
              <a:rPr lang="en-GB" noProof="0" dirty="0"/>
              <a:t>0</a:t>
            </a:r>
          </a:p>
        </p:txBody>
      </p:sp>
      <p:sp>
        <p:nvSpPr>
          <p:cNvPr id="28" name="Rechteck 27">
            <a:extLst>
              <a:ext uri="{FF2B5EF4-FFF2-40B4-BE49-F238E27FC236}">
                <a16:creationId xmlns:a16="http://schemas.microsoft.com/office/drawing/2014/main" id="{2C39869D-3DD1-49E4-9B99-D5ADADC37626}"/>
              </a:ext>
            </a:extLst>
          </p:cNvPr>
          <p:cNvSpPr>
            <a:spLocks/>
          </p:cNvSpPr>
          <p:nvPr userDrawn="1"/>
        </p:nvSpPr>
        <p:spPr>
          <a:xfrm>
            <a:off x="10130400" y="866775"/>
            <a:ext cx="1792610" cy="1390650"/>
          </a:xfrm>
          <a:prstGeom prst="rect">
            <a:avLst/>
          </a:prstGeom>
          <a:solidFill>
            <a:schemeClr val="accent1"/>
          </a:solidFill>
        </p:spPr>
        <p:txBody>
          <a:bodyPr wrap="square" lIns="180000" tIns="90000" rIns="88325" bIns="44162">
            <a:noAutofit/>
          </a:bodyPr>
          <a:lstStyle/>
          <a:p>
            <a:endParaRPr lang="en-GB" sz="4700" noProof="0" dirty="0">
              <a:solidFill>
                <a:schemeClr val="bg1"/>
              </a:solidFill>
            </a:endParaRPr>
          </a:p>
        </p:txBody>
      </p:sp>
      <p:cxnSp>
        <p:nvCxnSpPr>
          <p:cNvPr id="29" name="Gerader Verbinder 28">
            <a:extLst>
              <a:ext uri="{FF2B5EF4-FFF2-40B4-BE49-F238E27FC236}">
                <a16:creationId xmlns:a16="http://schemas.microsoft.com/office/drawing/2014/main" id="{DC74D9E1-33AE-B3A6-62C5-702A8706EDCA}"/>
              </a:ext>
            </a:extLst>
          </p:cNvPr>
          <p:cNvCxnSpPr>
            <a:cxnSpLocks/>
          </p:cNvCxnSpPr>
          <p:nvPr userDrawn="1"/>
        </p:nvCxnSpPr>
        <p:spPr>
          <a:xfrm>
            <a:off x="10319214" y="1716731"/>
            <a:ext cx="1414983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platzhalter 12">
            <a:extLst>
              <a:ext uri="{FF2B5EF4-FFF2-40B4-BE49-F238E27FC236}">
                <a16:creationId xmlns:a16="http://schemas.microsoft.com/office/drawing/2014/main" id="{21172486-FB2A-0D37-20BD-766B69EC1648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0130400" y="1735421"/>
            <a:ext cx="1792800" cy="522000"/>
          </a:xfrm>
        </p:spPr>
        <p:txBody>
          <a:bodyPr lIns="180000" rIns="90000" bIns="43200" anchor="ctr"/>
          <a:lstStyle>
            <a:lvl1pPr>
              <a:defRPr sz="1500" b="1">
                <a:solidFill>
                  <a:schemeClr val="bg1"/>
                </a:solidFill>
              </a:defRPr>
            </a:lvl1pPr>
            <a:lvl2pPr>
              <a:defRPr sz="1500" b="1"/>
            </a:lvl2pPr>
            <a:lvl3pPr>
              <a:defRPr sz="1500" b="1"/>
            </a:lvl3pPr>
            <a:lvl4pPr>
              <a:defRPr sz="1500" b="1"/>
            </a:lvl4pPr>
            <a:lvl5pPr>
              <a:defRPr sz="1500" b="1"/>
            </a:lvl5pPr>
          </a:lstStyle>
          <a:p>
            <a:pPr lvl="0"/>
            <a:r>
              <a:rPr lang="en-GB" noProof="0" dirty="0"/>
              <a:t>Insert content</a:t>
            </a:r>
          </a:p>
        </p:txBody>
      </p:sp>
      <p:sp>
        <p:nvSpPr>
          <p:cNvPr id="31" name="Textplatzhalter 12">
            <a:extLst>
              <a:ext uri="{FF2B5EF4-FFF2-40B4-BE49-F238E27FC236}">
                <a16:creationId xmlns:a16="http://schemas.microsoft.com/office/drawing/2014/main" id="{A5D721FD-5C54-2030-F7DF-99F78870D3F0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0130400" y="866775"/>
            <a:ext cx="1792800" cy="838900"/>
          </a:xfrm>
        </p:spPr>
        <p:txBody>
          <a:bodyPr lIns="180000" tIns="90000" rIns="90000" bIns="43200" anchor="ctr"/>
          <a:lstStyle>
            <a:lvl1pPr>
              <a:defRPr sz="4700" b="1">
                <a:solidFill>
                  <a:schemeClr val="bg1"/>
                </a:solidFill>
              </a:defRPr>
            </a:lvl1pPr>
            <a:lvl2pPr>
              <a:defRPr sz="1500" b="1"/>
            </a:lvl2pPr>
            <a:lvl3pPr>
              <a:defRPr sz="1500" b="1"/>
            </a:lvl3pPr>
            <a:lvl4pPr>
              <a:defRPr sz="1500" b="1"/>
            </a:lvl4pPr>
            <a:lvl5pPr>
              <a:defRPr sz="1500" b="1"/>
            </a:lvl5pPr>
          </a:lstStyle>
          <a:p>
            <a:pPr lvl="0"/>
            <a:r>
              <a:rPr lang="en-GB" noProof="0" dirty="0"/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344252564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Bi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Bildplatzhalter 4">
            <a:extLst>
              <a:ext uri="{FF2B5EF4-FFF2-40B4-BE49-F238E27FC236}">
                <a16:creationId xmlns:a16="http://schemas.microsoft.com/office/drawing/2014/main" id="{712BD3F3-A9EA-3100-3B48-BC4236C1C8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80379" y="273378"/>
            <a:ext cx="5724000" cy="595121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1410473C-28E8-F4A9-D9FA-A25C3E0D5DE6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B5F690C5-E137-4007-8D4D-76228B1F67DB}" type="datetime1">
              <a:rPr lang="en-GB" noProof="0" smtClean="0"/>
              <a:t>05/03/2026</a:t>
            </a:fld>
            <a:endParaRPr lang="de-CH" noProof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99E509D-72CF-9AB0-30D4-2CD7B2DA62C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noProof="0"/>
              <a:t>Grgic Anto</a:t>
            </a:r>
            <a:endParaRPr lang="de-CH" noProof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92555C2-CC27-C0A2-017D-FF412B10100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42AD375-037F-43D0-B059-5172DA06796A}" type="slidenum">
              <a:rPr lang="de-CH" noProof="0" smtClean="0"/>
              <a:pPr/>
              <a:t>‹#›</a:t>
            </a:fld>
            <a:endParaRPr lang="de-CH" noProof="0"/>
          </a:p>
        </p:txBody>
      </p:sp>
      <p:sp>
        <p:nvSpPr>
          <p:cNvPr id="6" name="Bildplatzhalter 4">
            <a:extLst>
              <a:ext uri="{FF2B5EF4-FFF2-40B4-BE49-F238E27FC236}">
                <a16:creationId xmlns:a16="http://schemas.microsoft.com/office/drawing/2014/main" id="{84E61DB5-E919-69BB-4D15-14B989729A33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187621" y="273378"/>
            <a:ext cx="5724000" cy="595121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</p:spTree>
    <p:extLst>
      <p:ext uri="{BB962C8B-B14F-4D97-AF65-F5344CB8AC3E}">
        <p14:creationId xmlns:p14="http://schemas.microsoft.com/office/powerpoint/2010/main" val="77766091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 noProof="0" dirty="0"/>
              <a:t>Insert chapter title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07E4E3B-B029-4FB4-981D-E15979CD6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97AA47-EF2E-46FA-9B55-BB5AE14DC90C}" type="datetime1">
              <a:rPr lang="en-GB" noProof="0" smtClean="0"/>
              <a:t>05/03/2026</a:t>
            </a:fld>
            <a:endParaRPr lang="en-GB" noProof="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3A6D9A-857D-4B6F-B977-93015D039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/>
              <a:t>Grgic Anto</a:t>
            </a:r>
            <a:endParaRPr lang="en-GB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FACFD7-BF65-4DA8-AFDF-1BA2EB682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sp>
        <p:nvSpPr>
          <p:cNvPr id="27" name="Bildplatzhalter 4">
            <a:extLst>
              <a:ext uri="{FF2B5EF4-FFF2-40B4-BE49-F238E27FC236}">
                <a16:creationId xmlns:a16="http://schemas.microsoft.com/office/drawing/2014/main" id="{B302613E-1DC8-D62B-86B5-DB10FB92D316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274527" y="908720"/>
            <a:ext cx="7701073" cy="5315868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7" name="Inhaltsplatzhalter 2">
            <a:extLst>
              <a:ext uri="{FF2B5EF4-FFF2-40B4-BE49-F238E27FC236}">
                <a16:creationId xmlns:a16="http://schemas.microsoft.com/office/drawing/2014/main" id="{79B29A34-DB3C-6631-0D19-C1C5DF5EA28A}"/>
              </a:ext>
            </a:extLst>
          </p:cNvPr>
          <p:cNvSpPr>
            <a:spLocks noGrp="1"/>
          </p:cNvSpPr>
          <p:nvPr>
            <p:ph idx="20" hasCustomPrompt="1"/>
          </p:nvPr>
        </p:nvSpPr>
        <p:spPr>
          <a:xfrm>
            <a:off x="8156525" y="870743"/>
            <a:ext cx="3765600" cy="5353845"/>
          </a:xfrm>
        </p:spPr>
        <p:txBody>
          <a:bodyPr/>
          <a:lstStyle>
            <a:lvl1pPr>
              <a:defRPr/>
            </a:lvl1pPr>
            <a:lvl2pPr marL="226800" indent="-226800">
              <a:spcBef>
                <a:spcPts val="1000"/>
              </a:spcBef>
              <a:spcAft>
                <a:spcPts val="0"/>
              </a:spcAft>
              <a:buFont typeface="Source Sans Pro" panose="020B0503030403020204" pitchFamily="34" charset="0"/>
              <a:buChar char="―"/>
              <a:defRPr/>
            </a:lvl2pPr>
            <a:lvl3pPr marL="658800" indent="-226800">
              <a:spcBef>
                <a:spcPts val="1000"/>
              </a:spcBef>
              <a:spcAft>
                <a:spcPts val="0"/>
              </a:spcAft>
              <a:buFont typeface="Source Sans Pro" panose="020B0503030403020204" pitchFamily="34" charset="0"/>
              <a:buChar char="―"/>
              <a:defRPr/>
            </a:lvl3pPr>
            <a:lvl4pPr marL="1090800" indent="-226800">
              <a:spcBef>
                <a:spcPts val="1000"/>
              </a:spcBef>
              <a:spcAft>
                <a:spcPts val="0"/>
              </a:spcAft>
              <a:buFont typeface="Source Sans Pro" panose="020B0503030403020204" pitchFamily="34" charset="0"/>
              <a:buChar char="―"/>
              <a:defRPr/>
            </a:lvl4pPr>
            <a:lvl5pPr marL="1522800" indent="-226800">
              <a:spcBef>
                <a:spcPts val="1000"/>
              </a:spcBef>
              <a:spcAft>
                <a:spcPts val="0"/>
              </a:spcAft>
              <a:buFont typeface="Source Sans Pro" panose="020B0503030403020204" pitchFamily="34" charset="0"/>
              <a:buChar char="―"/>
              <a:defRPr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</p:spTree>
    <p:extLst>
      <p:ext uri="{BB962C8B-B14F-4D97-AF65-F5344CB8AC3E}">
        <p14:creationId xmlns:p14="http://schemas.microsoft.com/office/powerpoint/2010/main" val="14205440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r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1410473C-28E8-F4A9-D9FA-A25C3E0D5DE6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B45A84FF-55FD-4307-A84C-1706BE180F7F}" type="datetime1">
              <a:rPr lang="en-GB" noProof="0" smtClean="0"/>
              <a:t>05/03/2026</a:t>
            </a:fld>
            <a:endParaRPr lang="en-GB" noProof="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99E509D-72CF-9AB0-30D4-2CD7B2DA62C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 noProof="0"/>
              <a:t>Grgic Anto</a:t>
            </a:r>
            <a:endParaRPr lang="en-GB" noProof="0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92555C2-CC27-C0A2-017D-FF412B10100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sp>
        <p:nvSpPr>
          <p:cNvPr id="9" name="Inhaltsplatzhalter 2">
            <a:extLst>
              <a:ext uri="{FF2B5EF4-FFF2-40B4-BE49-F238E27FC236}">
                <a16:creationId xmlns:a16="http://schemas.microsoft.com/office/drawing/2014/main" id="{5A128A8A-1E20-0372-6952-A37B014C022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80379" y="870744"/>
            <a:ext cx="3765600" cy="5353844"/>
          </a:xfrm>
        </p:spPr>
        <p:txBody>
          <a:bodyPr/>
          <a:lstStyle>
            <a:lvl1pPr>
              <a:defRPr/>
            </a:lvl1pPr>
            <a:lvl2pPr marL="226800" indent="-226800">
              <a:spcBef>
                <a:spcPts val="1000"/>
              </a:spcBef>
              <a:spcAft>
                <a:spcPts val="0"/>
              </a:spcAft>
              <a:buFont typeface="Source Sans Pro" panose="020B0503030403020204" pitchFamily="34" charset="0"/>
              <a:buChar char="―"/>
              <a:defRPr/>
            </a:lvl2pPr>
            <a:lvl3pPr marL="658800" indent="-226800">
              <a:spcBef>
                <a:spcPts val="1000"/>
              </a:spcBef>
              <a:spcAft>
                <a:spcPts val="0"/>
              </a:spcAft>
              <a:buFont typeface="Source Sans Pro" panose="020B0503030403020204" pitchFamily="34" charset="0"/>
              <a:buChar char="―"/>
              <a:defRPr/>
            </a:lvl3pPr>
            <a:lvl4pPr marL="1090800" indent="-226800">
              <a:spcBef>
                <a:spcPts val="1000"/>
              </a:spcBef>
              <a:spcAft>
                <a:spcPts val="0"/>
              </a:spcAft>
              <a:buFont typeface="Source Sans Pro" panose="020B0503030403020204" pitchFamily="34" charset="0"/>
              <a:buChar char="―"/>
              <a:defRPr/>
            </a:lvl4pPr>
            <a:lvl5pPr marL="1522800" indent="-226800">
              <a:spcBef>
                <a:spcPts val="1000"/>
              </a:spcBef>
              <a:spcAft>
                <a:spcPts val="0"/>
              </a:spcAft>
              <a:buFont typeface="Source Sans Pro" panose="020B0503030403020204" pitchFamily="34" charset="0"/>
              <a:buChar char="―"/>
              <a:defRPr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10" name="Titel 1">
            <a:extLst>
              <a:ext uri="{FF2B5EF4-FFF2-40B4-BE49-F238E27FC236}">
                <a16:creationId xmlns:a16="http://schemas.microsoft.com/office/drawing/2014/main" id="{8E16A7B1-D6D5-1F45-5873-56D50909A60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1463" y="245269"/>
            <a:ext cx="11650662" cy="531056"/>
          </a:xfrm>
        </p:spPr>
        <p:txBody>
          <a:bodyPr/>
          <a:lstStyle>
            <a:lvl1pPr>
              <a:defRPr/>
            </a:lvl1pPr>
          </a:lstStyle>
          <a:p>
            <a:r>
              <a:rPr lang="en-GB" noProof="0" dirty="0"/>
              <a:t>Insert chapter title</a:t>
            </a:r>
          </a:p>
        </p:txBody>
      </p:sp>
      <p:sp>
        <p:nvSpPr>
          <p:cNvPr id="12" name="Inhaltsplatzhalter 2">
            <a:extLst>
              <a:ext uri="{FF2B5EF4-FFF2-40B4-BE49-F238E27FC236}">
                <a16:creationId xmlns:a16="http://schemas.microsoft.com/office/drawing/2014/main" id="{B08945CC-0D4F-0056-B059-E53C8D583D78}"/>
              </a:ext>
            </a:extLst>
          </p:cNvPr>
          <p:cNvSpPr>
            <a:spLocks noGrp="1"/>
          </p:cNvSpPr>
          <p:nvPr>
            <p:ph idx="19" hasCustomPrompt="1"/>
          </p:nvPr>
        </p:nvSpPr>
        <p:spPr>
          <a:xfrm>
            <a:off x="4218452" y="870744"/>
            <a:ext cx="3765600" cy="5353844"/>
          </a:xfrm>
        </p:spPr>
        <p:txBody>
          <a:bodyPr/>
          <a:lstStyle>
            <a:lvl1pPr>
              <a:defRPr/>
            </a:lvl1pPr>
            <a:lvl2pPr marL="226800" indent="-226800">
              <a:spcBef>
                <a:spcPts val="1000"/>
              </a:spcBef>
              <a:spcAft>
                <a:spcPts val="0"/>
              </a:spcAft>
              <a:buFont typeface="Source Sans Pro" panose="020B0503030403020204" pitchFamily="34" charset="0"/>
              <a:buChar char="―"/>
              <a:defRPr/>
            </a:lvl2pPr>
            <a:lvl3pPr marL="658800" indent="-226800">
              <a:spcBef>
                <a:spcPts val="1000"/>
              </a:spcBef>
              <a:spcAft>
                <a:spcPts val="0"/>
              </a:spcAft>
              <a:buFont typeface="Source Sans Pro" panose="020B0503030403020204" pitchFamily="34" charset="0"/>
              <a:buChar char="―"/>
              <a:defRPr/>
            </a:lvl3pPr>
            <a:lvl4pPr marL="1090800" indent="-226800">
              <a:spcBef>
                <a:spcPts val="1000"/>
              </a:spcBef>
              <a:spcAft>
                <a:spcPts val="0"/>
              </a:spcAft>
              <a:buFont typeface="Source Sans Pro" panose="020B0503030403020204" pitchFamily="34" charset="0"/>
              <a:buChar char="―"/>
              <a:defRPr/>
            </a:lvl4pPr>
            <a:lvl5pPr marL="1522800" indent="-226800">
              <a:spcBef>
                <a:spcPts val="1000"/>
              </a:spcBef>
              <a:spcAft>
                <a:spcPts val="0"/>
              </a:spcAft>
              <a:buFont typeface="Source Sans Pro" panose="020B0503030403020204" pitchFamily="34" charset="0"/>
              <a:buChar char="―"/>
              <a:defRPr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13" name="Inhaltsplatzhalter 2">
            <a:extLst>
              <a:ext uri="{FF2B5EF4-FFF2-40B4-BE49-F238E27FC236}">
                <a16:creationId xmlns:a16="http://schemas.microsoft.com/office/drawing/2014/main" id="{991A9BC9-91DF-B4F2-E0C5-C2578FBF8926}"/>
              </a:ext>
            </a:extLst>
          </p:cNvPr>
          <p:cNvSpPr>
            <a:spLocks noGrp="1"/>
          </p:cNvSpPr>
          <p:nvPr>
            <p:ph idx="20" hasCustomPrompt="1"/>
          </p:nvPr>
        </p:nvSpPr>
        <p:spPr>
          <a:xfrm>
            <a:off x="8156525" y="870743"/>
            <a:ext cx="3765600" cy="5353845"/>
          </a:xfrm>
        </p:spPr>
        <p:txBody>
          <a:bodyPr/>
          <a:lstStyle>
            <a:lvl1pPr>
              <a:defRPr/>
            </a:lvl1pPr>
            <a:lvl2pPr marL="226800" indent="-226800">
              <a:spcBef>
                <a:spcPts val="1000"/>
              </a:spcBef>
              <a:spcAft>
                <a:spcPts val="0"/>
              </a:spcAft>
              <a:buFont typeface="Source Sans Pro" panose="020B0503030403020204" pitchFamily="34" charset="0"/>
              <a:buChar char="―"/>
              <a:defRPr/>
            </a:lvl2pPr>
            <a:lvl3pPr marL="658800" indent="-226800">
              <a:spcBef>
                <a:spcPts val="1000"/>
              </a:spcBef>
              <a:spcAft>
                <a:spcPts val="0"/>
              </a:spcAft>
              <a:buFont typeface="Source Sans Pro" panose="020B0503030403020204" pitchFamily="34" charset="0"/>
              <a:buChar char="―"/>
              <a:defRPr/>
            </a:lvl3pPr>
            <a:lvl4pPr marL="1090800" indent="-226800">
              <a:spcBef>
                <a:spcPts val="1000"/>
              </a:spcBef>
              <a:spcAft>
                <a:spcPts val="0"/>
              </a:spcAft>
              <a:buFont typeface="Source Sans Pro" panose="020B0503030403020204" pitchFamily="34" charset="0"/>
              <a:buChar char="―"/>
              <a:defRPr/>
            </a:lvl4pPr>
            <a:lvl5pPr marL="1522800" indent="-226800">
              <a:spcBef>
                <a:spcPts val="1000"/>
              </a:spcBef>
              <a:spcAft>
                <a:spcPts val="0"/>
              </a:spcAft>
              <a:buFont typeface="Source Sans Pro" panose="020B0503030403020204" pitchFamily="34" charset="0"/>
              <a:buChar char="―"/>
              <a:defRPr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</p:spTree>
    <p:extLst>
      <p:ext uri="{BB962C8B-B14F-4D97-AF65-F5344CB8AC3E}">
        <p14:creationId xmlns:p14="http://schemas.microsoft.com/office/powerpoint/2010/main" val="257133884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rei Bilder mi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Bildplatzhalter 4">
            <a:extLst>
              <a:ext uri="{FF2B5EF4-FFF2-40B4-BE49-F238E27FC236}">
                <a16:creationId xmlns:a16="http://schemas.microsoft.com/office/drawing/2014/main" id="{712BD3F3-A9EA-3100-3B48-BC4236C1C8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80379" y="2286000"/>
            <a:ext cx="3765600" cy="3938588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1410473C-28E8-F4A9-D9FA-A25C3E0D5DE6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850507E7-22DC-4FF9-A96B-4B72D63E2C34}" type="datetime1">
              <a:rPr lang="en-GB" noProof="0" smtClean="0"/>
              <a:t>05/03/2026</a:t>
            </a:fld>
            <a:endParaRPr lang="en-GB" noProof="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99E509D-72CF-9AB0-30D4-2CD7B2DA62C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 noProof="0"/>
              <a:t>Grgic Anto</a:t>
            </a:r>
            <a:endParaRPr lang="en-GB" noProof="0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92555C2-CC27-C0A2-017D-FF412B10100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sp>
        <p:nvSpPr>
          <p:cNvPr id="2" name="Bildplatzhalter 4">
            <a:extLst>
              <a:ext uri="{FF2B5EF4-FFF2-40B4-BE49-F238E27FC236}">
                <a16:creationId xmlns:a16="http://schemas.microsoft.com/office/drawing/2014/main" id="{BB21450C-9A0A-DE52-A711-C6A4E254A2DE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218452" y="2286000"/>
            <a:ext cx="3765600" cy="3938588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4" name="Bildplatzhalter 4">
            <a:extLst>
              <a:ext uri="{FF2B5EF4-FFF2-40B4-BE49-F238E27FC236}">
                <a16:creationId xmlns:a16="http://schemas.microsoft.com/office/drawing/2014/main" id="{40369691-93C7-0711-9987-747ABDF5BEE9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8156525" y="2286000"/>
            <a:ext cx="3765600" cy="3938588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9" name="Inhaltsplatzhalter 2">
            <a:extLst>
              <a:ext uri="{FF2B5EF4-FFF2-40B4-BE49-F238E27FC236}">
                <a16:creationId xmlns:a16="http://schemas.microsoft.com/office/drawing/2014/main" id="{5A128A8A-1E20-0372-6952-A37B014C022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80379" y="870744"/>
            <a:ext cx="3765600" cy="1215083"/>
          </a:xfrm>
        </p:spPr>
        <p:txBody>
          <a:bodyPr/>
          <a:lstStyle>
            <a:lvl1pPr>
              <a:defRPr/>
            </a:lvl1pPr>
            <a:lvl2pPr marL="226800" indent="-226800">
              <a:buFont typeface="Source Sans Pro" panose="020B0503030403020204" pitchFamily="34" charset="0"/>
              <a:buChar char="―"/>
              <a:defRPr/>
            </a:lvl2pPr>
            <a:lvl3pPr marL="658800" indent="-226800">
              <a:buFont typeface="Source Sans Pro" panose="020B0503030403020204" pitchFamily="34" charset="0"/>
              <a:buChar char="―"/>
              <a:defRPr/>
            </a:lvl3pPr>
            <a:lvl4pPr marL="1090800" indent="-226800">
              <a:buFont typeface="Source Sans Pro" panose="020B0503030403020204" pitchFamily="34" charset="0"/>
              <a:buChar char="―"/>
              <a:defRPr/>
            </a:lvl4pPr>
            <a:lvl5pPr marL="1522800" indent="-226800">
              <a:buFont typeface="Source Sans Pro" panose="020B0503030403020204" pitchFamily="34" charset="0"/>
              <a:buChar char="―"/>
              <a:defRPr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10" name="Titel 1">
            <a:extLst>
              <a:ext uri="{FF2B5EF4-FFF2-40B4-BE49-F238E27FC236}">
                <a16:creationId xmlns:a16="http://schemas.microsoft.com/office/drawing/2014/main" id="{8E16A7B1-D6D5-1F45-5873-56D50909A60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1463" y="245269"/>
            <a:ext cx="11650662" cy="531056"/>
          </a:xfrm>
        </p:spPr>
        <p:txBody>
          <a:bodyPr/>
          <a:lstStyle>
            <a:lvl1pPr>
              <a:defRPr/>
            </a:lvl1pPr>
          </a:lstStyle>
          <a:p>
            <a:r>
              <a:rPr lang="en-GB" noProof="0" dirty="0"/>
              <a:t>Insert chapter title</a:t>
            </a:r>
          </a:p>
        </p:txBody>
      </p:sp>
      <p:sp>
        <p:nvSpPr>
          <p:cNvPr id="12" name="Inhaltsplatzhalter 2">
            <a:extLst>
              <a:ext uri="{FF2B5EF4-FFF2-40B4-BE49-F238E27FC236}">
                <a16:creationId xmlns:a16="http://schemas.microsoft.com/office/drawing/2014/main" id="{B08945CC-0D4F-0056-B059-E53C8D583D78}"/>
              </a:ext>
            </a:extLst>
          </p:cNvPr>
          <p:cNvSpPr>
            <a:spLocks noGrp="1"/>
          </p:cNvSpPr>
          <p:nvPr>
            <p:ph idx="19" hasCustomPrompt="1"/>
          </p:nvPr>
        </p:nvSpPr>
        <p:spPr>
          <a:xfrm>
            <a:off x="4218452" y="870744"/>
            <a:ext cx="3765600" cy="1215083"/>
          </a:xfrm>
        </p:spPr>
        <p:txBody>
          <a:bodyPr/>
          <a:lstStyle>
            <a:lvl1pPr>
              <a:defRPr/>
            </a:lvl1pPr>
            <a:lvl2pPr marL="226800" indent="-226800">
              <a:buFont typeface="Source Sans Pro" panose="020B0503030403020204" pitchFamily="34" charset="0"/>
              <a:buChar char="―"/>
              <a:defRPr/>
            </a:lvl2pPr>
            <a:lvl3pPr marL="658800" indent="-226800">
              <a:buFont typeface="Source Sans Pro" panose="020B0503030403020204" pitchFamily="34" charset="0"/>
              <a:buChar char="―"/>
              <a:defRPr/>
            </a:lvl3pPr>
            <a:lvl4pPr marL="1090800" indent="-226800">
              <a:buFont typeface="Source Sans Pro" panose="020B0503030403020204" pitchFamily="34" charset="0"/>
              <a:buChar char="―"/>
              <a:defRPr/>
            </a:lvl4pPr>
            <a:lvl5pPr marL="1522800" indent="-226800">
              <a:buFont typeface="Source Sans Pro" panose="020B0503030403020204" pitchFamily="34" charset="0"/>
              <a:buChar char="―"/>
              <a:defRPr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13" name="Inhaltsplatzhalter 2">
            <a:extLst>
              <a:ext uri="{FF2B5EF4-FFF2-40B4-BE49-F238E27FC236}">
                <a16:creationId xmlns:a16="http://schemas.microsoft.com/office/drawing/2014/main" id="{991A9BC9-91DF-B4F2-E0C5-C2578FBF8926}"/>
              </a:ext>
            </a:extLst>
          </p:cNvPr>
          <p:cNvSpPr>
            <a:spLocks noGrp="1"/>
          </p:cNvSpPr>
          <p:nvPr>
            <p:ph idx="20" hasCustomPrompt="1"/>
          </p:nvPr>
        </p:nvSpPr>
        <p:spPr>
          <a:xfrm>
            <a:off x="8156525" y="870743"/>
            <a:ext cx="3765600" cy="1215083"/>
          </a:xfrm>
        </p:spPr>
        <p:txBody>
          <a:bodyPr/>
          <a:lstStyle>
            <a:lvl1pPr>
              <a:defRPr/>
            </a:lvl1pPr>
            <a:lvl2pPr marL="226800" indent="-226800">
              <a:buFont typeface="Source Sans Pro" panose="020B0503030403020204" pitchFamily="34" charset="0"/>
              <a:buChar char="―"/>
              <a:defRPr/>
            </a:lvl2pPr>
            <a:lvl3pPr marL="658800" indent="-226800">
              <a:buFont typeface="Source Sans Pro" panose="020B0503030403020204" pitchFamily="34" charset="0"/>
              <a:buChar char="―"/>
              <a:defRPr/>
            </a:lvl3pPr>
            <a:lvl4pPr marL="1090800" indent="-226800">
              <a:buFont typeface="Source Sans Pro" panose="020B0503030403020204" pitchFamily="34" charset="0"/>
              <a:buChar char="―"/>
              <a:defRPr/>
            </a:lvl4pPr>
            <a:lvl5pPr marL="1522800" indent="-226800">
              <a:buFont typeface="Source Sans Pro" panose="020B0503030403020204" pitchFamily="34" charset="0"/>
              <a:buChar char="―"/>
              <a:defRPr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</p:spTree>
    <p:extLst>
      <p:ext uri="{BB962C8B-B14F-4D97-AF65-F5344CB8AC3E}">
        <p14:creationId xmlns:p14="http://schemas.microsoft.com/office/powerpoint/2010/main" val="72108392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rei Bi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Bildplatzhalter 4">
            <a:extLst>
              <a:ext uri="{FF2B5EF4-FFF2-40B4-BE49-F238E27FC236}">
                <a16:creationId xmlns:a16="http://schemas.microsoft.com/office/drawing/2014/main" id="{712BD3F3-A9EA-3100-3B48-BC4236C1C8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80379" y="273378"/>
            <a:ext cx="3765600" cy="595121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1410473C-28E8-F4A9-D9FA-A25C3E0D5DE6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19E2C6A-27AF-44E0-BCA7-589AA25EC4BE}" type="datetime1">
              <a:rPr lang="en-GB" noProof="0" smtClean="0"/>
              <a:t>05/03/2026</a:t>
            </a:fld>
            <a:endParaRPr lang="de-CH" noProof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99E509D-72CF-9AB0-30D4-2CD7B2DA62C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noProof="0"/>
              <a:t>Grgic Anto</a:t>
            </a:r>
            <a:endParaRPr lang="de-CH" noProof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92555C2-CC27-C0A2-017D-FF412B10100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42AD375-037F-43D0-B059-5172DA06796A}" type="slidenum">
              <a:rPr lang="de-CH" noProof="0" smtClean="0"/>
              <a:pPr/>
              <a:t>‹#›</a:t>
            </a:fld>
            <a:endParaRPr lang="de-CH" noProof="0"/>
          </a:p>
        </p:txBody>
      </p:sp>
      <p:sp>
        <p:nvSpPr>
          <p:cNvPr id="2" name="Bildplatzhalter 4">
            <a:extLst>
              <a:ext uri="{FF2B5EF4-FFF2-40B4-BE49-F238E27FC236}">
                <a16:creationId xmlns:a16="http://schemas.microsoft.com/office/drawing/2014/main" id="{BB21450C-9A0A-DE52-A711-C6A4E254A2DE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218452" y="273378"/>
            <a:ext cx="3765600" cy="595121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sp>
        <p:nvSpPr>
          <p:cNvPr id="4" name="Bildplatzhalter 4">
            <a:extLst>
              <a:ext uri="{FF2B5EF4-FFF2-40B4-BE49-F238E27FC236}">
                <a16:creationId xmlns:a16="http://schemas.microsoft.com/office/drawing/2014/main" id="{40369691-93C7-0711-9987-747ABDF5BEE9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8156525" y="273378"/>
            <a:ext cx="3765600" cy="595121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</p:spTree>
    <p:extLst>
      <p:ext uri="{BB962C8B-B14F-4D97-AF65-F5344CB8AC3E}">
        <p14:creationId xmlns:p14="http://schemas.microsoft.com/office/powerpoint/2010/main" val="16200698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er Bilder mi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 noProof="0" dirty="0"/>
              <a:t>Insert title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271460" y="4956597"/>
            <a:ext cx="2775600" cy="531056"/>
          </a:xfrm>
        </p:spPr>
        <p:txBody>
          <a:bodyPr/>
          <a:lstStyle>
            <a:lvl1pPr>
              <a:defRPr/>
            </a:lvl1pPr>
            <a:lvl2pPr marL="174625" indent="-174625">
              <a:buFont typeface="Source Sans Pro" panose="020B0503030403020204" pitchFamily="34" charset="0"/>
              <a:buChar char="―"/>
              <a:defRPr/>
            </a:lvl2pPr>
            <a:lvl3pPr marL="360363" indent="-185738">
              <a:buFont typeface="Source Sans Pro" panose="020B0503030403020204" pitchFamily="34" charset="0"/>
              <a:buChar char="―"/>
              <a:defRPr/>
            </a:lvl3pPr>
            <a:lvl4pPr marL="534988" indent="-174625">
              <a:buFont typeface="Source Sans Pro" panose="020B0503030403020204" pitchFamily="34" charset="0"/>
              <a:buChar char="―"/>
              <a:defRPr/>
            </a:lvl4pPr>
            <a:lvl5pPr marL="719138" indent="-184150">
              <a:buFont typeface="Source Sans Pro" panose="020B0503030403020204" pitchFamily="34" charset="0"/>
              <a:buChar char="―"/>
              <a:defRPr/>
            </a:lvl5pPr>
          </a:lstStyle>
          <a:p>
            <a:pPr lvl="0"/>
            <a:r>
              <a:rPr lang="en-GB" noProof="0" dirty="0"/>
              <a:t>First name Surname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07E4E3B-B029-4FB4-981D-E15979CD6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90BFC6-1E20-4BFB-AA94-CA2B6A0C001C}" type="datetime1">
              <a:rPr lang="en-GB" noProof="0" smtClean="0"/>
              <a:t>05/03/2026</a:t>
            </a:fld>
            <a:endParaRPr lang="en-GB" noProof="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3A6D9A-857D-4B6F-B977-93015D039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/>
              <a:t>Grgic Anto</a:t>
            </a:r>
            <a:endParaRPr lang="en-GB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FACFD7-BF65-4DA8-AFDF-1BA2EB682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sp>
        <p:nvSpPr>
          <p:cNvPr id="9" name="Bildplatzhalter 4">
            <a:extLst>
              <a:ext uri="{FF2B5EF4-FFF2-40B4-BE49-F238E27FC236}">
                <a16:creationId xmlns:a16="http://schemas.microsoft.com/office/drawing/2014/main" id="{D717326D-6376-3E88-6230-C7DA655CABF4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280379" y="1385528"/>
            <a:ext cx="2775600" cy="340995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22" name="Inhaltsplatzhalter 2">
            <a:extLst>
              <a:ext uri="{FF2B5EF4-FFF2-40B4-BE49-F238E27FC236}">
                <a16:creationId xmlns:a16="http://schemas.microsoft.com/office/drawing/2014/main" id="{2115A716-7F0D-6001-BBDA-1C1AF55BDEB0}"/>
              </a:ext>
            </a:extLst>
          </p:cNvPr>
          <p:cNvSpPr>
            <a:spLocks noGrp="1"/>
          </p:cNvSpPr>
          <p:nvPr>
            <p:ph idx="17" hasCustomPrompt="1"/>
          </p:nvPr>
        </p:nvSpPr>
        <p:spPr>
          <a:xfrm>
            <a:off x="3228587" y="4956597"/>
            <a:ext cx="2775600" cy="531056"/>
          </a:xfrm>
        </p:spPr>
        <p:txBody>
          <a:bodyPr/>
          <a:lstStyle>
            <a:lvl1pPr>
              <a:defRPr/>
            </a:lvl1pPr>
            <a:lvl2pPr marL="174625" indent="-174625">
              <a:buFont typeface="Source Sans Pro" panose="020B0503030403020204" pitchFamily="34" charset="0"/>
              <a:buChar char="―"/>
              <a:defRPr/>
            </a:lvl2pPr>
            <a:lvl3pPr marL="360363" indent="-185738">
              <a:buFont typeface="Source Sans Pro" panose="020B0503030403020204" pitchFamily="34" charset="0"/>
              <a:buChar char="―"/>
              <a:defRPr/>
            </a:lvl3pPr>
            <a:lvl4pPr marL="534988" indent="-174625">
              <a:buFont typeface="Source Sans Pro" panose="020B0503030403020204" pitchFamily="34" charset="0"/>
              <a:buChar char="―"/>
              <a:defRPr/>
            </a:lvl4pPr>
            <a:lvl5pPr marL="719138" indent="-184150">
              <a:buFont typeface="Source Sans Pro" panose="020B0503030403020204" pitchFamily="34" charset="0"/>
              <a:buChar char="―"/>
              <a:defRPr/>
            </a:lvl5pPr>
          </a:lstStyle>
          <a:p>
            <a:pPr lvl="0"/>
            <a:r>
              <a:rPr lang="en-GB" noProof="0" dirty="0"/>
              <a:t>First name Surname</a:t>
            </a:r>
          </a:p>
        </p:txBody>
      </p:sp>
      <p:sp>
        <p:nvSpPr>
          <p:cNvPr id="23" name="Bildplatzhalter 4">
            <a:extLst>
              <a:ext uri="{FF2B5EF4-FFF2-40B4-BE49-F238E27FC236}">
                <a16:creationId xmlns:a16="http://schemas.microsoft.com/office/drawing/2014/main" id="{ADAF9B2C-8583-6129-0978-4CC7CC294B45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3237506" y="1385528"/>
            <a:ext cx="2775600" cy="340995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24" name="Inhaltsplatzhalter 2">
            <a:extLst>
              <a:ext uri="{FF2B5EF4-FFF2-40B4-BE49-F238E27FC236}">
                <a16:creationId xmlns:a16="http://schemas.microsoft.com/office/drawing/2014/main" id="{5E0F70B3-FE43-EB4F-1A26-27C37577C871}"/>
              </a:ext>
            </a:extLst>
          </p:cNvPr>
          <p:cNvSpPr>
            <a:spLocks noGrp="1"/>
          </p:cNvSpPr>
          <p:nvPr>
            <p:ph idx="19" hasCustomPrompt="1"/>
          </p:nvPr>
        </p:nvSpPr>
        <p:spPr>
          <a:xfrm>
            <a:off x="6185714" y="4956597"/>
            <a:ext cx="2775600" cy="531056"/>
          </a:xfrm>
        </p:spPr>
        <p:txBody>
          <a:bodyPr/>
          <a:lstStyle>
            <a:lvl1pPr>
              <a:defRPr/>
            </a:lvl1pPr>
            <a:lvl2pPr marL="174625" indent="-174625">
              <a:buFont typeface="Source Sans Pro" panose="020B0503030403020204" pitchFamily="34" charset="0"/>
              <a:buChar char="―"/>
              <a:defRPr/>
            </a:lvl2pPr>
            <a:lvl3pPr marL="360363" indent="-185738">
              <a:buFont typeface="Source Sans Pro" panose="020B0503030403020204" pitchFamily="34" charset="0"/>
              <a:buChar char="―"/>
              <a:defRPr/>
            </a:lvl3pPr>
            <a:lvl4pPr marL="534988" indent="-174625">
              <a:buFont typeface="Source Sans Pro" panose="020B0503030403020204" pitchFamily="34" charset="0"/>
              <a:buChar char="―"/>
              <a:defRPr/>
            </a:lvl4pPr>
            <a:lvl5pPr marL="719138" indent="-184150">
              <a:buFont typeface="Source Sans Pro" panose="020B0503030403020204" pitchFamily="34" charset="0"/>
              <a:buChar char="―"/>
              <a:defRPr/>
            </a:lvl5pPr>
          </a:lstStyle>
          <a:p>
            <a:pPr lvl="0"/>
            <a:r>
              <a:rPr lang="en-GB" noProof="0" dirty="0"/>
              <a:t>First name Surname</a:t>
            </a:r>
          </a:p>
        </p:txBody>
      </p:sp>
      <p:sp>
        <p:nvSpPr>
          <p:cNvPr id="25" name="Bildplatzhalter 4">
            <a:extLst>
              <a:ext uri="{FF2B5EF4-FFF2-40B4-BE49-F238E27FC236}">
                <a16:creationId xmlns:a16="http://schemas.microsoft.com/office/drawing/2014/main" id="{D8C6563C-12FB-DB8B-2352-BC6B519F3546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6194633" y="1385528"/>
            <a:ext cx="2775600" cy="340995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26" name="Inhaltsplatzhalter 2">
            <a:extLst>
              <a:ext uri="{FF2B5EF4-FFF2-40B4-BE49-F238E27FC236}">
                <a16:creationId xmlns:a16="http://schemas.microsoft.com/office/drawing/2014/main" id="{B4039616-C526-8550-70B5-FB949E593989}"/>
              </a:ext>
            </a:extLst>
          </p:cNvPr>
          <p:cNvSpPr>
            <a:spLocks noGrp="1"/>
          </p:cNvSpPr>
          <p:nvPr>
            <p:ph idx="21" hasCustomPrompt="1"/>
          </p:nvPr>
        </p:nvSpPr>
        <p:spPr>
          <a:xfrm>
            <a:off x="9142840" y="4956597"/>
            <a:ext cx="2775600" cy="531056"/>
          </a:xfrm>
        </p:spPr>
        <p:txBody>
          <a:bodyPr/>
          <a:lstStyle>
            <a:lvl1pPr>
              <a:defRPr/>
            </a:lvl1pPr>
            <a:lvl2pPr marL="174625" indent="-174625">
              <a:buFont typeface="Source Sans Pro" panose="020B0503030403020204" pitchFamily="34" charset="0"/>
              <a:buChar char="―"/>
              <a:defRPr/>
            </a:lvl2pPr>
            <a:lvl3pPr marL="360363" indent="-185738">
              <a:buFont typeface="Source Sans Pro" panose="020B0503030403020204" pitchFamily="34" charset="0"/>
              <a:buChar char="―"/>
              <a:defRPr/>
            </a:lvl3pPr>
            <a:lvl4pPr marL="534988" indent="-174625">
              <a:buFont typeface="Source Sans Pro" panose="020B0503030403020204" pitchFamily="34" charset="0"/>
              <a:buChar char="―"/>
              <a:defRPr/>
            </a:lvl4pPr>
            <a:lvl5pPr marL="719138" indent="-184150">
              <a:buFont typeface="Source Sans Pro" panose="020B0503030403020204" pitchFamily="34" charset="0"/>
              <a:buChar char="―"/>
              <a:defRPr/>
            </a:lvl5pPr>
          </a:lstStyle>
          <a:p>
            <a:pPr lvl="0"/>
            <a:r>
              <a:rPr lang="en-GB" noProof="0" dirty="0"/>
              <a:t>First name Surname</a:t>
            </a:r>
          </a:p>
        </p:txBody>
      </p:sp>
      <p:sp>
        <p:nvSpPr>
          <p:cNvPr id="27" name="Bildplatzhalter 4">
            <a:extLst>
              <a:ext uri="{FF2B5EF4-FFF2-40B4-BE49-F238E27FC236}">
                <a16:creationId xmlns:a16="http://schemas.microsoft.com/office/drawing/2014/main" id="{B302613E-1DC8-D62B-86B5-DB10FB92D316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151759" y="1385528"/>
            <a:ext cx="2775600" cy="340995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93047008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eben Bilder mi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noProof="0" dirty="0"/>
              <a:t>Insert title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281300" y="2896813"/>
            <a:ext cx="2775600" cy="531056"/>
          </a:xfrm>
        </p:spPr>
        <p:txBody>
          <a:bodyPr/>
          <a:lstStyle>
            <a:lvl1pPr>
              <a:defRPr/>
            </a:lvl1pPr>
            <a:lvl2pPr marL="174625" indent="-174625">
              <a:buFont typeface="Source Sans Pro" panose="020B0503030403020204" pitchFamily="34" charset="0"/>
              <a:buChar char="―"/>
              <a:defRPr/>
            </a:lvl2pPr>
            <a:lvl3pPr marL="360363" indent="-185738">
              <a:buFont typeface="Source Sans Pro" panose="020B0503030403020204" pitchFamily="34" charset="0"/>
              <a:buChar char="―"/>
              <a:defRPr/>
            </a:lvl3pPr>
            <a:lvl4pPr marL="534988" indent="-174625">
              <a:buFont typeface="Source Sans Pro" panose="020B0503030403020204" pitchFamily="34" charset="0"/>
              <a:buChar char="―"/>
              <a:defRPr/>
            </a:lvl4pPr>
            <a:lvl5pPr marL="719138" indent="-184150">
              <a:buFont typeface="Source Sans Pro" panose="020B0503030403020204" pitchFamily="34" charset="0"/>
              <a:buChar char="―"/>
              <a:defRPr/>
            </a:lvl5pPr>
          </a:lstStyle>
          <a:p>
            <a:pPr lvl="0"/>
            <a:r>
              <a:rPr lang="en-GB" noProof="0" dirty="0"/>
              <a:t>First name Surname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07E4E3B-B029-4FB4-981D-E15979CD6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B6F8EB-C510-46A4-AC06-3410590A9997}" type="datetime1">
              <a:rPr lang="en-GB" noProof="0" smtClean="0"/>
              <a:t>05/03/2026</a:t>
            </a:fld>
            <a:endParaRPr lang="en-GB" noProof="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3A6D9A-857D-4B6F-B977-93015D039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/>
              <a:t>Grgic Anto</a:t>
            </a:r>
            <a:endParaRPr lang="en-GB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FACFD7-BF65-4DA8-AFDF-1BA2EB682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sp>
        <p:nvSpPr>
          <p:cNvPr id="9" name="Bildplatzhalter 4">
            <a:extLst>
              <a:ext uri="{FF2B5EF4-FFF2-40B4-BE49-F238E27FC236}">
                <a16:creationId xmlns:a16="http://schemas.microsoft.com/office/drawing/2014/main" id="{D717326D-6376-3E88-6230-C7DA655CABF4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280378" y="866775"/>
            <a:ext cx="2775600" cy="1888352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6" name="Inhaltsplatzhalter 2">
            <a:extLst>
              <a:ext uri="{FF2B5EF4-FFF2-40B4-BE49-F238E27FC236}">
                <a16:creationId xmlns:a16="http://schemas.microsoft.com/office/drawing/2014/main" id="{F20D1239-AC10-7CF3-7460-F409E82CBCF4}"/>
              </a:ext>
            </a:extLst>
          </p:cNvPr>
          <p:cNvSpPr>
            <a:spLocks noGrp="1"/>
          </p:cNvSpPr>
          <p:nvPr>
            <p:ph idx="17" hasCustomPrompt="1"/>
          </p:nvPr>
        </p:nvSpPr>
        <p:spPr>
          <a:xfrm>
            <a:off x="3235845" y="2896813"/>
            <a:ext cx="2775600" cy="531056"/>
          </a:xfrm>
        </p:spPr>
        <p:txBody>
          <a:bodyPr/>
          <a:lstStyle>
            <a:lvl1pPr>
              <a:defRPr/>
            </a:lvl1pPr>
            <a:lvl2pPr marL="174625" indent="-174625">
              <a:buFont typeface="Source Sans Pro" panose="020B0503030403020204" pitchFamily="34" charset="0"/>
              <a:buChar char="―"/>
              <a:defRPr/>
            </a:lvl2pPr>
            <a:lvl3pPr marL="360363" indent="-185738">
              <a:buFont typeface="Source Sans Pro" panose="020B0503030403020204" pitchFamily="34" charset="0"/>
              <a:buChar char="―"/>
              <a:defRPr/>
            </a:lvl3pPr>
            <a:lvl4pPr marL="534988" indent="-174625">
              <a:buFont typeface="Source Sans Pro" panose="020B0503030403020204" pitchFamily="34" charset="0"/>
              <a:buChar char="―"/>
              <a:defRPr/>
            </a:lvl4pPr>
            <a:lvl5pPr marL="719138" indent="-184150">
              <a:buFont typeface="Source Sans Pro" panose="020B0503030403020204" pitchFamily="34" charset="0"/>
              <a:buChar char="―"/>
              <a:defRPr/>
            </a:lvl5pPr>
          </a:lstStyle>
          <a:p>
            <a:pPr lvl="0"/>
            <a:r>
              <a:rPr lang="en-GB" noProof="0" dirty="0"/>
              <a:t>First name Surname</a:t>
            </a:r>
          </a:p>
        </p:txBody>
      </p:sp>
      <p:sp>
        <p:nvSpPr>
          <p:cNvPr id="17" name="Bildplatzhalter 4">
            <a:extLst>
              <a:ext uri="{FF2B5EF4-FFF2-40B4-BE49-F238E27FC236}">
                <a16:creationId xmlns:a16="http://schemas.microsoft.com/office/drawing/2014/main" id="{63E66951-4F0B-CBC1-A3F3-06E36980367D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3234923" y="866775"/>
            <a:ext cx="2775600" cy="1888352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8" name="Inhaltsplatzhalter 2">
            <a:extLst>
              <a:ext uri="{FF2B5EF4-FFF2-40B4-BE49-F238E27FC236}">
                <a16:creationId xmlns:a16="http://schemas.microsoft.com/office/drawing/2014/main" id="{B22D8516-82BF-C968-B99F-F2C48726086A}"/>
              </a:ext>
            </a:extLst>
          </p:cNvPr>
          <p:cNvSpPr>
            <a:spLocks noGrp="1"/>
          </p:cNvSpPr>
          <p:nvPr>
            <p:ph idx="19" hasCustomPrompt="1"/>
          </p:nvPr>
        </p:nvSpPr>
        <p:spPr>
          <a:xfrm>
            <a:off x="6190390" y="2896813"/>
            <a:ext cx="2775600" cy="531056"/>
          </a:xfrm>
        </p:spPr>
        <p:txBody>
          <a:bodyPr/>
          <a:lstStyle>
            <a:lvl1pPr>
              <a:defRPr/>
            </a:lvl1pPr>
            <a:lvl2pPr marL="174625" indent="-174625">
              <a:buFont typeface="Source Sans Pro" panose="020B0503030403020204" pitchFamily="34" charset="0"/>
              <a:buChar char="―"/>
              <a:defRPr/>
            </a:lvl2pPr>
            <a:lvl3pPr marL="360363" indent="-185738">
              <a:buFont typeface="Source Sans Pro" panose="020B0503030403020204" pitchFamily="34" charset="0"/>
              <a:buChar char="―"/>
              <a:defRPr/>
            </a:lvl3pPr>
            <a:lvl4pPr marL="534988" indent="-174625">
              <a:buFont typeface="Source Sans Pro" panose="020B0503030403020204" pitchFamily="34" charset="0"/>
              <a:buChar char="―"/>
              <a:defRPr/>
            </a:lvl4pPr>
            <a:lvl5pPr marL="719138" indent="-184150">
              <a:buFont typeface="Source Sans Pro" panose="020B0503030403020204" pitchFamily="34" charset="0"/>
              <a:buChar char="―"/>
              <a:defRPr/>
            </a:lvl5pPr>
          </a:lstStyle>
          <a:p>
            <a:pPr lvl="0"/>
            <a:r>
              <a:rPr lang="en-GB" noProof="0" dirty="0"/>
              <a:t>First name Surname</a:t>
            </a:r>
          </a:p>
        </p:txBody>
      </p:sp>
      <p:sp>
        <p:nvSpPr>
          <p:cNvPr id="19" name="Bildplatzhalter 4">
            <a:extLst>
              <a:ext uri="{FF2B5EF4-FFF2-40B4-BE49-F238E27FC236}">
                <a16:creationId xmlns:a16="http://schemas.microsoft.com/office/drawing/2014/main" id="{CC380BDB-57AA-395C-97C5-32258AD42292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6189468" y="866775"/>
            <a:ext cx="2775600" cy="1888352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20" name="Inhaltsplatzhalter 2">
            <a:extLst>
              <a:ext uri="{FF2B5EF4-FFF2-40B4-BE49-F238E27FC236}">
                <a16:creationId xmlns:a16="http://schemas.microsoft.com/office/drawing/2014/main" id="{AB12B8A9-2E40-004F-7D4B-DC8308302138}"/>
              </a:ext>
            </a:extLst>
          </p:cNvPr>
          <p:cNvSpPr>
            <a:spLocks noGrp="1"/>
          </p:cNvSpPr>
          <p:nvPr>
            <p:ph idx="21" hasCustomPrompt="1"/>
          </p:nvPr>
        </p:nvSpPr>
        <p:spPr>
          <a:xfrm>
            <a:off x="9144936" y="2896813"/>
            <a:ext cx="2775600" cy="531056"/>
          </a:xfrm>
        </p:spPr>
        <p:txBody>
          <a:bodyPr/>
          <a:lstStyle>
            <a:lvl1pPr>
              <a:defRPr/>
            </a:lvl1pPr>
            <a:lvl2pPr marL="174625" indent="-174625">
              <a:buFont typeface="Source Sans Pro" panose="020B0503030403020204" pitchFamily="34" charset="0"/>
              <a:buChar char="―"/>
              <a:defRPr/>
            </a:lvl2pPr>
            <a:lvl3pPr marL="360363" indent="-185738">
              <a:buFont typeface="Source Sans Pro" panose="020B0503030403020204" pitchFamily="34" charset="0"/>
              <a:buChar char="―"/>
              <a:defRPr/>
            </a:lvl3pPr>
            <a:lvl4pPr marL="534988" indent="-174625">
              <a:buFont typeface="Source Sans Pro" panose="020B0503030403020204" pitchFamily="34" charset="0"/>
              <a:buChar char="―"/>
              <a:defRPr/>
            </a:lvl4pPr>
            <a:lvl5pPr marL="719138" indent="-184150">
              <a:buFont typeface="Source Sans Pro" panose="020B0503030403020204" pitchFamily="34" charset="0"/>
              <a:buChar char="―"/>
              <a:defRPr/>
            </a:lvl5pPr>
          </a:lstStyle>
          <a:p>
            <a:pPr lvl="0"/>
            <a:r>
              <a:rPr lang="en-GB" noProof="0" dirty="0"/>
              <a:t>First name Surname</a:t>
            </a:r>
          </a:p>
        </p:txBody>
      </p:sp>
      <p:sp>
        <p:nvSpPr>
          <p:cNvPr id="21" name="Bildplatzhalter 4">
            <a:extLst>
              <a:ext uri="{FF2B5EF4-FFF2-40B4-BE49-F238E27FC236}">
                <a16:creationId xmlns:a16="http://schemas.microsoft.com/office/drawing/2014/main" id="{E8E60EDF-84BC-50DF-DF1D-12535BD165EA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144014" y="866775"/>
            <a:ext cx="2775600" cy="1888352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28" name="Inhaltsplatzhalter 2">
            <a:extLst>
              <a:ext uri="{FF2B5EF4-FFF2-40B4-BE49-F238E27FC236}">
                <a16:creationId xmlns:a16="http://schemas.microsoft.com/office/drawing/2014/main" id="{271646C3-68B0-05A8-5C65-22D55CE4808F}"/>
              </a:ext>
            </a:extLst>
          </p:cNvPr>
          <p:cNvSpPr>
            <a:spLocks noGrp="1"/>
          </p:cNvSpPr>
          <p:nvPr>
            <p:ph idx="23" hasCustomPrompt="1"/>
          </p:nvPr>
        </p:nvSpPr>
        <p:spPr>
          <a:xfrm>
            <a:off x="270797" y="5636189"/>
            <a:ext cx="2775600" cy="531056"/>
          </a:xfrm>
        </p:spPr>
        <p:txBody>
          <a:bodyPr/>
          <a:lstStyle>
            <a:lvl1pPr>
              <a:defRPr/>
            </a:lvl1pPr>
            <a:lvl2pPr marL="174625" indent="-174625">
              <a:buFont typeface="Source Sans Pro" panose="020B0503030403020204" pitchFamily="34" charset="0"/>
              <a:buChar char="―"/>
              <a:defRPr/>
            </a:lvl2pPr>
            <a:lvl3pPr marL="360363" indent="-185738">
              <a:buFont typeface="Source Sans Pro" panose="020B0503030403020204" pitchFamily="34" charset="0"/>
              <a:buChar char="―"/>
              <a:defRPr/>
            </a:lvl3pPr>
            <a:lvl4pPr marL="534988" indent="-174625">
              <a:buFont typeface="Source Sans Pro" panose="020B0503030403020204" pitchFamily="34" charset="0"/>
              <a:buChar char="―"/>
              <a:defRPr/>
            </a:lvl4pPr>
            <a:lvl5pPr marL="719138" indent="-184150">
              <a:buFont typeface="Source Sans Pro" panose="020B0503030403020204" pitchFamily="34" charset="0"/>
              <a:buChar char="―"/>
              <a:defRPr/>
            </a:lvl5pPr>
          </a:lstStyle>
          <a:p>
            <a:pPr lvl="0"/>
            <a:r>
              <a:rPr lang="en-GB" noProof="0" dirty="0"/>
              <a:t>First name Surname</a:t>
            </a:r>
          </a:p>
        </p:txBody>
      </p:sp>
      <p:sp>
        <p:nvSpPr>
          <p:cNvPr id="29" name="Bildplatzhalter 4">
            <a:extLst>
              <a:ext uri="{FF2B5EF4-FFF2-40B4-BE49-F238E27FC236}">
                <a16:creationId xmlns:a16="http://schemas.microsoft.com/office/drawing/2014/main" id="{EC544524-67DF-E44E-A80D-DEF20D907A89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269875" y="3606151"/>
            <a:ext cx="2775600" cy="1888352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30" name="Inhaltsplatzhalter 2">
            <a:extLst>
              <a:ext uri="{FF2B5EF4-FFF2-40B4-BE49-F238E27FC236}">
                <a16:creationId xmlns:a16="http://schemas.microsoft.com/office/drawing/2014/main" id="{E052A1FF-3C1D-18C9-FF8C-91D41AD5E46F}"/>
              </a:ext>
            </a:extLst>
          </p:cNvPr>
          <p:cNvSpPr>
            <a:spLocks noGrp="1"/>
          </p:cNvSpPr>
          <p:nvPr>
            <p:ph idx="25" hasCustomPrompt="1"/>
          </p:nvPr>
        </p:nvSpPr>
        <p:spPr>
          <a:xfrm>
            <a:off x="3225342" y="5636189"/>
            <a:ext cx="2775600" cy="531056"/>
          </a:xfrm>
        </p:spPr>
        <p:txBody>
          <a:bodyPr/>
          <a:lstStyle>
            <a:lvl1pPr>
              <a:defRPr/>
            </a:lvl1pPr>
            <a:lvl2pPr marL="174625" indent="-174625">
              <a:buFont typeface="Source Sans Pro" panose="020B0503030403020204" pitchFamily="34" charset="0"/>
              <a:buChar char="―"/>
              <a:defRPr/>
            </a:lvl2pPr>
            <a:lvl3pPr marL="360363" indent="-185738">
              <a:buFont typeface="Source Sans Pro" panose="020B0503030403020204" pitchFamily="34" charset="0"/>
              <a:buChar char="―"/>
              <a:defRPr/>
            </a:lvl3pPr>
            <a:lvl4pPr marL="534988" indent="-174625">
              <a:buFont typeface="Source Sans Pro" panose="020B0503030403020204" pitchFamily="34" charset="0"/>
              <a:buChar char="―"/>
              <a:defRPr/>
            </a:lvl4pPr>
            <a:lvl5pPr marL="719138" indent="-184150">
              <a:buFont typeface="Source Sans Pro" panose="020B0503030403020204" pitchFamily="34" charset="0"/>
              <a:buChar char="―"/>
              <a:defRPr/>
            </a:lvl5pPr>
          </a:lstStyle>
          <a:p>
            <a:pPr lvl="0"/>
            <a:r>
              <a:rPr lang="en-GB" noProof="0" dirty="0"/>
              <a:t>First name Surname</a:t>
            </a:r>
          </a:p>
        </p:txBody>
      </p:sp>
      <p:sp>
        <p:nvSpPr>
          <p:cNvPr id="31" name="Bildplatzhalter 4">
            <a:extLst>
              <a:ext uri="{FF2B5EF4-FFF2-40B4-BE49-F238E27FC236}">
                <a16:creationId xmlns:a16="http://schemas.microsoft.com/office/drawing/2014/main" id="{CA8F6A59-A25E-5F43-6AC1-01A66F711A97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3224420" y="3606151"/>
            <a:ext cx="2775600" cy="1888352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32" name="Inhaltsplatzhalter 2">
            <a:extLst>
              <a:ext uri="{FF2B5EF4-FFF2-40B4-BE49-F238E27FC236}">
                <a16:creationId xmlns:a16="http://schemas.microsoft.com/office/drawing/2014/main" id="{704FB434-2B9A-C168-61EC-9AE6DBA6CE72}"/>
              </a:ext>
            </a:extLst>
          </p:cNvPr>
          <p:cNvSpPr>
            <a:spLocks noGrp="1"/>
          </p:cNvSpPr>
          <p:nvPr>
            <p:ph idx="27" hasCustomPrompt="1"/>
          </p:nvPr>
        </p:nvSpPr>
        <p:spPr>
          <a:xfrm>
            <a:off x="6179887" y="5636189"/>
            <a:ext cx="2775600" cy="531056"/>
          </a:xfrm>
        </p:spPr>
        <p:txBody>
          <a:bodyPr/>
          <a:lstStyle>
            <a:lvl1pPr>
              <a:defRPr/>
            </a:lvl1pPr>
            <a:lvl2pPr marL="174625" indent="-174625">
              <a:buFont typeface="Source Sans Pro" panose="020B0503030403020204" pitchFamily="34" charset="0"/>
              <a:buChar char="―"/>
              <a:defRPr/>
            </a:lvl2pPr>
            <a:lvl3pPr marL="360363" indent="-185738">
              <a:buFont typeface="Source Sans Pro" panose="020B0503030403020204" pitchFamily="34" charset="0"/>
              <a:buChar char="―"/>
              <a:defRPr/>
            </a:lvl3pPr>
            <a:lvl4pPr marL="534988" indent="-174625">
              <a:buFont typeface="Source Sans Pro" panose="020B0503030403020204" pitchFamily="34" charset="0"/>
              <a:buChar char="―"/>
              <a:defRPr/>
            </a:lvl4pPr>
            <a:lvl5pPr marL="719138" indent="-184150">
              <a:buFont typeface="Source Sans Pro" panose="020B0503030403020204" pitchFamily="34" charset="0"/>
              <a:buChar char="―"/>
              <a:defRPr/>
            </a:lvl5pPr>
          </a:lstStyle>
          <a:p>
            <a:pPr lvl="0"/>
            <a:r>
              <a:rPr lang="en-GB" noProof="0" dirty="0"/>
              <a:t>First name Surname</a:t>
            </a:r>
          </a:p>
        </p:txBody>
      </p:sp>
      <p:sp>
        <p:nvSpPr>
          <p:cNvPr id="33" name="Bildplatzhalter 4">
            <a:extLst>
              <a:ext uri="{FF2B5EF4-FFF2-40B4-BE49-F238E27FC236}">
                <a16:creationId xmlns:a16="http://schemas.microsoft.com/office/drawing/2014/main" id="{1D1811AD-FBE2-BBD0-4B34-A096DE429FE1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6178965" y="3606151"/>
            <a:ext cx="2775600" cy="1888352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381810471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noProof="0" dirty="0"/>
              <a:t>Insert title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07E4E3B-B029-4FB4-981D-E15979CD6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30AAB7-925B-4FF0-9C4C-ED84A2794D7B}" type="datetime1">
              <a:rPr lang="en-GB" noProof="0" smtClean="0"/>
              <a:t>05/03/2026</a:t>
            </a:fld>
            <a:endParaRPr lang="en-GB" noProof="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3A6D9A-857D-4B6F-B977-93015D039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/>
              <a:t>Grgic Anto</a:t>
            </a:r>
            <a:endParaRPr lang="en-GB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FACFD7-BF65-4DA8-AFDF-1BA2EB682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sp>
        <p:nvSpPr>
          <p:cNvPr id="9" name="Bildplatzhalter 4">
            <a:extLst>
              <a:ext uri="{FF2B5EF4-FFF2-40B4-BE49-F238E27FC236}">
                <a16:creationId xmlns:a16="http://schemas.microsoft.com/office/drawing/2014/main" id="{D717326D-6376-3E88-6230-C7DA655CABF4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269875" y="1079215"/>
            <a:ext cx="1792800" cy="17136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27" name="Bildplatzhalter 4">
            <a:extLst>
              <a:ext uri="{FF2B5EF4-FFF2-40B4-BE49-F238E27FC236}">
                <a16:creationId xmlns:a16="http://schemas.microsoft.com/office/drawing/2014/main" id="{B302613E-1DC8-D62B-86B5-DB10FB92D316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6187440" y="1088740"/>
            <a:ext cx="5734685" cy="42876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4280664E-DD47-F588-9AC5-7EF892BCCD6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69875" y="2932875"/>
            <a:ext cx="1792800" cy="42468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 dirty="0"/>
              <a:t>First name Surname</a:t>
            </a:r>
            <a:br>
              <a:rPr lang="en-GB" noProof="0" dirty="0"/>
            </a:br>
            <a:r>
              <a:rPr lang="en-GB" noProof="0" dirty="0"/>
              <a:t>Position</a:t>
            </a:r>
          </a:p>
        </p:txBody>
      </p:sp>
      <p:sp>
        <p:nvSpPr>
          <p:cNvPr id="12" name="Bildplatzhalter 4">
            <a:extLst>
              <a:ext uri="{FF2B5EF4-FFF2-40B4-BE49-F238E27FC236}">
                <a16:creationId xmlns:a16="http://schemas.microsoft.com/office/drawing/2014/main" id="{BF131E8F-F030-F634-B58C-C4083E313DB0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2241952" y="1079215"/>
            <a:ext cx="1792800" cy="17136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3" name="Textplatzhalter 7">
            <a:extLst>
              <a:ext uri="{FF2B5EF4-FFF2-40B4-BE49-F238E27FC236}">
                <a16:creationId xmlns:a16="http://schemas.microsoft.com/office/drawing/2014/main" id="{CCDDB8DD-2426-6FE0-DFEE-6DE9A58F0769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241952" y="2932875"/>
            <a:ext cx="1792800" cy="42468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 dirty="0"/>
              <a:t>First name Surname</a:t>
            </a:r>
            <a:br>
              <a:rPr lang="en-GB" noProof="0" dirty="0"/>
            </a:br>
            <a:r>
              <a:rPr lang="en-GB" noProof="0" dirty="0"/>
              <a:t>Position</a:t>
            </a:r>
          </a:p>
        </p:txBody>
      </p:sp>
      <p:sp>
        <p:nvSpPr>
          <p:cNvPr id="14" name="Bildplatzhalter 4">
            <a:extLst>
              <a:ext uri="{FF2B5EF4-FFF2-40B4-BE49-F238E27FC236}">
                <a16:creationId xmlns:a16="http://schemas.microsoft.com/office/drawing/2014/main" id="{983435DF-10F7-65D6-87B3-02DB8987199E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4216411" y="1079215"/>
            <a:ext cx="1792800" cy="17136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5" name="Textplatzhalter 7">
            <a:extLst>
              <a:ext uri="{FF2B5EF4-FFF2-40B4-BE49-F238E27FC236}">
                <a16:creationId xmlns:a16="http://schemas.microsoft.com/office/drawing/2014/main" id="{C75924EC-5119-BC69-FAE4-4C5FAF979D6A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216411" y="2932875"/>
            <a:ext cx="1792800" cy="42468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 dirty="0"/>
              <a:t>First name Surname</a:t>
            </a:r>
            <a:br>
              <a:rPr lang="en-GB" noProof="0" dirty="0"/>
            </a:br>
            <a:r>
              <a:rPr lang="en-GB" noProof="0" dirty="0"/>
              <a:t>Position</a:t>
            </a:r>
          </a:p>
        </p:txBody>
      </p:sp>
      <p:sp>
        <p:nvSpPr>
          <p:cNvPr id="16" name="Bildplatzhalter 4">
            <a:extLst>
              <a:ext uri="{FF2B5EF4-FFF2-40B4-BE49-F238E27FC236}">
                <a16:creationId xmlns:a16="http://schemas.microsoft.com/office/drawing/2014/main" id="{8DBCB22B-C5B8-EE52-8843-F6E91485161D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269875" y="3662740"/>
            <a:ext cx="1792800" cy="17136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7" name="Bildplatzhalter 4">
            <a:extLst>
              <a:ext uri="{FF2B5EF4-FFF2-40B4-BE49-F238E27FC236}">
                <a16:creationId xmlns:a16="http://schemas.microsoft.com/office/drawing/2014/main" id="{E9A2A0FF-0E7C-DA80-3753-010625EC4777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2241952" y="3662740"/>
            <a:ext cx="1792800" cy="17136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8" name="Bildplatzhalter 4">
            <a:extLst>
              <a:ext uri="{FF2B5EF4-FFF2-40B4-BE49-F238E27FC236}">
                <a16:creationId xmlns:a16="http://schemas.microsoft.com/office/drawing/2014/main" id="{CCD0893B-0A26-A40A-4BEC-E9688A497FAD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4216411" y="3662740"/>
            <a:ext cx="1792800" cy="17136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9" name="Textplatzhalter 7">
            <a:extLst>
              <a:ext uri="{FF2B5EF4-FFF2-40B4-BE49-F238E27FC236}">
                <a16:creationId xmlns:a16="http://schemas.microsoft.com/office/drawing/2014/main" id="{C01C616E-CDC8-43AA-E3EA-1068A0273501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274033" y="5508398"/>
            <a:ext cx="1792800" cy="42468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 dirty="0"/>
              <a:t>First name Surname</a:t>
            </a:r>
            <a:br>
              <a:rPr lang="en-GB" noProof="0" dirty="0"/>
            </a:br>
            <a:r>
              <a:rPr lang="en-GB" noProof="0" dirty="0"/>
              <a:t>Position</a:t>
            </a:r>
          </a:p>
        </p:txBody>
      </p:sp>
      <p:sp>
        <p:nvSpPr>
          <p:cNvPr id="20" name="Textplatzhalter 7">
            <a:extLst>
              <a:ext uri="{FF2B5EF4-FFF2-40B4-BE49-F238E27FC236}">
                <a16:creationId xmlns:a16="http://schemas.microsoft.com/office/drawing/2014/main" id="{329A2272-896A-882E-5158-C54F5F68FD07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2241952" y="5508398"/>
            <a:ext cx="1792800" cy="42468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 dirty="0"/>
              <a:t>First name Surname</a:t>
            </a:r>
            <a:br>
              <a:rPr lang="en-GB" noProof="0" dirty="0"/>
            </a:br>
            <a:r>
              <a:rPr lang="en-GB" noProof="0" dirty="0"/>
              <a:t>Position</a:t>
            </a:r>
          </a:p>
        </p:txBody>
      </p:sp>
      <p:sp>
        <p:nvSpPr>
          <p:cNvPr id="21" name="Textplatzhalter 7">
            <a:extLst>
              <a:ext uri="{FF2B5EF4-FFF2-40B4-BE49-F238E27FC236}">
                <a16:creationId xmlns:a16="http://schemas.microsoft.com/office/drawing/2014/main" id="{2522235C-97A4-2633-577F-C6E62223BE14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216411" y="5508398"/>
            <a:ext cx="1792800" cy="42468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 dirty="0"/>
              <a:t>First name Surname</a:t>
            </a:r>
            <a:br>
              <a:rPr lang="en-GB" noProof="0" dirty="0"/>
            </a:br>
            <a:r>
              <a:rPr lang="en-GB" noProof="0" dirty="0"/>
              <a:t>Position</a:t>
            </a:r>
          </a:p>
        </p:txBody>
      </p:sp>
      <p:sp>
        <p:nvSpPr>
          <p:cNvPr id="28" name="Textplatzhalter 7">
            <a:extLst>
              <a:ext uri="{FF2B5EF4-FFF2-40B4-BE49-F238E27FC236}">
                <a16:creationId xmlns:a16="http://schemas.microsoft.com/office/drawing/2014/main" id="{31240D61-DAE3-BD06-237A-C12594445A3C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190869" y="5508398"/>
            <a:ext cx="5734685" cy="42468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 dirty="0"/>
              <a:t>Team</a:t>
            </a:r>
          </a:p>
        </p:txBody>
      </p:sp>
    </p:spTree>
    <p:extLst>
      <p:ext uri="{BB962C8B-B14F-4D97-AF65-F5344CB8AC3E}">
        <p14:creationId xmlns:p14="http://schemas.microsoft.com/office/powerpoint/2010/main" val="417266599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or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noProof="0" dirty="0"/>
              <a:t>Insert title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07E4E3B-B029-4FB4-981D-E15979CD6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6DD47-B5A0-4950-A19A-43F01AC30E13}" type="datetime1">
              <a:rPr lang="en-GB" noProof="0" smtClean="0"/>
              <a:t>05/03/2026</a:t>
            </a:fld>
            <a:endParaRPr lang="en-GB" noProof="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3A6D9A-857D-4B6F-B977-93015D039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/>
              <a:t>Grgic Anto</a:t>
            </a:r>
            <a:endParaRPr lang="en-GB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FACFD7-BF65-4DA8-AFDF-1BA2EB682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sp>
        <p:nvSpPr>
          <p:cNvPr id="9" name="Bildplatzhalter 4">
            <a:extLst>
              <a:ext uri="{FF2B5EF4-FFF2-40B4-BE49-F238E27FC236}">
                <a16:creationId xmlns:a16="http://schemas.microsoft.com/office/drawing/2014/main" id="{D717326D-6376-3E88-6230-C7DA655CABF4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182789" y="1088740"/>
            <a:ext cx="1792800" cy="17136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27" name="Bildplatzhalter 4">
            <a:extLst>
              <a:ext uri="{FF2B5EF4-FFF2-40B4-BE49-F238E27FC236}">
                <a16:creationId xmlns:a16="http://schemas.microsoft.com/office/drawing/2014/main" id="{B302613E-1DC8-D62B-86B5-DB10FB92D316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274527" y="1088740"/>
            <a:ext cx="5734685" cy="496916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4280664E-DD47-F588-9AC5-7EF892BCCD6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182789" y="2932875"/>
            <a:ext cx="1792800" cy="42468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 dirty="0"/>
              <a:t>Insert content</a:t>
            </a:r>
          </a:p>
        </p:txBody>
      </p:sp>
      <p:sp>
        <p:nvSpPr>
          <p:cNvPr id="12" name="Bildplatzhalter 4">
            <a:extLst>
              <a:ext uri="{FF2B5EF4-FFF2-40B4-BE49-F238E27FC236}">
                <a16:creationId xmlns:a16="http://schemas.microsoft.com/office/drawing/2014/main" id="{BF131E8F-F030-F634-B58C-C4083E313DB0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8154866" y="1088740"/>
            <a:ext cx="1792800" cy="17136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3" name="Textplatzhalter 7">
            <a:extLst>
              <a:ext uri="{FF2B5EF4-FFF2-40B4-BE49-F238E27FC236}">
                <a16:creationId xmlns:a16="http://schemas.microsoft.com/office/drawing/2014/main" id="{CCDDB8DD-2426-6FE0-DFEE-6DE9A58F0769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154866" y="2932875"/>
            <a:ext cx="1792800" cy="42468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 dirty="0"/>
              <a:t>Insert content</a:t>
            </a:r>
          </a:p>
        </p:txBody>
      </p:sp>
      <p:sp>
        <p:nvSpPr>
          <p:cNvPr id="14" name="Bildplatzhalter 4">
            <a:extLst>
              <a:ext uri="{FF2B5EF4-FFF2-40B4-BE49-F238E27FC236}">
                <a16:creationId xmlns:a16="http://schemas.microsoft.com/office/drawing/2014/main" id="{983435DF-10F7-65D6-87B3-02DB8987199E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10129325" y="1088740"/>
            <a:ext cx="1792800" cy="17136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5" name="Textplatzhalter 7">
            <a:extLst>
              <a:ext uri="{FF2B5EF4-FFF2-40B4-BE49-F238E27FC236}">
                <a16:creationId xmlns:a16="http://schemas.microsoft.com/office/drawing/2014/main" id="{C75924EC-5119-BC69-FAE4-4C5FAF979D6A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0129325" y="2932875"/>
            <a:ext cx="1792800" cy="42468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 dirty="0"/>
              <a:t>Insert content</a:t>
            </a:r>
          </a:p>
        </p:txBody>
      </p:sp>
      <p:sp>
        <p:nvSpPr>
          <p:cNvPr id="16" name="Bildplatzhalter 4">
            <a:extLst>
              <a:ext uri="{FF2B5EF4-FFF2-40B4-BE49-F238E27FC236}">
                <a16:creationId xmlns:a16="http://schemas.microsoft.com/office/drawing/2014/main" id="{8DBCB22B-C5B8-EE52-8843-F6E91485161D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6182789" y="3815140"/>
            <a:ext cx="1792800" cy="17136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7" name="Bildplatzhalter 4">
            <a:extLst>
              <a:ext uri="{FF2B5EF4-FFF2-40B4-BE49-F238E27FC236}">
                <a16:creationId xmlns:a16="http://schemas.microsoft.com/office/drawing/2014/main" id="{E9A2A0FF-0E7C-DA80-3753-010625EC4777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8154866" y="3815140"/>
            <a:ext cx="1792800" cy="17136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8" name="Bildplatzhalter 4">
            <a:extLst>
              <a:ext uri="{FF2B5EF4-FFF2-40B4-BE49-F238E27FC236}">
                <a16:creationId xmlns:a16="http://schemas.microsoft.com/office/drawing/2014/main" id="{CCD0893B-0A26-A40A-4BEC-E9688A497FAD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10129325" y="3815140"/>
            <a:ext cx="1792800" cy="17136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9" name="Textplatzhalter 7">
            <a:extLst>
              <a:ext uri="{FF2B5EF4-FFF2-40B4-BE49-F238E27FC236}">
                <a16:creationId xmlns:a16="http://schemas.microsoft.com/office/drawing/2014/main" id="{C01C616E-CDC8-43AA-E3EA-1068A0273501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186947" y="5659152"/>
            <a:ext cx="1792800" cy="42468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 dirty="0"/>
              <a:t>Insert content</a:t>
            </a:r>
          </a:p>
        </p:txBody>
      </p:sp>
      <p:sp>
        <p:nvSpPr>
          <p:cNvPr id="20" name="Textplatzhalter 7">
            <a:extLst>
              <a:ext uri="{FF2B5EF4-FFF2-40B4-BE49-F238E27FC236}">
                <a16:creationId xmlns:a16="http://schemas.microsoft.com/office/drawing/2014/main" id="{329A2272-896A-882E-5158-C54F5F68FD07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154866" y="5659152"/>
            <a:ext cx="1792800" cy="42468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 dirty="0"/>
              <a:t>Insert content</a:t>
            </a:r>
          </a:p>
        </p:txBody>
      </p:sp>
      <p:sp>
        <p:nvSpPr>
          <p:cNvPr id="21" name="Textplatzhalter 7">
            <a:extLst>
              <a:ext uri="{FF2B5EF4-FFF2-40B4-BE49-F238E27FC236}">
                <a16:creationId xmlns:a16="http://schemas.microsoft.com/office/drawing/2014/main" id="{2522235C-97A4-2633-577F-C6E62223BE14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0129325" y="5659152"/>
            <a:ext cx="1792800" cy="42468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 dirty="0"/>
              <a:t>Insert content</a:t>
            </a:r>
          </a:p>
        </p:txBody>
      </p:sp>
    </p:spTree>
    <p:extLst>
      <p:ext uri="{BB962C8B-B14F-4D97-AF65-F5344CB8AC3E}">
        <p14:creationId xmlns:p14="http://schemas.microsoft.com/office/powerpoint/2010/main" val="76202718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ud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noProof="0" dirty="0"/>
              <a:t>Insert title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07E4E3B-B029-4FB4-981D-E15979CD6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F7C6AB-D72C-4DB2-B412-E0727C77E8DE}" type="datetime1">
              <a:rPr lang="en-GB" noProof="0" smtClean="0"/>
              <a:t>05/03/2026</a:t>
            </a:fld>
            <a:endParaRPr lang="en-GB" noProof="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3A6D9A-857D-4B6F-B977-93015D039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/>
              <a:t>Grgic Anto</a:t>
            </a:r>
            <a:endParaRPr lang="en-GB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FACFD7-BF65-4DA8-AFDF-1BA2EB682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sp>
        <p:nvSpPr>
          <p:cNvPr id="27" name="Bildplatzhalter 4">
            <a:extLst>
              <a:ext uri="{FF2B5EF4-FFF2-40B4-BE49-F238E27FC236}">
                <a16:creationId xmlns:a16="http://schemas.microsoft.com/office/drawing/2014/main" id="{B302613E-1DC8-D62B-86B5-DB10FB92D316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274527" y="866775"/>
            <a:ext cx="7688373" cy="5362575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1" name="Inhaltsplatzhalter 10">
            <a:extLst>
              <a:ext uri="{FF2B5EF4-FFF2-40B4-BE49-F238E27FC236}">
                <a16:creationId xmlns:a16="http://schemas.microsoft.com/office/drawing/2014/main" id="{FFC20296-E86A-3879-BD39-9F30E3319478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8148638" y="866775"/>
            <a:ext cx="3768835" cy="187151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22" name="Inhaltsplatzhalter 10">
            <a:extLst>
              <a:ext uri="{FF2B5EF4-FFF2-40B4-BE49-F238E27FC236}">
                <a16:creationId xmlns:a16="http://schemas.microsoft.com/office/drawing/2014/main" id="{64B2AD41-4DD5-6051-D34F-CA90E2343F5D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8148638" y="2938463"/>
            <a:ext cx="3768835" cy="2938809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28" name="Textplatzhalter 27">
            <a:extLst>
              <a:ext uri="{FF2B5EF4-FFF2-40B4-BE49-F238E27FC236}">
                <a16:creationId xmlns:a16="http://schemas.microsoft.com/office/drawing/2014/main" id="{D10D92F6-CEED-9778-52E5-5789FA1E2137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154000" y="6013950"/>
            <a:ext cx="3768835" cy="205200"/>
          </a:xfrm>
        </p:spPr>
        <p:txBody>
          <a:bodyPr anchor="b"/>
          <a:lstStyle>
            <a:lvl1pPr>
              <a:lnSpc>
                <a:spcPct val="109000"/>
              </a:lnSpc>
              <a:defRPr sz="1200"/>
            </a:lvl1pPr>
            <a:lvl2pPr>
              <a:lnSpc>
                <a:spcPct val="100000"/>
              </a:lnSpc>
              <a:defRPr sz="1000"/>
            </a:lvl2pPr>
            <a:lvl3pPr>
              <a:lnSpc>
                <a:spcPct val="100000"/>
              </a:lnSpc>
              <a:defRPr sz="1000"/>
            </a:lvl3pPr>
            <a:lvl4pPr>
              <a:lnSpc>
                <a:spcPct val="100000"/>
              </a:lnSpc>
              <a:defRPr sz="1000"/>
            </a:lvl4pPr>
            <a:lvl5pPr>
              <a:lnSpc>
                <a:spcPct val="100000"/>
              </a:lnSpc>
              <a:defRPr sz="1000"/>
            </a:lvl5pPr>
          </a:lstStyle>
          <a:p>
            <a:pPr lvl="0"/>
            <a:r>
              <a:rPr lang="en-GB" noProof="0" dirty="0"/>
              <a:t>Quelle </a:t>
            </a:r>
            <a:r>
              <a:rPr lang="en-GB" noProof="0" dirty="0" err="1"/>
              <a:t>hinzufügen</a:t>
            </a: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159300165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hs Texte mit Graf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noProof="0" dirty="0"/>
              <a:t>Insert title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07E4E3B-B029-4FB4-981D-E15979CD6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608F40-4162-43B2-8892-FE05E38730A8}" type="datetime1">
              <a:rPr lang="en-GB" noProof="0" smtClean="0"/>
              <a:t>05/03/2026</a:t>
            </a:fld>
            <a:endParaRPr lang="en-GB" noProof="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3A6D9A-857D-4B6F-B977-93015D039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/>
              <a:t>Grgic Anto</a:t>
            </a:r>
            <a:endParaRPr lang="en-GB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FACFD7-BF65-4DA8-AFDF-1BA2EB682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sp>
        <p:nvSpPr>
          <p:cNvPr id="27" name="Bildplatzhalter 4">
            <a:extLst>
              <a:ext uri="{FF2B5EF4-FFF2-40B4-BE49-F238E27FC236}">
                <a16:creationId xmlns:a16="http://schemas.microsoft.com/office/drawing/2014/main" id="{B302613E-1DC8-D62B-86B5-DB10FB92D316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8156522" y="876298"/>
            <a:ext cx="3765601" cy="5353052"/>
          </a:xfrm>
          <a:noFill/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8" name="Inhaltsplatzhalter 10">
            <a:extLst>
              <a:ext uri="{FF2B5EF4-FFF2-40B4-BE49-F238E27FC236}">
                <a16:creationId xmlns:a16="http://schemas.microsoft.com/office/drawing/2014/main" id="{19B00308-6650-D1AB-F5C5-991F60192BF4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269877" y="876299"/>
            <a:ext cx="3765600" cy="1204169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9" name="Inhaltsplatzhalter 10">
            <a:extLst>
              <a:ext uri="{FF2B5EF4-FFF2-40B4-BE49-F238E27FC236}">
                <a16:creationId xmlns:a16="http://schemas.microsoft.com/office/drawing/2014/main" id="{64747F6A-D136-3EFB-6E19-6A385022B994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4213200" y="876298"/>
            <a:ext cx="3765600" cy="1204169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10" name="Inhaltsplatzhalter 10">
            <a:extLst>
              <a:ext uri="{FF2B5EF4-FFF2-40B4-BE49-F238E27FC236}">
                <a16:creationId xmlns:a16="http://schemas.microsoft.com/office/drawing/2014/main" id="{B3A42B55-571E-7D35-8A1D-2EE06F2B25D1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271068" y="2764546"/>
            <a:ext cx="3765600" cy="1204169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12" name="Inhaltsplatzhalter 10">
            <a:extLst>
              <a:ext uri="{FF2B5EF4-FFF2-40B4-BE49-F238E27FC236}">
                <a16:creationId xmlns:a16="http://schemas.microsoft.com/office/drawing/2014/main" id="{45D49E17-FFEA-350F-4AF4-82760A288C52}"/>
              </a:ext>
            </a:extLst>
          </p:cNvPr>
          <p:cNvSpPr>
            <a:spLocks noGrp="1"/>
          </p:cNvSpPr>
          <p:nvPr>
            <p:ph sz="quarter" idx="26" hasCustomPrompt="1"/>
          </p:nvPr>
        </p:nvSpPr>
        <p:spPr>
          <a:xfrm>
            <a:off x="4214391" y="2764545"/>
            <a:ext cx="3765600" cy="1204169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13" name="Inhaltsplatzhalter 10">
            <a:extLst>
              <a:ext uri="{FF2B5EF4-FFF2-40B4-BE49-F238E27FC236}">
                <a16:creationId xmlns:a16="http://schemas.microsoft.com/office/drawing/2014/main" id="{02C0735D-E433-CC9E-BA2C-CE7019E863A6}"/>
              </a:ext>
            </a:extLst>
          </p:cNvPr>
          <p:cNvSpPr>
            <a:spLocks noGrp="1"/>
          </p:cNvSpPr>
          <p:nvPr>
            <p:ph sz="quarter" idx="27" hasCustomPrompt="1"/>
          </p:nvPr>
        </p:nvSpPr>
        <p:spPr>
          <a:xfrm>
            <a:off x="267953" y="4647380"/>
            <a:ext cx="3765600" cy="1204169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14" name="Inhaltsplatzhalter 10">
            <a:extLst>
              <a:ext uri="{FF2B5EF4-FFF2-40B4-BE49-F238E27FC236}">
                <a16:creationId xmlns:a16="http://schemas.microsoft.com/office/drawing/2014/main" id="{57EE092B-F3B3-A0AB-6AF8-3C6F16032461}"/>
              </a:ext>
            </a:extLst>
          </p:cNvPr>
          <p:cNvSpPr>
            <a:spLocks noGrp="1"/>
          </p:cNvSpPr>
          <p:nvPr>
            <p:ph sz="quarter" idx="28" hasCustomPrompt="1"/>
          </p:nvPr>
        </p:nvSpPr>
        <p:spPr>
          <a:xfrm>
            <a:off x="4211276" y="4647379"/>
            <a:ext cx="3765600" cy="1204169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</p:spTree>
    <p:extLst>
      <p:ext uri="{BB962C8B-B14F-4D97-AF65-F5344CB8AC3E}">
        <p14:creationId xmlns:p14="http://schemas.microsoft.com/office/powerpoint/2010/main" val="166022538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ünf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271462" y="244800"/>
            <a:ext cx="5760000" cy="1005258"/>
          </a:xfrm>
        </p:spPr>
        <p:txBody>
          <a:bodyPr/>
          <a:lstStyle/>
          <a:p>
            <a:r>
              <a:rPr lang="en-GB" noProof="0" dirty="0"/>
              <a:t>Insert title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07E4E3B-B029-4FB4-981D-E15979CD6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1122E3-8667-4CBC-89DA-665A2A12A766}" type="datetime1">
              <a:rPr lang="en-GB" noProof="0" smtClean="0"/>
              <a:t>05/03/2026</a:t>
            </a:fld>
            <a:endParaRPr lang="en-GB" noProof="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3A6D9A-857D-4B6F-B977-93015D039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/>
              <a:t>Grgic Anto</a:t>
            </a:r>
            <a:endParaRPr lang="en-GB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FACFD7-BF65-4DA8-AFDF-1BA2EB682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sp>
        <p:nvSpPr>
          <p:cNvPr id="17" name="Bildplatzhalter 4">
            <a:extLst>
              <a:ext uri="{FF2B5EF4-FFF2-40B4-BE49-F238E27FC236}">
                <a16:creationId xmlns:a16="http://schemas.microsoft.com/office/drawing/2014/main" id="{C01596A2-76F2-91F4-9E36-E7A688555C5E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266936" y="1371600"/>
            <a:ext cx="1796814" cy="13843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9" name="Inhaltsplatzhalter 2">
            <a:extLst>
              <a:ext uri="{FF2B5EF4-FFF2-40B4-BE49-F238E27FC236}">
                <a16:creationId xmlns:a16="http://schemas.microsoft.com/office/drawing/2014/main" id="{442D8CDC-499B-83AC-9951-0F3067D8DBBA}"/>
              </a:ext>
            </a:extLst>
          </p:cNvPr>
          <p:cNvSpPr>
            <a:spLocks noGrp="1"/>
          </p:cNvSpPr>
          <p:nvPr>
            <p:ph idx="22" hasCustomPrompt="1"/>
          </p:nvPr>
        </p:nvSpPr>
        <p:spPr>
          <a:xfrm>
            <a:off x="2264568" y="1371600"/>
            <a:ext cx="3219363" cy="1384300"/>
          </a:xfrm>
        </p:spPr>
        <p:txBody>
          <a:bodyPr tIns="0" anchor="t"/>
          <a:lstStyle>
            <a:lvl1pPr>
              <a:defRPr sz="1600" b="0"/>
            </a:lvl1pPr>
            <a:lvl2pPr marL="226800" indent="-226800">
              <a:buFont typeface="Source Sans Pro" panose="020B0503030403020204" pitchFamily="34" charset="0"/>
              <a:buChar char="―"/>
              <a:defRPr sz="1600" b="0"/>
            </a:lvl2pPr>
            <a:lvl3pPr marL="658800" indent="-226800">
              <a:buFont typeface="Source Sans Pro" panose="020B0503030403020204" pitchFamily="34" charset="0"/>
              <a:buChar char="―"/>
              <a:defRPr sz="1600" b="0"/>
            </a:lvl3pPr>
            <a:lvl4pPr marL="1090800" indent="-226800">
              <a:buFont typeface="Source Sans Pro" panose="020B0503030403020204" pitchFamily="34" charset="0"/>
              <a:buChar char="―"/>
              <a:defRPr sz="1600" b="0"/>
            </a:lvl4pPr>
            <a:lvl5pPr marL="1522800" indent="-226800">
              <a:buFont typeface="Source Sans Pro" panose="020B0503030403020204" pitchFamily="34" charset="0"/>
              <a:buChar char="―"/>
              <a:defRPr sz="1600" b="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18" name="Bildplatzhalter 4">
            <a:extLst>
              <a:ext uri="{FF2B5EF4-FFF2-40B4-BE49-F238E27FC236}">
                <a16:creationId xmlns:a16="http://schemas.microsoft.com/office/drawing/2014/main" id="{6BDEB48F-A5F4-E47E-A6CF-964F1398E89A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269875" y="3105944"/>
            <a:ext cx="1796814" cy="13843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20" name="Bildplatzhalter 4">
            <a:extLst>
              <a:ext uri="{FF2B5EF4-FFF2-40B4-BE49-F238E27FC236}">
                <a16:creationId xmlns:a16="http://schemas.microsoft.com/office/drawing/2014/main" id="{4D8633B6-F883-1298-E515-91B31B28E3A4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269875" y="4840288"/>
            <a:ext cx="1796814" cy="13843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26" name="Bildplatzhalter 4">
            <a:extLst>
              <a:ext uri="{FF2B5EF4-FFF2-40B4-BE49-F238E27FC236}">
                <a16:creationId xmlns:a16="http://schemas.microsoft.com/office/drawing/2014/main" id="{0ED7E5AD-E183-82CD-F090-884A82A4B967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6180532" y="1371600"/>
            <a:ext cx="1796814" cy="13843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29" name="Bildplatzhalter 4">
            <a:extLst>
              <a:ext uri="{FF2B5EF4-FFF2-40B4-BE49-F238E27FC236}">
                <a16:creationId xmlns:a16="http://schemas.microsoft.com/office/drawing/2014/main" id="{560DE703-9043-4D96-9589-6AB1C9265741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6180532" y="3105944"/>
            <a:ext cx="1796814" cy="13843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35B7962-C9CE-24B7-343C-9D504EEF1ADA}"/>
              </a:ext>
            </a:extLst>
          </p:cNvPr>
          <p:cNvSpPr>
            <a:spLocks noGrp="1"/>
          </p:cNvSpPr>
          <p:nvPr>
            <p:ph idx="34" hasCustomPrompt="1"/>
          </p:nvPr>
        </p:nvSpPr>
        <p:spPr>
          <a:xfrm>
            <a:off x="2264568" y="3105944"/>
            <a:ext cx="3219363" cy="1384300"/>
          </a:xfrm>
        </p:spPr>
        <p:txBody>
          <a:bodyPr tIns="0" anchor="t"/>
          <a:lstStyle>
            <a:lvl1pPr>
              <a:defRPr sz="1600" b="0"/>
            </a:lvl1pPr>
            <a:lvl2pPr marL="226800" indent="-226800">
              <a:buFont typeface="Source Sans Pro" panose="020B0503030403020204" pitchFamily="34" charset="0"/>
              <a:buChar char="―"/>
              <a:defRPr sz="1600" b="0"/>
            </a:lvl2pPr>
            <a:lvl3pPr marL="658800" indent="-226800">
              <a:buFont typeface="Source Sans Pro" panose="020B0503030403020204" pitchFamily="34" charset="0"/>
              <a:buChar char="―"/>
              <a:defRPr sz="1600" b="0"/>
            </a:lvl3pPr>
            <a:lvl4pPr marL="1090800" indent="-226800">
              <a:buFont typeface="Source Sans Pro" panose="020B0503030403020204" pitchFamily="34" charset="0"/>
              <a:buChar char="―"/>
              <a:defRPr sz="1600" b="0"/>
            </a:lvl4pPr>
            <a:lvl5pPr marL="1522800" indent="-226800">
              <a:buFont typeface="Source Sans Pro" panose="020B0503030403020204" pitchFamily="34" charset="0"/>
              <a:buChar char="―"/>
              <a:defRPr sz="1600" b="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7" name="Inhaltsplatzhalter 2">
            <a:extLst>
              <a:ext uri="{FF2B5EF4-FFF2-40B4-BE49-F238E27FC236}">
                <a16:creationId xmlns:a16="http://schemas.microsoft.com/office/drawing/2014/main" id="{DFF4B996-5BF2-362E-6F3C-0472752C4919}"/>
              </a:ext>
            </a:extLst>
          </p:cNvPr>
          <p:cNvSpPr>
            <a:spLocks noGrp="1"/>
          </p:cNvSpPr>
          <p:nvPr>
            <p:ph idx="35" hasCustomPrompt="1"/>
          </p:nvPr>
        </p:nvSpPr>
        <p:spPr>
          <a:xfrm>
            <a:off x="2264568" y="4840288"/>
            <a:ext cx="3219363" cy="1384300"/>
          </a:xfrm>
        </p:spPr>
        <p:txBody>
          <a:bodyPr tIns="0" anchor="t"/>
          <a:lstStyle>
            <a:lvl1pPr>
              <a:defRPr sz="1600" b="0"/>
            </a:lvl1pPr>
            <a:lvl2pPr marL="226800" indent="-226800">
              <a:buFont typeface="Source Sans Pro" panose="020B0503030403020204" pitchFamily="34" charset="0"/>
              <a:buChar char="―"/>
              <a:defRPr sz="1600" b="0"/>
            </a:lvl2pPr>
            <a:lvl3pPr marL="658800" indent="-226800">
              <a:buFont typeface="Source Sans Pro" panose="020B0503030403020204" pitchFamily="34" charset="0"/>
              <a:buChar char="―"/>
              <a:defRPr sz="1600" b="0"/>
            </a:lvl3pPr>
            <a:lvl4pPr marL="1090800" indent="-226800">
              <a:buFont typeface="Source Sans Pro" panose="020B0503030403020204" pitchFamily="34" charset="0"/>
              <a:buChar char="―"/>
              <a:defRPr sz="1600" b="0"/>
            </a:lvl4pPr>
            <a:lvl5pPr marL="1522800" indent="-226800">
              <a:buFont typeface="Source Sans Pro" panose="020B0503030403020204" pitchFamily="34" charset="0"/>
              <a:buChar char="―"/>
              <a:defRPr sz="1600" b="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8" name="Inhaltsplatzhalter 2">
            <a:extLst>
              <a:ext uri="{FF2B5EF4-FFF2-40B4-BE49-F238E27FC236}">
                <a16:creationId xmlns:a16="http://schemas.microsoft.com/office/drawing/2014/main" id="{23CD5622-E8DA-D57A-1F36-A80A2A8ACA69}"/>
              </a:ext>
            </a:extLst>
          </p:cNvPr>
          <p:cNvSpPr>
            <a:spLocks noGrp="1"/>
          </p:cNvSpPr>
          <p:nvPr>
            <p:ph idx="36" hasCustomPrompt="1"/>
          </p:nvPr>
        </p:nvSpPr>
        <p:spPr>
          <a:xfrm>
            <a:off x="8184232" y="3105944"/>
            <a:ext cx="3219363" cy="1384300"/>
          </a:xfrm>
        </p:spPr>
        <p:txBody>
          <a:bodyPr tIns="0" anchor="t"/>
          <a:lstStyle>
            <a:lvl1pPr>
              <a:defRPr sz="1600" b="0"/>
            </a:lvl1pPr>
            <a:lvl2pPr marL="226800" indent="-226800">
              <a:buFont typeface="Source Sans Pro" panose="020B0503030403020204" pitchFamily="34" charset="0"/>
              <a:buChar char="―"/>
              <a:defRPr sz="1600" b="0"/>
            </a:lvl2pPr>
            <a:lvl3pPr marL="658800" indent="-226800">
              <a:buFont typeface="Source Sans Pro" panose="020B0503030403020204" pitchFamily="34" charset="0"/>
              <a:buChar char="―"/>
              <a:defRPr sz="1600" b="0"/>
            </a:lvl3pPr>
            <a:lvl4pPr marL="1090800" indent="-226800">
              <a:buFont typeface="Source Sans Pro" panose="020B0503030403020204" pitchFamily="34" charset="0"/>
              <a:buChar char="―"/>
              <a:defRPr sz="1600" b="0"/>
            </a:lvl4pPr>
            <a:lvl5pPr marL="1522800" indent="-226800">
              <a:buFont typeface="Source Sans Pro" panose="020B0503030403020204" pitchFamily="34" charset="0"/>
              <a:buChar char="―"/>
              <a:defRPr sz="1600" b="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10" name="Inhaltsplatzhalter 2">
            <a:extLst>
              <a:ext uri="{FF2B5EF4-FFF2-40B4-BE49-F238E27FC236}">
                <a16:creationId xmlns:a16="http://schemas.microsoft.com/office/drawing/2014/main" id="{60987D4F-9295-E825-B64B-CE16F9CC37E4}"/>
              </a:ext>
            </a:extLst>
          </p:cNvPr>
          <p:cNvSpPr>
            <a:spLocks noGrp="1"/>
          </p:cNvSpPr>
          <p:nvPr>
            <p:ph idx="37" hasCustomPrompt="1"/>
          </p:nvPr>
        </p:nvSpPr>
        <p:spPr>
          <a:xfrm>
            <a:off x="8184232" y="1371600"/>
            <a:ext cx="3219363" cy="1384300"/>
          </a:xfrm>
        </p:spPr>
        <p:txBody>
          <a:bodyPr tIns="0" anchor="t"/>
          <a:lstStyle>
            <a:lvl1pPr>
              <a:defRPr sz="1600" b="0"/>
            </a:lvl1pPr>
            <a:lvl2pPr marL="226800" indent="-226800">
              <a:buFont typeface="Source Sans Pro" panose="020B0503030403020204" pitchFamily="34" charset="0"/>
              <a:buChar char="―"/>
              <a:defRPr sz="1600" b="0"/>
            </a:lvl2pPr>
            <a:lvl3pPr marL="658800" indent="-226800">
              <a:buFont typeface="Source Sans Pro" panose="020B0503030403020204" pitchFamily="34" charset="0"/>
              <a:buChar char="―"/>
              <a:defRPr sz="1600" b="0"/>
            </a:lvl3pPr>
            <a:lvl4pPr marL="1090800" indent="-226800">
              <a:buFont typeface="Source Sans Pro" panose="020B0503030403020204" pitchFamily="34" charset="0"/>
              <a:buChar char="―"/>
              <a:defRPr sz="1600" b="0"/>
            </a:lvl4pPr>
            <a:lvl5pPr marL="1522800" indent="-226800">
              <a:buFont typeface="Source Sans Pro" panose="020B0503030403020204" pitchFamily="34" charset="0"/>
              <a:buChar char="―"/>
              <a:defRPr sz="1600" b="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</p:spTree>
    <p:extLst>
      <p:ext uri="{BB962C8B-B14F-4D97-AF65-F5344CB8AC3E}">
        <p14:creationId xmlns:p14="http://schemas.microsoft.com/office/powerpoint/2010/main" val="238986244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eun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271463" y="244800"/>
            <a:ext cx="5760000" cy="1005258"/>
          </a:xfrm>
        </p:spPr>
        <p:txBody>
          <a:bodyPr/>
          <a:lstStyle/>
          <a:p>
            <a:r>
              <a:rPr lang="en-GB" noProof="0" dirty="0"/>
              <a:t>Insert title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07E4E3B-B029-4FB4-981D-E15979CD6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B1CAA3-0E26-4D77-9861-DAEB699CEE1D}" type="datetime1">
              <a:rPr lang="en-GB" noProof="0" smtClean="0"/>
              <a:t>05/03/2026</a:t>
            </a:fld>
            <a:endParaRPr lang="en-GB" noProof="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3A6D9A-857D-4B6F-B977-93015D039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/>
              <a:t>Grgic Anto</a:t>
            </a:r>
            <a:endParaRPr lang="en-GB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FACFD7-BF65-4DA8-AFDF-1BA2EB682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sp>
        <p:nvSpPr>
          <p:cNvPr id="17" name="Bildplatzhalter 4">
            <a:extLst>
              <a:ext uri="{FF2B5EF4-FFF2-40B4-BE49-F238E27FC236}">
                <a16:creationId xmlns:a16="http://schemas.microsoft.com/office/drawing/2014/main" id="{C01596A2-76F2-91F4-9E36-E7A688555C5E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266936" y="1586260"/>
            <a:ext cx="818914" cy="1031602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9" name="Inhaltsplatzhalter 2">
            <a:extLst>
              <a:ext uri="{FF2B5EF4-FFF2-40B4-BE49-F238E27FC236}">
                <a16:creationId xmlns:a16="http://schemas.microsoft.com/office/drawing/2014/main" id="{442D8CDC-499B-83AC-9951-0F3067D8DBBA}"/>
              </a:ext>
            </a:extLst>
          </p:cNvPr>
          <p:cNvSpPr>
            <a:spLocks noGrp="1"/>
          </p:cNvSpPr>
          <p:nvPr>
            <p:ph idx="22" hasCustomPrompt="1"/>
          </p:nvPr>
        </p:nvSpPr>
        <p:spPr>
          <a:xfrm>
            <a:off x="1254919" y="1586260"/>
            <a:ext cx="2786400" cy="1031602"/>
          </a:xfrm>
        </p:spPr>
        <p:txBody>
          <a:bodyPr tIns="36000" anchor="ctr"/>
          <a:lstStyle>
            <a:lvl1pPr>
              <a:defRPr sz="2400" b="1"/>
            </a:lvl1pPr>
            <a:lvl2pPr marL="174625" indent="-174625">
              <a:buFont typeface="Source Sans Pro" panose="020B0503030403020204" pitchFamily="34" charset="0"/>
              <a:buChar char="―"/>
              <a:defRPr sz="2400" b="1"/>
            </a:lvl2pPr>
            <a:lvl3pPr marL="360363" indent="-185738">
              <a:buFont typeface="Source Sans Pro" panose="020B0503030403020204" pitchFamily="34" charset="0"/>
              <a:buChar char="―"/>
              <a:defRPr sz="2400" b="1"/>
            </a:lvl3pPr>
            <a:lvl4pPr marL="534988" indent="-174625">
              <a:buFont typeface="Source Sans Pro" panose="020B0503030403020204" pitchFamily="34" charset="0"/>
              <a:buChar char="―"/>
              <a:defRPr sz="2400" b="1"/>
            </a:lvl4pPr>
            <a:lvl5pPr marL="719138" indent="-184150">
              <a:buFont typeface="Source Sans Pro" panose="020B0503030403020204" pitchFamily="34" charset="0"/>
              <a:buChar char="―"/>
              <a:defRPr sz="2400" b="1"/>
            </a:lvl5pPr>
          </a:lstStyle>
          <a:p>
            <a:pPr lvl="0"/>
            <a:r>
              <a:rPr lang="en-GB" noProof="0" dirty="0"/>
              <a:t>Insert content</a:t>
            </a:r>
          </a:p>
        </p:txBody>
      </p:sp>
      <p:sp>
        <p:nvSpPr>
          <p:cNvPr id="10" name="Bildplatzhalter 4">
            <a:extLst>
              <a:ext uri="{FF2B5EF4-FFF2-40B4-BE49-F238E27FC236}">
                <a16:creationId xmlns:a16="http://schemas.microsoft.com/office/drawing/2014/main" id="{622633EA-CE0F-D311-E9F8-E4FF04D03BC7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266936" y="3135350"/>
            <a:ext cx="818914" cy="1031602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1" name="Inhaltsplatzhalter 2">
            <a:extLst>
              <a:ext uri="{FF2B5EF4-FFF2-40B4-BE49-F238E27FC236}">
                <a16:creationId xmlns:a16="http://schemas.microsoft.com/office/drawing/2014/main" id="{B2222D7F-5144-753F-7AF0-A8D709992A99}"/>
              </a:ext>
            </a:extLst>
          </p:cNvPr>
          <p:cNvSpPr>
            <a:spLocks noGrp="1"/>
          </p:cNvSpPr>
          <p:nvPr>
            <p:ph idx="27" hasCustomPrompt="1"/>
          </p:nvPr>
        </p:nvSpPr>
        <p:spPr>
          <a:xfrm>
            <a:off x="1254919" y="3135350"/>
            <a:ext cx="2786400" cy="1031602"/>
          </a:xfrm>
        </p:spPr>
        <p:txBody>
          <a:bodyPr tIns="36000" anchor="ctr"/>
          <a:lstStyle>
            <a:lvl1pPr>
              <a:defRPr sz="2400" b="1"/>
            </a:lvl1pPr>
            <a:lvl2pPr marL="174625" indent="-174625">
              <a:buFont typeface="Source Sans Pro" panose="020B0503030403020204" pitchFamily="34" charset="0"/>
              <a:buChar char="―"/>
              <a:defRPr sz="2400" b="1"/>
            </a:lvl2pPr>
            <a:lvl3pPr marL="360363" indent="-185738">
              <a:buFont typeface="Source Sans Pro" panose="020B0503030403020204" pitchFamily="34" charset="0"/>
              <a:buChar char="―"/>
              <a:defRPr sz="2400" b="1"/>
            </a:lvl3pPr>
            <a:lvl4pPr marL="534988" indent="-174625">
              <a:buFont typeface="Source Sans Pro" panose="020B0503030403020204" pitchFamily="34" charset="0"/>
              <a:buChar char="―"/>
              <a:defRPr sz="2400" b="1"/>
            </a:lvl4pPr>
            <a:lvl5pPr marL="719138" indent="-184150">
              <a:buFont typeface="Source Sans Pro" panose="020B0503030403020204" pitchFamily="34" charset="0"/>
              <a:buChar char="―"/>
              <a:defRPr sz="2400" b="1"/>
            </a:lvl5pPr>
          </a:lstStyle>
          <a:p>
            <a:pPr lvl="0"/>
            <a:r>
              <a:rPr lang="en-GB" noProof="0" dirty="0"/>
              <a:t>Insert content</a:t>
            </a:r>
          </a:p>
        </p:txBody>
      </p:sp>
      <p:sp>
        <p:nvSpPr>
          <p:cNvPr id="12" name="Bildplatzhalter 4">
            <a:extLst>
              <a:ext uri="{FF2B5EF4-FFF2-40B4-BE49-F238E27FC236}">
                <a16:creationId xmlns:a16="http://schemas.microsoft.com/office/drawing/2014/main" id="{03285094-5EB7-BA03-462D-65224736565D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266936" y="4680322"/>
            <a:ext cx="818914" cy="1031602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3" name="Inhaltsplatzhalter 2">
            <a:extLst>
              <a:ext uri="{FF2B5EF4-FFF2-40B4-BE49-F238E27FC236}">
                <a16:creationId xmlns:a16="http://schemas.microsoft.com/office/drawing/2014/main" id="{42C14EDF-15BE-41CE-9D5E-3D50F6B67AB4}"/>
              </a:ext>
            </a:extLst>
          </p:cNvPr>
          <p:cNvSpPr>
            <a:spLocks noGrp="1"/>
          </p:cNvSpPr>
          <p:nvPr>
            <p:ph idx="29" hasCustomPrompt="1"/>
          </p:nvPr>
        </p:nvSpPr>
        <p:spPr>
          <a:xfrm>
            <a:off x="1254919" y="4680322"/>
            <a:ext cx="2786400" cy="1031602"/>
          </a:xfrm>
        </p:spPr>
        <p:txBody>
          <a:bodyPr tIns="36000" anchor="ctr"/>
          <a:lstStyle>
            <a:lvl1pPr>
              <a:defRPr sz="2400" b="1"/>
            </a:lvl1pPr>
            <a:lvl2pPr marL="174625" indent="-174625">
              <a:buFont typeface="Source Sans Pro" panose="020B0503030403020204" pitchFamily="34" charset="0"/>
              <a:buChar char="―"/>
              <a:defRPr sz="2400" b="1"/>
            </a:lvl2pPr>
            <a:lvl3pPr marL="360363" indent="-185738">
              <a:buFont typeface="Source Sans Pro" panose="020B0503030403020204" pitchFamily="34" charset="0"/>
              <a:buChar char="―"/>
              <a:defRPr sz="2400" b="1"/>
            </a:lvl3pPr>
            <a:lvl4pPr marL="534988" indent="-174625">
              <a:buFont typeface="Source Sans Pro" panose="020B0503030403020204" pitchFamily="34" charset="0"/>
              <a:buChar char="―"/>
              <a:defRPr sz="2400" b="1"/>
            </a:lvl4pPr>
            <a:lvl5pPr marL="719138" indent="-184150">
              <a:buFont typeface="Source Sans Pro" panose="020B0503030403020204" pitchFamily="34" charset="0"/>
              <a:buChar char="―"/>
              <a:defRPr sz="2400" b="1"/>
            </a:lvl5pPr>
          </a:lstStyle>
          <a:p>
            <a:pPr lvl="0"/>
            <a:r>
              <a:rPr lang="en-GB" noProof="0" dirty="0"/>
              <a:t>Insert content</a:t>
            </a:r>
          </a:p>
        </p:txBody>
      </p:sp>
      <p:sp>
        <p:nvSpPr>
          <p:cNvPr id="14" name="Bildplatzhalter 4">
            <a:extLst>
              <a:ext uri="{FF2B5EF4-FFF2-40B4-BE49-F238E27FC236}">
                <a16:creationId xmlns:a16="http://schemas.microsoft.com/office/drawing/2014/main" id="{DAC93A43-12FF-3F6B-DA7A-A04D2ECA735B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4202236" y="1586260"/>
            <a:ext cx="818914" cy="1031602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5" name="Inhaltsplatzhalter 2">
            <a:extLst>
              <a:ext uri="{FF2B5EF4-FFF2-40B4-BE49-F238E27FC236}">
                <a16:creationId xmlns:a16="http://schemas.microsoft.com/office/drawing/2014/main" id="{A696B000-854E-5397-BD25-46F024ACF0B6}"/>
              </a:ext>
            </a:extLst>
          </p:cNvPr>
          <p:cNvSpPr>
            <a:spLocks noGrp="1"/>
          </p:cNvSpPr>
          <p:nvPr>
            <p:ph idx="31" hasCustomPrompt="1"/>
          </p:nvPr>
        </p:nvSpPr>
        <p:spPr>
          <a:xfrm>
            <a:off x="5195900" y="1586260"/>
            <a:ext cx="2786400" cy="1031602"/>
          </a:xfrm>
        </p:spPr>
        <p:txBody>
          <a:bodyPr tIns="36000" anchor="ctr"/>
          <a:lstStyle>
            <a:lvl1pPr>
              <a:defRPr sz="2400" b="1"/>
            </a:lvl1pPr>
            <a:lvl2pPr marL="174625" indent="-174625">
              <a:buFont typeface="Source Sans Pro" panose="020B0503030403020204" pitchFamily="34" charset="0"/>
              <a:buChar char="―"/>
              <a:defRPr sz="2400" b="1"/>
            </a:lvl2pPr>
            <a:lvl3pPr marL="360363" indent="-185738">
              <a:buFont typeface="Source Sans Pro" panose="020B0503030403020204" pitchFamily="34" charset="0"/>
              <a:buChar char="―"/>
              <a:defRPr sz="2400" b="1"/>
            </a:lvl3pPr>
            <a:lvl4pPr marL="534988" indent="-174625">
              <a:buFont typeface="Source Sans Pro" panose="020B0503030403020204" pitchFamily="34" charset="0"/>
              <a:buChar char="―"/>
              <a:defRPr sz="2400" b="1"/>
            </a:lvl4pPr>
            <a:lvl5pPr marL="719138" indent="-184150">
              <a:buFont typeface="Source Sans Pro" panose="020B0503030403020204" pitchFamily="34" charset="0"/>
              <a:buChar char="―"/>
              <a:defRPr sz="2400" b="1"/>
            </a:lvl5pPr>
          </a:lstStyle>
          <a:p>
            <a:pPr lvl="0"/>
            <a:r>
              <a:rPr lang="en-GB" noProof="0" dirty="0"/>
              <a:t>Insert content</a:t>
            </a:r>
          </a:p>
        </p:txBody>
      </p:sp>
      <p:sp>
        <p:nvSpPr>
          <p:cNvPr id="16" name="Bildplatzhalter 4">
            <a:extLst>
              <a:ext uri="{FF2B5EF4-FFF2-40B4-BE49-F238E27FC236}">
                <a16:creationId xmlns:a16="http://schemas.microsoft.com/office/drawing/2014/main" id="{755C6D27-9F7F-A193-A31F-2412FB8334A4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4202236" y="3135350"/>
            <a:ext cx="818914" cy="1031602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23" name="Inhaltsplatzhalter 2">
            <a:extLst>
              <a:ext uri="{FF2B5EF4-FFF2-40B4-BE49-F238E27FC236}">
                <a16:creationId xmlns:a16="http://schemas.microsoft.com/office/drawing/2014/main" id="{80A26B48-243C-9DD6-BDC2-FE40212B1AAE}"/>
              </a:ext>
            </a:extLst>
          </p:cNvPr>
          <p:cNvSpPr>
            <a:spLocks noGrp="1"/>
          </p:cNvSpPr>
          <p:nvPr>
            <p:ph idx="33" hasCustomPrompt="1"/>
          </p:nvPr>
        </p:nvSpPr>
        <p:spPr>
          <a:xfrm>
            <a:off x="5195900" y="3135350"/>
            <a:ext cx="2786400" cy="1031602"/>
          </a:xfrm>
        </p:spPr>
        <p:txBody>
          <a:bodyPr tIns="36000" anchor="ctr"/>
          <a:lstStyle>
            <a:lvl1pPr>
              <a:defRPr sz="2400" b="1"/>
            </a:lvl1pPr>
            <a:lvl2pPr marL="174625" indent="-174625">
              <a:buFont typeface="Source Sans Pro" panose="020B0503030403020204" pitchFamily="34" charset="0"/>
              <a:buChar char="―"/>
              <a:defRPr sz="2400" b="1"/>
            </a:lvl2pPr>
            <a:lvl3pPr marL="360363" indent="-185738">
              <a:buFont typeface="Source Sans Pro" panose="020B0503030403020204" pitchFamily="34" charset="0"/>
              <a:buChar char="―"/>
              <a:defRPr sz="2400" b="1"/>
            </a:lvl3pPr>
            <a:lvl4pPr marL="534988" indent="-174625">
              <a:buFont typeface="Source Sans Pro" panose="020B0503030403020204" pitchFamily="34" charset="0"/>
              <a:buChar char="―"/>
              <a:defRPr sz="2400" b="1"/>
            </a:lvl4pPr>
            <a:lvl5pPr marL="719138" indent="-184150">
              <a:buFont typeface="Source Sans Pro" panose="020B0503030403020204" pitchFamily="34" charset="0"/>
              <a:buChar char="―"/>
              <a:defRPr sz="2400" b="1"/>
            </a:lvl5pPr>
          </a:lstStyle>
          <a:p>
            <a:pPr lvl="0"/>
            <a:r>
              <a:rPr lang="en-GB" noProof="0" dirty="0"/>
              <a:t>Insert content</a:t>
            </a:r>
          </a:p>
        </p:txBody>
      </p:sp>
      <p:sp>
        <p:nvSpPr>
          <p:cNvPr id="24" name="Bildplatzhalter 4">
            <a:extLst>
              <a:ext uri="{FF2B5EF4-FFF2-40B4-BE49-F238E27FC236}">
                <a16:creationId xmlns:a16="http://schemas.microsoft.com/office/drawing/2014/main" id="{0E647CD5-DA5F-6055-1889-45FC8EA8E3AC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4202236" y="4680322"/>
            <a:ext cx="818914" cy="1031602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27" name="Inhaltsplatzhalter 2">
            <a:extLst>
              <a:ext uri="{FF2B5EF4-FFF2-40B4-BE49-F238E27FC236}">
                <a16:creationId xmlns:a16="http://schemas.microsoft.com/office/drawing/2014/main" id="{FFA660F0-3C7A-4C52-196B-D1FC1C4E12F1}"/>
              </a:ext>
            </a:extLst>
          </p:cNvPr>
          <p:cNvSpPr>
            <a:spLocks noGrp="1"/>
          </p:cNvSpPr>
          <p:nvPr>
            <p:ph idx="35" hasCustomPrompt="1"/>
          </p:nvPr>
        </p:nvSpPr>
        <p:spPr>
          <a:xfrm>
            <a:off x="5195900" y="4680322"/>
            <a:ext cx="2786400" cy="1031602"/>
          </a:xfrm>
        </p:spPr>
        <p:txBody>
          <a:bodyPr tIns="36000" anchor="ctr"/>
          <a:lstStyle>
            <a:lvl1pPr>
              <a:defRPr sz="2400" b="1"/>
            </a:lvl1pPr>
            <a:lvl2pPr marL="174625" indent="-174625">
              <a:buFont typeface="Source Sans Pro" panose="020B0503030403020204" pitchFamily="34" charset="0"/>
              <a:buChar char="―"/>
              <a:defRPr sz="2400" b="1"/>
            </a:lvl2pPr>
            <a:lvl3pPr marL="360363" indent="-185738">
              <a:buFont typeface="Source Sans Pro" panose="020B0503030403020204" pitchFamily="34" charset="0"/>
              <a:buChar char="―"/>
              <a:defRPr sz="2400" b="1"/>
            </a:lvl3pPr>
            <a:lvl4pPr marL="534988" indent="-174625">
              <a:buFont typeface="Source Sans Pro" panose="020B0503030403020204" pitchFamily="34" charset="0"/>
              <a:buChar char="―"/>
              <a:defRPr sz="2400" b="1"/>
            </a:lvl4pPr>
            <a:lvl5pPr marL="719138" indent="-184150">
              <a:buFont typeface="Source Sans Pro" panose="020B0503030403020204" pitchFamily="34" charset="0"/>
              <a:buChar char="―"/>
              <a:defRPr sz="2400" b="1"/>
            </a:lvl5pPr>
          </a:lstStyle>
          <a:p>
            <a:pPr lvl="0"/>
            <a:r>
              <a:rPr lang="en-GB" noProof="0" dirty="0"/>
              <a:t>Insert content</a:t>
            </a:r>
          </a:p>
        </p:txBody>
      </p:sp>
      <p:sp>
        <p:nvSpPr>
          <p:cNvPr id="32" name="Bildplatzhalter 4">
            <a:extLst>
              <a:ext uri="{FF2B5EF4-FFF2-40B4-BE49-F238E27FC236}">
                <a16:creationId xmlns:a16="http://schemas.microsoft.com/office/drawing/2014/main" id="{9AE88E45-2228-3BAB-B328-25AE00C86922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>
          <a:xfrm>
            <a:off x="8148811" y="1586260"/>
            <a:ext cx="818914" cy="1031602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33" name="Inhaltsplatzhalter 2">
            <a:extLst>
              <a:ext uri="{FF2B5EF4-FFF2-40B4-BE49-F238E27FC236}">
                <a16:creationId xmlns:a16="http://schemas.microsoft.com/office/drawing/2014/main" id="{8D6A0681-D929-2BA4-D3F8-B3541A94FD81}"/>
              </a:ext>
            </a:extLst>
          </p:cNvPr>
          <p:cNvSpPr>
            <a:spLocks noGrp="1"/>
          </p:cNvSpPr>
          <p:nvPr>
            <p:ph idx="37" hasCustomPrompt="1"/>
          </p:nvPr>
        </p:nvSpPr>
        <p:spPr>
          <a:xfrm>
            <a:off x="9136793" y="1586260"/>
            <a:ext cx="2785331" cy="1031602"/>
          </a:xfrm>
        </p:spPr>
        <p:txBody>
          <a:bodyPr tIns="36000" anchor="ctr"/>
          <a:lstStyle>
            <a:lvl1pPr>
              <a:defRPr sz="2400" b="1"/>
            </a:lvl1pPr>
            <a:lvl2pPr marL="174625" indent="-174625">
              <a:buFont typeface="Source Sans Pro" panose="020B0503030403020204" pitchFamily="34" charset="0"/>
              <a:buChar char="―"/>
              <a:defRPr sz="2400" b="1"/>
            </a:lvl2pPr>
            <a:lvl3pPr marL="360363" indent="-185738">
              <a:buFont typeface="Source Sans Pro" panose="020B0503030403020204" pitchFamily="34" charset="0"/>
              <a:buChar char="―"/>
              <a:defRPr sz="2400" b="1"/>
            </a:lvl3pPr>
            <a:lvl4pPr marL="534988" indent="-174625">
              <a:buFont typeface="Source Sans Pro" panose="020B0503030403020204" pitchFamily="34" charset="0"/>
              <a:buChar char="―"/>
              <a:defRPr sz="2400" b="1"/>
            </a:lvl4pPr>
            <a:lvl5pPr marL="719138" indent="-184150">
              <a:buFont typeface="Source Sans Pro" panose="020B0503030403020204" pitchFamily="34" charset="0"/>
              <a:buChar char="―"/>
              <a:defRPr sz="2400" b="1"/>
            </a:lvl5pPr>
          </a:lstStyle>
          <a:p>
            <a:pPr lvl="0"/>
            <a:r>
              <a:rPr lang="en-GB" noProof="0" dirty="0"/>
              <a:t>Insert content</a:t>
            </a:r>
          </a:p>
        </p:txBody>
      </p:sp>
      <p:sp>
        <p:nvSpPr>
          <p:cNvPr id="34" name="Bildplatzhalter 4">
            <a:extLst>
              <a:ext uri="{FF2B5EF4-FFF2-40B4-BE49-F238E27FC236}">
                <a16:creationId xmlns:a16="http://schemas.microsoft.com/office/drawing/2014/main" id="{8D809E36-7256-6CC2-0F4B-23E42C6B1426}"/>
              </a:ext>
            </a:extLst>
          </p:cNvPr>
          <p:cNvSpPr>
            <a:spLocks noGrp="1"/>
          </p:cNvSpPr>
          <p:nvPr>
            <p:ph type="pic" sz="quarter" idx="38"/>
          </p:nvPr>
        </p:nvSpPr>
        <p:spPr>
          <a:xfrm>
            <a:off x="8148811" y="3135350"/>
            <a:ext cx="818914" cy="1031602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35" name="Inhaltsplatzhalter 2">
            <a:extLst>
              <a:ext uri="{FF2B5EF4-FFF2-40B4-BE49-F238E27FC236}">
                <a16:creationId xmlns:a16="http://schemas.microsoft.com/office/drawing/2014/main" id="{FF8DEA4B-FE27-8A9E-FBBB-04944A377343}"/>
              </a:ext>
            </a:extLst>
          </p:cNvPr>
          <p:cNvSpPr>
            <a:spLocks noGrp="1"/>
          </p:cNvSpPr>
          <p:nvPr>
            <p:ph idx="39" hasCustomPrompt="1"/>
          </p:nvPr>
        </p:nvSpPr>
        <p:spPr>
          <a:xfrm>
            <a:off x="9136794" y="3135350"/>
            <a:ext cx="2786400" cy="1031602"/>
          </a:xfrm>
        </p:spPr>
        <p:txBody>
          <a:bodyPr tIns="36000" anchor="ctr"/>
          <a:lstStyle>
            <a:lvl1pPr>
              <a:defRPr sz="2400" b="1"/>
            </a:lvl1pPr>
            <a:lvl2pPr marL="174625" indent="-174625">
              <a:buFont typeface="Source Sans Pro" panose="020B0503030403020204" pitchFamily="34" charset="0"/>
              <a:buChar char="―"/>
              <a:defRPr sz="2400" b="1"/>
            </a:lvl2pPr>
            <a:lvl3pPr marL="360363" indent="-185738">
              <a:buFont typeface="Source Sans Pro" panose="020B0503030403020204" pitchFamily="34" charset="0"/>
              <a:buChar char="―"/>
              <a:defRPr sz="2400" b="1"/>
            </a:lvl3pPr>
            <a:lvl4pPr marL="534988" indent="-174625">
              <a:buFont typeface="Source Sans Pro" panose="020B0503030403020204" pitchFamily="34" charset="0"/>
              <a:buChar char="―"/>
              <a:defRPr sz="2400" b="1"/>
            </a:lvl4pPr>
            <a:lvl5pPr marL="719138" indent="-184150">
              <a:buFont typeface="Source Sans Pro" panose="020B0503030403020204" pitchFamily="34" charset="0"/>
              <a:buChar char="―"/>
              <a:defRPr sz="2400" b="1"/>
            </a:lvl5pPr>
          </a:lstStyle>
          <a:p>
            <a:pPr lvl="0"/>
            <a:r>
              <a:rPr lang="en-GB" noProof="0" dirty="0"/>
              <a:t>Insert content</a:t>
            </a:r>
          </a:p>
        </p:txBody>
      </p:sp>
      <p:sp>
        <p:nvSpPr>
          <p:cNvPr id="36" name="Bildplatzhalter 4">
            <a:extLst>
              <a:ext uri="{FF2B5EF4-FFF2-40B4-BE49-F238E27FC236}">
                <a16:creationId xmlns:a16="http://schemas.microsoft.com/office/drawing/2014/main" id="{5AC54CE7-1DE9-FCC9-D36F-326C1CC978F1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xfrm>
            <a:off x="8148811" y="4680322"/>
            <a:ext cx="818914" cy="1031602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37" name="Inhaltsplatzhalter 2">
            <a:extLst>
              <a:ext uri="{FF2B5EF4-FFF2-40B4-BE49-F238E27FC236}">
                <a16:creationId xmlns:a16="http://schemas.microsoft.com/office/drawing/2014/main" id="{CFFA07EE-B7CC-6673-18A8-938F608DD842}"/>
              </a:ext>
            </a:extLst>
          </p:cNvPr>
          <p:cNvSpPr>
            <a:spLocks noGrp="1"/>
          </p:cNvSpPr>
          <p:nvPr>
            <p:ph idx="41" hasCustomPrompt="1"/>
          </p:nvPr>
        </p:nvSpPr>
        <p:spPr>
          <a:xfrm>
            <a:off x="9136794" y="4680322"/>
            <a:ext cx="2786400" cy="1031602"/>
          </a:xfrm>
        </p:spPr>
        <p:txBody>
          <a:bodyPr tIns="36000" anchor="ctr"/>
          <a:lstStyle>
            <a:lvl1pPr>
              <a:defRPr sz="2400" b="1"/>
            </a:lvl1pPr>
            <a:lvl2pPr marL="174625" indent="-174625">
              <a:buFont typeface="Source Sans Pro" panose="020B0503030403020204" pitchFamily="34" charset="0"/>
              <a:buChar char="―"/>
              <a:defRPr sz="2400" b="1"/>
            </a:lvl2pPr>
            <a:lvl3pPr marL="360363" indent="-185738">
              <a:buFont typeface="Source Sans Pro" panose="020B0503030403020204" pitchFamily="34" charset="0"/>
              <a:buChar char="―"/>
              <a:defRPr sz="2400" b="1"/>
            </a:lvl3pPr>
            <a:lvl4pPr marL="534988" indent="-174625">
              <a:buFont typeface="Source Sans Pro" panose="020B0503030403020204" pitchFamily="34" charset="0"/>
              <a:buChar char="―"/>
              <a:defRPr sz="2400" b="1"/>
            </a:lvl4pPr>
            <a:lvl5pPr marL="719138" indent="-184150">
              <a:buFont typeface="Source Sans Pro" panose="020B0503030403020204" pitchFamily="34" charset="0"/>
              <a:buChar char="―"/>
              <a:defRPr sz="2400" b="1"/>
            </a:lvl5pPr>
          </a:lstStyle>
          <a:p>
            <a:pPr lvl="0"/>
            <a:r>
              <a:rPr lang="en-GB" noProof="0" dirty="0"/>
              <a:t>Insert content</a:t>
            </a:r>
          </a:p>
        </p:txBody>
      </p:sp>
    </p:spTree>
    <p:extLst>
      <p:ext uri="{BB962C8B-B14F-4D97-AF65-F5344CB8AC3E}">
        <p14:creationId xmlns:p14="http://schemas.microsoft.com/office/powerpoint/2010/main" val="100394529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elf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271463" y="244800"/>
            <a:ext cx="11650662" cy="625944"/>
          </a:xfrm>
        </p:spPr>
        <p:txBody>
          <a:bodyPr/>
          <a:lstStyle>
            <a:lvl1pPr>
              <a:defRPr/>
            </a:lvl1pPr>
          </a:lstStyle>
          <a:p>
            <a:r>
              <a:rPr lang="en-GB" noProof="0" dirty="0"/>
              <a:t>Insert title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07E4E3B-B029-4FB4-981D-E15979CD6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16D8B0-C1F6-401E-A49C-9F8317A00928}" type="datetime1">
              <a:rPr lang="en-GB" noProof="0" smtClean="0"/>
              <a:t>05/03/2026</a:t>
            </a:fld>
            <a:endParaRPr lang="en-GB" noProof="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3A6D9A-857D-4B6F-B977-93015D039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Grgic Anto</a:t>
            </a:r>
            <a:endParaRPr lang="en-GB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FACFD7-BF65-4DA8-AFDF-1BA2EB682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sp>
        <p:nvSpPr>
          <p:cNvPr id="41" name="Inhaltsplatzhalter 30">
            <a:extLst>
              <a:ext uri="{FF2B5EF4-FFF2-40B4-BE49-F238E27FC236}">
                <a16:creationId xmlns:a16="http://schemas.microsoft.com/office/drawing/2014/main" id="{1FE9EFCD-7C86-A7FC-7CBA-C2A928454C0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271463" y="878400"/>
            <a:ext cx="2862063" cy="2684376"/>
          </a:xfrm>
        </p:spPr>
        <p:txBody>
          <a:bodyPr lIns="180000" tIns="162000" rIns="90000" bIns="43200"/>
          <a:lstStyle>
            <a:lvl1pPr>
              <a:lnSpc>
                <a:spcPct val="98000"/>
              </a:lnSpc>
              <a:defRPr sz="1500"/>
            </a:lvl1pPr>
            <a:lvl2pPr>
              <a:lnSpc>
                <a:spcPct val="98000"/>
              </a:lnSpc>
              <a:defRPr/>
            </a:lvl2pPr>
            <a:lvl3pPr>
              <a:lnSpc>
                <a:spcPct val="98000"/>
              </a:lnSpc>
              <a:defRPr/>
            </a:lvl3pPr>
            <a:lvl4pPr>
              <a:lnSpc>
                <a:spcPct val="98000"/>
              </a:lnSpc>
              <a:defRPr/>
            </a:lvl4pPr>
            <a:lvl5pPr>
              <a:lnSpc>
                <a:spcPct val="98000"/>
              </a:lnSpc>
              <a:defRPr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42" name="Inhaltsplatzhalter 30">
            <a:extLst>
              <a:ext uri="{FF2B5EF4-FFF2-40B4-BE49-F238E27FC236}">
                <a16:creationId xmlns:a16="http://schemas.microsoft.com/office/drawing/2014/main" id="{B5AF2636-78AA-31AE-B767-CD1ED9E3083B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3131605" y="878400"/>
            <a:ext cx="2962866" cy="2684376"/>
          </a:xfrm>
        </p:spPr>
        <p:txBody>
          <a:bodyPr lIns="180000" tIns="162000" rIns="90000" bIns="43200"/>
          <a:lstStyle>
            <a:lvl1pPr>
              <a:lnSpc>
                <a:spcPct val="98000"/>
              </a:lnSpc>
              <a:defRPr sz="1500"/>
            </a:lvl1pPr>
            <a:lvl2pPr>
              <a:lnSpc>
                <a:spcPct val="98000"/>
              </a:lnSpc>
              <a:defRPr/>
            </a:lvl2pPr>
            <a:lvl3pPr>
              <a:lnSpc>
                <a:spcPct val="98000"/>
              </a:lnSpc>
              <a:defRPr/>
            </a:lvl3pPr>
            <a:lvl4pPr>
              <a:lnSpc>
                <a:spcPct val="98000"/>
              </a:lnSpc>
              <a:defRPr/>
            </a:lvl4pPr>
            <a:lvl5pPr>
              <a:lnSpc>
                <a:spcPct val="98000"/>
              </a:lnSpc>
              <a:defRPr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43" name="Inhaltsplatzhalter 30">
            <a:extLst>
              <a:ext uri="{FF2B5EF4-FFF2-40B4-BE49-F238E27FC236}">
                <a16:creationId xmlns:a16="http://schemas.microsoft.com/office/drawing/2014/main" id="{8CD2FE50-AB2F-83AF-8B23-1260D26EF813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6102458" y="878400"/>
            <a:ext cx="2948569" cy="2684376"/>
          </a:xfrm>
        </p:spPr>
        <p:txBody>
          <a:bodyPr lIns="180000" tIns="162000" rIns="90000" bIns="43200"/>
          <a:lstStyle>
            <a:lvl1pPr>
              <a:lnSpc>
                <a:spcPct val="98000"/>
              </a:lnSpc>
              <a:defRPr sz="1500"/>
            </a:lvl1pPr>
            <a:lvl2pPr>
              <a:lnSpc>
                <a:spcPct val="98000"/>
              </a:lnSpc>
              <a:defRPr/>
            </a:lvl2pPr>
            <a:lvl3pPr>
              <a:lnSpc>
                <a:spcPct val="98000"/>
              </a:lnSpc>
              <a:defRPr/>
            </a:lvl3pPr>
            <a:lvl4pPr>
              <a:lnSpc>
                <a:spcPct val="98000"/>
              </a:lnSpc>
              <a:defRPr/>
            </a:lvl4pPr>
            <a:lvl5pPr>
              <a:lnSpc>
                <a:spcPct val="98000"/>
              </a:lnSpc>
              <a:defRPr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44" name="Inhaltsplatzhalter 30">
            <a:extLst>
              <a:ext uri="{FF2B5EF4-FFF2-40B4-BE49-F238E27FC236}">
                <a16:creationId xmlns:a16="http://schemas.microsoft.com/office/drawing/2014/main" id="{156B3F99-D56F-6D47-0C38-55E1C209F590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9056315" y="878400"/>
            <a:ext cx="2861423" cy="2684376"/>
          </a:xfrm>
        </p:spPr>
        <p:txBody>
          <a:bodyPr lIns="180000" tIns="162000" rIns="90000" bIns="43200"/>
          <a:lstStyle>
            <a:lvl1pPr>
              <a:lnSpc>
                <a:spcPct val="98000"/>
              </a:lnSpc>
              <a:defRPr sz="1500"/>
            </a:lvl1pPr>
            <a:lvl2pPr>
              <a:lnSpc>
                <a:spcPct val="98000"/>
              </a:lnSpc>
              <a:defRPr/>
            </a:lvl2pPr>
            <a:lvl3pPr>
              <a:lnSpc>
                <a:spcPct val="98000"/>
              </a:lnSpc>
              <a:defRPr/>
            </a:lvl3pPr>
            <a:lvl4pPr>
              <a:lnSpc>
                <a:spcPct val="98000"/>
              </a:lnSpc>
              <a:defRPr/>
            </a:lvl4pPr>
            <a:lvl5pPr>
              <a:lnSpc>
                <a:spcPct val="98000"/>
              </a:lnSpc>
              <a:defRPr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45" name="Inhaltsplatzhalter 30">
            <a:extLst>
              <a:ext uri="{FF2B5EF4-FFF2-40B4-BE49-F238E27FC236}">
                <a16:creationId xmlns:a16="http://schemas.microsoft.com/office/drawing/2014/main" id="{61CB84E3-822D-E7BF-88FA-B6CD84997420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271463" y="4942799"/>
            <a:ext cx="2862063" cy="1281790"/>
          </a:xfrm>
        </p:spPr>
        <p:txBody>
          <a:bodyPr lIns="180000" tIns="162000" rIns="90000" bIns="43200"/>
          <a:lstStyle>
            <a:lvl1pPr>
              <a:lnSpc>
                <a:spcPct val="98000"/>
              </a:lnSpc>
              <a:defRPr sz="1500"/>
            </a:lvl1pPr>
            <a:lvl2pPr>
              <a:lnSpc>
                <a:spcPct val="98000"/>
              </a:lnSpc>
              <a:defRPr/>
            </a:lvl2pPr>
            <a:lvl3pPr>
              <a:lnSpc>
                <a:spcPct val="98000"/>
              </a:lnSpc>
              <a:defRPr/>
            </a:lvl3pPr>
            <a:lvl4pPr>
              <a:lnSpc>
                <a:spcPct val="98000"/>
              </a:lnSpc>
              <a:defRPr/>
            </a:lvl4pPr>
            <a:lvl5pPr>
              <a:lnSpc>
                <a:spcPct val="98000"/>
              </a:lnSpc>
              <a:defRPr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46" name="Inhaltsplatzhalter 30">
            <a:extLst>
              <a:ext uri="{FF2B5EF4-FFF2-40B4-BE49-F238E27FC236}">
                <a16:creationId xmlns:a16="http://schemas.microsoft.com/office/drawing/2014/main" id="{4BBD1101-501F-08B4-863D-4EC398FF4C2F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3131605" y="3577319"/>
            <a:ext cx="2962866" cy="2647269"/>
          </a:xfrm>
        </p:spPr>
        <p:txBody>
          <a:bodyPr lIns="180000" tIns="162000" rIns="90000" bIns="43200"/>
          <a:lstStyle>
            <a:lvl1pPr>
              <a:lnSpc>
                <a:spcPct val="98000"/>
              </a:lnSpc>
              <a:defRPr sz="1500"/>
            </a:lvl1pPr>
            <a:lvl2pPr>
              <a:lnSpc>
                <a:spcPct val="98000"/>
              </a:lnSpc>
              <a:defRPr/>
            </a:lvl2pPr>
            <a:lvl3pPr>
              <a:lnSpc>
                <a:spcPct val="98000"/>
              </a:lnSpc>
              <a:defRPr/>
            </a:lvl3pPr>
            <a:lvl4pPr>
              <a:lnSpc>
                <a:spcPct val="98000"/>
              </a:lnSpc>
              <a:defRPr/>
            </a:lvl4pPr>
            <a:lvl5pPr>
              <a:lnSpc>
                <a:spcPct val="98000"/>
              </a:lnSpc>
              <a:defRPr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47" name="Inhaltsplatzhalter 30">
            <a:extLst>
              <a:ext uri="{FF2B5EF4-FFF2-40B4-BE49-F238E27FC236}">
                <a16:creationId xmlns:a16="http://schemas.microsoft.com/office/drawing/2014/main" id="{799F2A81-65B3-AA66-95A8-AD7674ADA344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6102458" y="3577319"/>
            <a:ext cx="2948569" cy="2647269"/>
          </a:xfrm>
        </p:spPr>
        <p:txBody>
          <a:bodyPr lIns="180000" tIns="162000" rIns="90000" bIns="43200"/>
          <a:lstStyle>
            <a:lvl1pPr>
              <a:lnSpc>
                <a:spcPct val="98000"/>
              </a:lnSpc>
              <a:defRPr sz="1500"/>
            </a:lvl1pPr>
            <a:lvl2pPr>
              <a:lnSpc>
                <a:spcPct val="98000"/>
              </a:lnSpc>
              <a:defRPr/>
            </a:lvl2pPr>
            <a:lvl3pPr>
              <a:lnSpc>
                <a:spcPct val="98000"/>
              </a:lnSpc>
              <a:defRPr/>
            </a:lvl3pPr>
            <a:lvl4pPr>
              <a:lnSpc>
                <a:spcPct val="98000"/>
              </a:lnSpc>
              <a:defRPr/>
            </a:lvl4pPr>
            <a:lvl5pPr>
              <a:lnSpc>
                <a:spcPct val="98000"/>
              </a:lnSpc>
              <a:defRPr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48" name="Inhaltsplatzhalter 30">
            <a:extLst>
              <a:ext uri="{FF2B5EF4-FFF2-40B4-BE49-F238E27FC236}">
                <a16:creationId xmlns:a16="http://schemas.microsoft.com/office/drawing/2014/main" id="{CD8C8901-62AC-56A4-B429-1C6C564195B7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9056315" y="4942798"/>
            <a:ext cx="2861423" cy="1281790"/>
          </a:xfrm>
        </p:spPr>
        <p:txBody>
          <a:bodyPr lIns="180000" tIns="162000" rIns="90000" bIns="43200"/>
          <a:lstStyle>
            <a:lvl1pPr>
              <a:lnSpc>
                <a:spcPct val="98000"/>
              </a:lnSpc>
              <a:defRPr sz="1500"/>
            </a:lvl1pPr>
            <a:lvl2pPr>
              <a:lnSpc>
                <a:spcPct val="98000"/>
              </a:lnSpc>
              <a:defRPr/>
            </a:lvl2pPr>
            <a:lvl3pPr>
              <a:lnSpc>
                <a:spcPct val="98000"/>
              </a:lnSpc>
              <a:defRPr/>
            </a:lvl3pPr>
            <a:lvl4pPr>
              <a:lnSpc>
                <a:spcPct val="98000"/>
              </a:lnSpc>
              <a:defRPr/>
            </a:lvl4pPr>
            <a:lvl5pPr>
              <a:lnSpc>
                <a:spcPct val="98000"/>
              </a:lnSpc>
              <a:defRPr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49" name="Inhaltsplatzhalter 30">
            <a:extLst>
              <a:ext uri="{FF2B5EF4-FFF2-40B4-BE49-F238E27FC236}">
                <a16:creationId xmlns:a16="http://schemas.microsoft.com/office/drawing/2014/main" id="{FC91EDA6-5E9C-6D6C-EF9F-C7F0B68C4C03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271463" y="3577319"/>
            <a:ext cx="2862063" cy="1361404"/>
          </a:xfrm>
        </p:spPr>
        <p:txBody>
          <a:bodyPr lIns="180000" tIns="162000" rIns="90000" bIns="43200"/>
          <a:lstStyle>
            <a:lvl1pPr>
              <a:lnSpc>
                <a:spcPct val="98000"/>
              </a:lnSpc>
              <a:defRPr sz="1500"/>
            </a:lvl1pPr>
            <a:lvl2pPr>
              <a:lnSpc>
                <a:spcPct val="98000"/>
              </a:lnSpc>
              <a:defRPr/>
            </a:lvl2pPr>
            <a:lvl3pPr>
              <a:lnSpc>
                <a:spcPct val="98000"/>
              </a:lnSpc>
              <a:defRPr/>
            </a:lvl3pPr>
            <a:lvl4pPr>
              <a:lnSpc>
                <a:spcPct val="98000"/>
              </a:lnSpc>
              <a:defRPr/>
            </a:lvl4pPr>
            <a:lvl5pPr>
              <a:lnSpc>
                <a:spcPct val="98000"/>
              </a:lnSpc>
              <a:defRPr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50" name="Inhaltsplatzhalter 30">
            <a:extLst>
              <a:ext uri="{FF2B5EF4-FFF2-40B4-BE49-F238E27FC236}">
                <a16:creationId xmlns:a16="http://schemas.microsoft.com/office/drawing/2014/main" id="{51E99161-B839-91BE-206F-89792AD5F923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9056315" y="3577319"/>
            <a:ext cx="2861423" cy="1360800"/>
          </a:xfrm>
        </p:spPr>
        <p:txBody>
          <a:bodyPr lIns="180000" tIns="162000" rIns="90000" bIns="43200"/>
          <a:lstStyle>
            <a:lvl1pPr>
              <a:lnSpc>
                <a:spcPct val="98000"/>
              </a:lnSpc>
              <a:defRPr sz="1500"/>
            </a:lvl1pPr>
            <a:lvl2pPr>
              <a:lnSpc>
                <a:spcPct val="98000"/>
              </a:lnSpc>
              <a:defRPr/>
            </a:lvl2pPr>
            <a:lvl3pPr>
              <a:lnSpc>
                <a:spcPct val="98000"/>
              </a:lnSpc>
              <a:defRPr/>
            </a:lvl3pPr>
            <a:lvl4pPr>
              <a:lnSpc>
                <a:spcPct val="98000"/>
              </a:lnSpc>
              <a:defRPr/>
            </a:lvl4pPr>
            <a:lvl5pPr>
              <a:lnSpc>
                <a:spcPct val="98000"/>
              </a:lnSpc>
              <a:defRPr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</p:spTree>
    <p:extLst>
      <p:ext uri="{BB962C8B-B14F-4D97-AF65-F5344CB8AC3E}">
        <p14:creationId xmlns:p14="http://schemas.microsoft.com/office/powerpoint/2010/main" val="310854340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 Bilder mi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271464" y="244800"/>
            <a:ext cx="3762090" cy="1005258"/>
          </a:xfrm>
        </p:spPr>
        <p:txBody>
          <a:bodyPr/>
          <a:lstStyle/>
          <a:p>
            <a:r>
              <a:rPr lang="en-GB" noProof="0" dirty="0"/>
              <a:t>Insert title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07E4E3B-B029-4FB4-981D-E15979CD6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253AD7-DD44-4CC1-898B-5978DEB5542A}" type="datetime1">
              <a:rPr lang="en-GB" noProof="0" smtClean="0"/>
              <a:t>05/03/2026</a:t>
            </a:fld>
            <a:endParaRPr lang="en-GB" noProof="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3A6D9A-857D-4B6F-B977-93015D039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/>
              <a:t>Grgic Anto</a:t>
            </a:r>
            <a:endParaRPr lang="en-GB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FACFD7-BF65-4DA8-AFDF-1BA2EB682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sp>
        <p:nvSpPr>
          <p:cNvPr id="8" name="Inhaltsplatzhalter 10">
            <a:extLst>
              <a:ext uri="{FF2B5EF4-FFF2-40B4-BE49-F238E27FC236}">
                <a16:creationId xmlns:a16="http://schemas.microsoft.com/office/drawing/2014/main" id="{19B00308-6650-D1AB-F5C5-991F60192BF4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269877" y="1371601"/>
            <a:ext cx="3765600" cy="151734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3" name="Bildplatzhalter 4">
            <a:extLst>
              <a:ext uri="{FF2B5EF4-FFF2-40B4-BE49-F238E27FC236}">
                <a16:creationId xmlns:a16="http://schemas.microsoft.com/office/drawing/2014/main" id="{E8901B72-CDFB-6B04-2999-9B4D3BECDEBA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4222638" y="273051"/>
            <a:ext cx="1782000" cy="954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6" name="Inhaltsplatzhalter 10">
            <a:extLst>
              <a:ext uri="{FF2B5EF4-FFF2-40B4-BE49-F238E27FC236}">
                <a16:creationId xmlns:a16="http://schemas.microsoft.com/office/drawing/2014/main" id="{5F7462AF-9418-FBED-AE2B-9097CD9893A9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4222638" y="1347295"/>
            <a:ext cx="1782000" cy="718315"/>
          </a:xfrm>
        </p:spPr>
        <p:txBody>
          <a:bodyPr/>
          <a:lstStyle>
            <a:lvl1pPr>
              <a:lnSpc>
                <a:spcPct val="100000"/>
              </a:lnSpc>
              <a:defRPr sz="1000"/>
            </a:lvl1pPr>
            <a:lvl2pPr>
              <a:lnSpc>
                <a:spcPct val="100000"/>
              </a:lnSpc>
              <a:defRPr sz="1000"/>
            </a:lvl2pPr>
            <a:lvl3pPr>
              <a:lnSpc>
                <a:spcPct val="100000"/>
              </a:lnSpc>
              <a:defRPr sz="1000"/>
            </a:lvl3pPr>
            <a:lvl4pPr>
              <a:lnSpc>
                <a:spcPct val="100000"/>
              </a:lnSpc>
              <a:defRPr sz="1000"/>
            </a:lvl4pPr>
            <a:lvl5pPr>
              <a:lnSpc>
                <a:spcPct val="100000"/>
              </a:lnSpc>
              <a:defRPr sz="100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17" name="Bildplatzhalter 4">
            <a:extLst>
              <a:ext uri="{FF2B5EF4-FFF2-40B4-BE49-F238E27FC236}">
                <a16:creationId xmlns:a16="http://schemas.microsoft.com/office/drawing/2014/main" id="{C01596A2-76F2-91F4-9E36-E7A688555C5E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6193722" y="267184"/>
            <a:ext cx="1782000" cy="954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8" name="Inhaltsplatzhalter 10">
            <a:extLst>
              <a:ext uri="{FF2B5EF4-FFF2-40B4-BE49-F238E27FC236}">
                <a16:creationId xmlns:a16="http://schemas.microsoft.com/office/drawing/2014/main" id="{BE5D1B04-2BFA-33F3-C355-D8EB9E6F77DC}"/>
              </a:ext>
            </a:extLst>
          </p:cNvPr>
          <p:cNvSpPr>
            <a:spLocks noGrp="1"/>
          </p:cNvSpPr>
          <p:nvPr>
            <p:ph sz="quarter" idx="26" hasCustomPrompt="1"/>
          </p:nvPr>
        </p:nvSpPr>
        <p:spPr>
          <a:xfrm>
            <a:off x="6193722" y="1347295"/>
            <a:ext cx="1782000" cy="718315"/>
          </a:xfrm>
        </p:spPr>
        <p:txBody>
          <a:bodyPr/>
          <a:lstStyle>
            <a:lvl1pPr>
              <a:lnSpc>
                <a:spcPct val="100000"/>
              </a:lnSpc>
              <a:defRPr sz="1000"/>
            </a:lvl1pPr>
            <a:lvl2pPr>
              <a:lnSpc>
                <a:spcPct val="100000"/>
              </a:lnSpc>
              <a:defRPr sz="1000"/>
            </a:lvl2pPr>
            <a:lvl3pPr>
              <a:lnSpc>
                <a:spcPct val="100000"/>
              </a:lnSpc>
              <a:defRPr sz="1000"/>
            </a:lvl3pPr>
            <a:lvl4pPr>
              <a:lnSpc>
                <a:spcPct val="100000"/>
              </a:lnSpc>
              <a:defRPr sz="1000"/>
            </a:lvl4pPr>
            <a:lvl5pPr>
              <a:lnSpc>
                <a:spcPct val="100000"/>
              </a:lnSpc>
              <a:defRPr sz="100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19" name="Bildplatzhalter 4">
            <a:extLst>
              <a:ext uri="{FF2B5EF4-FFF2-40B4-BE49-F238E27FC236}">
                <a16:creationId xmlns:a16="http://schemas.microsoft.com/office/drawing/2014/main" id="{8823469C-27C8-EF8F-4CC9-197675E31FB1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8164806" y="267184"/>
            <a:ext cx="1782000" cy="954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20" name="Inhaltsplatzhalter 10">
            <a:extLst>
              <a:ext uri="{FF2B5EF4-FFF2-40B4-BE49-F238E27FC236}">
                <a16:creationId xmlns:a16="http://schemas.microsoft.com/office/drawing/2014/main" id="{887C4011-3849-0B28-B9C6-CD6CCD2774AC}"/>
              </a:ext>
            </a:extLst>
          </p:cNvPr>
          <p:cNvSpPr>
            <a:spLocks noGrp="1"/>
          </p:cNvSpPr>
          <p:nvPr>
            <p:ph sz="quarter" idx="28" hasCustomPrompt="1"/>
          </p:nvPr>
        </p:nvSpPr>
        <p:spPr>
          <a:xfrm>
            <a:off x="8164806" y="1347295"/>
            <a:ext cx="1782000" cy="718315"/>
          </a:xfrm>
        </p:spPr>
        <p:txBody>
          <a:bodyPr/>
          <a:lstStyle>
            <a:lvl1pPr>
              <a:lnSpc>
                <a:spcPct val="100000"/>
              </a:lnSpc>
              <a:defRPr sz="1000"/>
            </a:lvl1pPr>
            <a:lvl2pPr>
              <a:lnSpc>
                <a:spcPct val="100000"/>
              </a:lnSpc>
              <a:defRPr sz="1000"/>
            </a:lvl2pPr>
            <a:lvl3pPr>
              <a:lnSpc>
                <a:spcPct val="100000"/>
              </a:lnSpc>
              <a:defRPr sz="1000"/>
            </a:lvl3pPr>
            <a:lvl4pPr>
              <a:lnSpc>
                <a:spcPct val="100000"/>
              </a:lnSpc>
              <a:defRPr sz="1000"/>
            </a:lvl4pPr>
            <a:lvl5pPr>
              <a:lnSpc>
                <a:spcPct val="100000"/>
              </a:lnSpc>
              <a:defRPr sz="100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21" name="Bildplatzhalter 4">
            <a:extLst>
              <a:ext uri="{FF2B5EF4-FFF2-40B4-BE49-F238E27FC236}">
                <a16:creationId xmlns:a16="http://schemas.microsoft.com/office/drawing/2014/main" id="{CBEDB122-E4B4-DEAF-0C6D-61CF1C399FB7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10135890" y="267184"/>
            <a:ext cx="1782000" cy="954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22" name="Inhaltsplatzhalter 10">
            <a:extLst>
              <a:ext uri="{FF2B5EF4-FFF2-40B4-BE49-F238E27FC236}">
                <a16:creationId xmlns:a16="http://schemas.microsoft.com/office/drawing/2014/main" id="{2E8C9BDD-A256-932A-0451-8742BDF218CD}"/>
              </a:ext>
            </a:extLst>
          </p:cNvPr>
          <p:cNvSpPr>
            <a:spLocks noGrp="1"/>
          </p:cNvSpPr>
          <p:nvPr>
            <p:ph sz="quarter" idx="30" hasCustomPrompt="1"/>
          </p:nvPr>
        </p:nvSpPr>
        <p:spPr>
          <a:xfrm>
            <a:off x="10135890" y="1347295"/>
            <a:ext cx="1782000" cy="718315"/>
          </a:xfrm>
        </p:spPr>
        <p:txBody>
          <a:bodyPr/>
          <a:lstStyle>
            <a:lvl1pPr>
              <a:lnSpc>
                <a:spcPct val="100000"/>
              </a:lnSpc>
              <a:defRPr sz="1000"/>
            </a:lvl1pPr>
            <a:lvl2pPr>
              <a:lnSpc>
                <a:spcPct val="100000"/>
              </a:lnSpc>
              <a:defRPr sz="1000"/>
            </a:lvl2pPr>
            <a:lvl3pPr>
              <a:lnSpc>
                <a:spcPct val="100000"/>
              </a:lnSpc>
              <a:defRPr sz="1000"/>
            </a:lvl3pPr>
            <a:lvl4pPr>
              <a:lnSpc>
                <a:spcPct val="100000"/>
              </a:lnSpc>
              <a:defRPr sz="1000"/>
            </a:lvl4pPr>
            <a:lvl5pPr>
              <a:lnSpc>
                <a:spcPct val="100000"/>
              </a:lnSpc>
              <a:defRPr sz="100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23" name="Bildplatzhalter 4">
            <a:extLst>
              <a:ext uri="{FF2B5EF4-FFF2-40B4-BE49-F238E27FC236}">
                <a16:creationId xmlns:a16="http://schemas.microsoft.com/office/drawing/2014/main" id="{5648AA9A-5221-27F9-3191-6F0F1FEAF36C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4220167" y="2453904"/>
            <a:ext cx="1782000" cy="954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24" name="Inhaltsplatzhalter 10">
            <a:extLst>
              <a:ext uri="{FF2B5EF4-FFF2-40B4-BE49-F238E27FC236}">
                <a16:creationId xmlns:a16="http://schemas.microsoft.com/office/drawing/2014/main" id="{92E2526C-7EE2-C9B9-E09C-E4124FE41C3A}"/>
              </a:ext>
            </a:extLst>
          </p:cNvPr>
          <p:cNvSpPr>
            <a:spLocks noGrp="1"/>
          </p:cNvSpPr>
          <p:nvPr>
            <p:ph sz="quarter" idx="32" hasCustomPrompt="1"/>
          </p:nvPr>
        </p:nvSpPr>
        <p:spPr>
          <a:xfrm>
            <a:off x="4220167" y="3528148"/>
            <a:ext cx="1782000" cy="718315"/>
          </a:xfrm>
        </p:spPr>
        <p:txBody>
          <a:bodyPr/>
          <a:lstStyle>
            <a:lvl1pPr>
              <a:lnSpc>
                <a:spcPct val="100000"/>
              </a:lnSpc>
              <a:defRPr sz="1000"/>
            </a:lvl1pPr>
            <a:lvl2pPr>
              <a:lnSpc>
                <a:spcPct val="100000"/>
              </a:lnSpc>
              <a:defRPr sz="1000"/>
            </a:lvl2pPr>
            <a:lvl3pPr>
              <a:lnSpc>
                <a:spcPct val="100000"/>
              </a:lnSpc>
              <a:defRPr sz="1000"/>
            </a:lvl3pPr>
            <a:lvl4pPr>
              <a:lnSpc>
                <a:spcPct val="100000"/>
              </a:lnSpc>
              <a:defRPr sz="1000"/>
            </a:lvl4pPr>
            <a:lvl5pPr>
              <a:lnSpc>
                <a:spcPct val="100000"/>
              </a:lnSpc>
              <a:defRPr sz="100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25" name="Bildplatzhalter 4">
            <a:extLst>
              <a:ext uri="{FF2B5EF4-FFF2-40B4-BE49-F238E27FC236}">
                <a16:creationId xmlns:a16="http://schemas.microsoft.com/office/drawing/2014/main" id="{6836661A-7952-7ADE-BB22-08BB2B174D2B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6191251" y="2453904"/>
            <a:ext cx="1782000" cy="954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26" name="Inhaltsplatzhalter 10">
            <a:extLst>
              <a:ext uri="{FF2B5EF4-FFF2-40B4-BE49-F238E27FC236}">
                <a16:creationId xmlns:a16="http://schemas.microsoft.com/office/drawing/2014/main" id="{C2CB294D-1078-8674-FF02-6A8C1FA8750C}"/>
              </a:ext>
            </a:extLst>
          </p:cNvPr>
          <p:cNvSpPr>
            <a:spLocks noGrp="1"/>
          </p:cNvSpPr>
          <p:nvPr>
            <p:ph sz="quarter" idx="34" hasCustomPrompt="1"/>
          </p:nvPr>
        </p:nvSpPr>
        <p:spPr>
          <a:xfrm>
            <a:off x="6191251" y="3528148"/>
            <a:ext cx="1782000" cy="718315"/>
          </a:xfrm>
        </p:spPr>
        <p:txBody>
          <a:bodyPr/>
          <a:lstStyle>
            <a:lvl1pPr>
              <a:lnSpc>
                <a:spcPct val="100000"/>
              </a:lnSpc>
              <a:defRPr sz="1000"/>
            </a:lvl1pPr>
            <a:lvl2pPr>
              <a:lnSpc>
                <a:spcPct val="100000"/>
              </a:lnSpc>
              <a:defRPr sz="1000"/>
            </a:lvl2pPr>
            <a:lvl3pPr>
              <a:lnSpc>
                <a:spcPct val="100000"/>
              </a:lnSpc>
              <a:defRPr sz="1000"/>
            </a:lvl3pPr>
            <a:lvl4pPr>
              <a:lnSpc>
                <a:spcPct val="100000"/>
              </a:lnSpc>
              <a:defRPr sz="1000"/>
            </a:lvl4pPr>
            <a:lvl5pPr>
              <a:lnSpc>
                <a:spcPct val="100000"/>
              </a:lnSpc>
              <a:defRPr sz="100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28" name="Bildplatzhalter 4">
            <a:extLst>
              <a:ext uri="{FF2B5EF4-FFF2-40B4-BE49-F238E27FC236}">
                <a16:creationId xmlns:a16="http://schemas.microsoft.com/office/drawing/2014/main" id="{478A5169-5857-1B03-543A-A692CECD2826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8162335" y="2453904"/>
            <a:ext cx="1782000" cy="954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29" name="Inhaltsplatzhalter 10">
            <a:extLst>
              <a:ext uri="{FF2B5EF4-FFF2-40B4-BE49-F238E27FC236}">
                <a16:creationId xmlns:a16="http://schemas.microsoft.com/office/drawing/2014/main" id="{CCD55740-F556-6FFB-54B7-F02F33DD446D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8162335" y="3528148"/>
            <a:ext cx="1782000" cy="718315"/>
          </a:xfrm>
        </p:spPr>
        <p:txBody>
          <a:bodyPr/>
          <a:lstStyle>
            <a:lvl1pPr>
              <a:lnSpc>
                <a:spcPct val="100000"/>
              </a:lnSpc>
              <a:defRPr sz="1000"/>
            </a:lvl1pPr>
            <a:lvl2pPr>
              <a:lnSpc>
                <a:spcPct val="100000"/>
              </a:lnSpc>
              <a:defRPr sz="1000"/>
            </a:lvl2pPr>
            <a:lvl3pPr>
              <a:lnSpc>
                <a:spcPct val="100000"/>
              </a:lnSpc>
              <a:defRPr sz="1000"/>
            </a:lvl3pPr>
            <a:lvl4pPr>
              <a:lnSpc>
                <a:spcPct val="100000"/>
              </a:lnSpc>
              <a:defRPr sz="1000"/>
            </a:lvl4pPr>
            <a:lvl5pPr>
              <a:lnSpc>
                <a:spcPct val="100000"/>
              </a:lnSpc>
              <a:defRPr sz="100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30" name="Bildplatzhalter 4">
            <a:extLst>
              <a:ext uri="{FF2B5EF4-FFF2-40B4-BE49-F238E27FC236}">
                <a16:creationId xmlns:a16="http://schemas.microsoft.com/office/drawing/2014/main" id="{C3C4A300-9C66-727B-BF1B-3FE78BA49252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10133419" y="2453904"/>
            <a:ext cx="1782000" cy="954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31" name="Inhaltsplatzhalter 10">
            <a:extLst>
              <a:ext uri="{FF2B5EF4-FFF2-40B4-BE49-F238E27FC236}">
                <a16:creationId xmlns:a16="http://schemas.microsoft.com/office/drawing/2014/main" id="{A1A5D7D5-55B1-516C-7CED-BF26C79BE6B2}"/>
              </a:ext>
            </a:extLst>
          </p:cNvPr>
          <p:cNvSpPr>
            <a:spLocks noGrp="1"/>
          </p:cNvSpPr>
          <p:nvPr>
            <p:ph sz="quarter" idx="38" hasCustomPrompt="1"/>
          </p:nvPr>
        </p:nvSpPr>
        <p:spPr>
          <a:xfrm>
            <a:off x="10133419" y="3528148"/>
            <a:ext cx="1782000" cy="718315"/>
          </a:xfrm>
        </p:spPr>
        <p:txBody>
          <a:bodyPr/>
          <a:lstStyle>
            <a:lvl1pPr>
              <a:lnSpc>
                <a:spcPct val="100000"/>
              </a:lnSpc>
              <a:defRPr sz="1000"/>
            </a:lvl1pPr>
            <a:lvl2pPr>
              <a:lnSpc>
                <a:spcPct val="100000"/>
              </a:lnSpc>
              <a:defRPr sz="1000"/>
            </a:lvl2pPr>
            <a:lvl3pPr>
              <a:lnSpc>
                <a:spcPct val="100000"/>
              </a:lnSpc>
              <a:defRPr sz="1000"/>
            </a:lvl3pPr>
            <a:lvl4pPr>
              <a:lnSpc>
                <a:spcPct val="100000"/>
              </a:lnSpc>
              <a:defRPr sz="1000"/>
            </a:lvl4pPr>
            <a:lvl5pPr>
              <a:lnSpc>
                <a:spcPct val="100000"/>
              </a:lnSpc>
              <a:defRPr sz="100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36" name="Bildplatzhalter 4">
            <a:extLst>
              <a:ext uri="{FF2B5EF4-FFF2-40B4-BE49-F238E27FC236}">
                <a16:creationId xmlns:a16="http://schemas.microsoft.com/office/drawing/2014/main" id="{F4A6E408-2281-5C5F-C17D-009678C7B293}"/>
              </a:ext>
            </a:extLst>
          </p:cNvPr>
          <p:cNvSpPr>
            <a:spLocks noGrp="1"/>
          </p:cNvSpPr>
          <p:nvPr>
            <p:ph type="pic" sz="quarter" idx="39"/>
          </p:nvPr>
        </p:nvSpPr>
        <p:spPr>
          <a:xfrm>
            <a:off x="4219981" y="4491720"/>
            <a:ext cx="1782000" cy="954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37" name="Inhaltsplatzhalter 10">
            <a:extLst>
              <a:ext uri="{FF2B5EF4-FFF2-40B4-BE49-F238E27FC236}">
                <a16:creationId xmlns:a16="http://schemas.microsoft.com/office/drawing/2014/main" id="{106AA095-B514-8CB2-E655-796D9234A496}"/>
              </a:ext>
            </a:extLst>
          </p:cNvPr>
          <p:cNvSpPr>
            <a:spLocks noGrp="1"/>
          </p:cNvSpPr>
          <p:nvPr>
            <p:ph sz="quarter" idx="40" hasCustomPrompt="1"/>
          </p:nvPr>
        </p:nvSpPr>
        <p:spPr>
          <a:xfrm>
            <a:off x="4219981" y="5518339"/>
            <a:ext cx="1782000" cy="718315"/>
          </a:xfrm>
        </p:spPr>
        <p:txBody>
          <a:bodyPr/>
          <a:lstStyle>
            <a:lvl1pPr>
              <a:lnSpc>
                <a:spcPct val="100000"/>
              </a:lnSpc>
              <a:defRPr sz="1000"/>
            </a:lvl1pPr>
            <a:lvl2pPr>
              <a:lnSpc>
                <a:spcPct val="100000"/>
              </a:lnSpc>
              <a:defRPr sz="1000"/>
            </a:lvl2pPr>
            <a:lvl3pPr>
              <a:lnSpc>
                <a:spcPct val="100000"/>
              </a:lnSpc>
              <a:defRPr sz="1000"/>
            </a:lvl3pPr>
            <a:lvl4pPr>
              <a:lnSpc>
                <a:spcPct val="100000"/>
              </a:lnSpc>
              <a:defRPr sz="1000"/>
            </a:lvl4pPr>
            <a:lvl5pPr>
              <a:lnSpc>
                <a:spcPct val="100000"/>
              </a:lnSpc>
              <a:defRPr sz="100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38" name="Bildplatzhalter 4">
            <a:extLst>
              <a:ext uri="{FF2B5EF4-FFF2-40B4-BE49-F238E27FC236}">
                <a16:creationId xmlns:a16="http://schemas.microsoft.com/office/drawing/2014/main" id="{B22E5E6F-159C-366B-5296-441253F3F0BB}"/>
              </a:ext>
            </a:extLst>
          </p:cNvPr>
          <p:cNvSpPr>
            <a:spLocks noGrp="1"/>
          </p:cNvSpPr>
          <p:nvPr>
            <p:ph type="pic" sz="quarter" idx="41"/>
          </p:nvPr>
        </p:nvSpPr>
        <p:spPr>
          <a:xfrm>
            <a:off x="6191065" y="4491720"/>
            <a:ext cx="1782000" cy="954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39" name="Inhaltsplatzhalter 10">
            <a:extLst>
              <a:ext uri="{FF2B5EF4-FFF2-40B4-BE49-F238E27FC236}">
                <a16:creationId xmlns:a16="http://schemas.microsoft.com/office/drawing/2014/main" id="{8F99875B-FC4F-7DCE-AACD-FF783DF1F8CC}"/>
              </a:ext>
            </a:extLst>
          </p:cNvPr>
          <p:cNvSpPr>
            <a:spLocks noGrp="1"/>
          </p:cNvSpPr>
          <p:nvPr>
            <p:ph sz="quarter" idx="42" hasCustomPrompt="1"/>
          </p:nvPr>
        </p:nvSpPr>
        <p:spPr>
          <a:xfrm>
            <a:off x="6191065" y="5518339"/>
            <a:ext cx="1782000" cy="718315"/>
          </a:xfrm>
        </p:spPr>
        <p:txBody>
          <a:bodyPr/>
          <a:lstStyle>
            <a:lvl1pPr>
              <a:lnSpc>
                <a:spcPct val="100000"/>
              </a:lnSpc>
              <a:defRPr sz="1000"/>
            </a:lvl1pPr>
            <a:lvl2pPr>
              <a:lnSpc>
                <a:spcPct val="100000"/>
              </a:lnSpc>
              <a:defRPr sz="1000"/>
            </a:lvl2pPr>
            <a:lvl3pPr>
              <a:lnSpc>
                <a:spcPct val="100000"/>
              </a:lnSpc>
              <a:defRPr sz="1000"/>
            </a:lvl3pPr>
            <a:lvl4pPr>
              <a:lnSpc>
                <a:spcPct val="100000"/>
              </a:lnSpc>
              <a:defRPr sz="1000"/>
            </a:lvl4pPr>
            <a:lvl5pPr>
              <a:lnSpc>
                <a:spcPct val="100000"/>
              </a:lnSpc>
              <a:defRPr sz="100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40" name="Bildplatzhalter 4">
            <a:extLst>
              <a:ext uri="{FF2B5EF4-FFF2-40B4-BE49-F238E27FC236}">
                <a16:creationId xmlns:a16="http://schemas.microsoft.com/office/drawing/2014/main" id="{86D99F31-E97B-1DE8-80A6-FCE2268D7504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8162149" y="4491720"/>
            <a:ext cx="1782000" cy="954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41" name="Inhaltsplatzhalter 10">
            <a:extLst>
              <a:ext uri="{FF2B5EF4-FFF2-40B4-BE49-F238E27FC236}">
                <a16:creationId xmlns:a16="http://schemas.microsoft.com/office/drawing/2014/main" id="{2AFB99F6-8B03-8325-85FE-ACF55FEF4C7E}"/>
              </a:ext>
            </a:extLst>
          </p:cNvPr>
          <p:cNvSpPr>
            <a:spLocks noGrp="1"/>
          </p:cNvSpPr>
          <p:nvPr>
            <p:ph sz="quarter" idx="44" hasCustomPrompt="1"/>
          </p:nvPr>
        </p:nvSpPr>
        <p:spPr>
          <a:xfrm>
            <a:off x="8162149" y="5518339"/>
            <a:ext cx="1782000" cy="718315"/>
          </a:xfrm>
        </p:spPr>
        <p:txBody>
          <a:bodyPr/>
          <a:lstStyle>
            <a:lvl1pPr>
              <a:lnSpc>
                <a:spcPct val="100000"/>
              </a:lnSpc>
              <a:defRPr sz="1000"/>
            </a:lvl1pPr>
            <a:lvl2pPr>
              <a:lnSpc>
                <a:spcPct val="100000"/>
              </a:lnSpc>
              <a:defRPr sz="1000"/>
            </a:lvl2pPr>
            <a:lvl3pPr>
              <a:lnSpc>
                <a:spcPct val="100000"/>
              </a:lnSpc>
              <a:defRPr sz="1000"/>
            </a:lvl3pPr>
            <a:lvl4pPr>
              <a:lnSpc>
                <a:spcPct val="100000"/>
              </a:lnSpc>
              <a:defRPr sz="1000"/>
            </a:lvl4pPr>
            <a:lvl5pPr>
              <a:lnSpc>
                <a:spcPct val="100000"/>
              </a:lnSpc>
              <a:defRPr sz="100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42" name="Bildplatzhalter 4">
            <a:extLst>
              <a:ext uri="{FF2B5EF4-FFF2-40B4-BE49-F238E27FC236}">
                <a16:creationId xmlns:a16="http://schemas.microsoft.com/office/drawing/2014/main" id="{7B354065-93C3-8CD0-C6F7-EAD8915CFD21}"/>
              </a:ext>
            </a:extLst>
          </p:cNvPr>
          <p:cNvSpPr>
            <a:spLocks noGrp="1"/>
          </p:cNvSpPr>
          <p:nvPr>
            <p:ph type="pic" sz="quarter" idx="45"/>
          </p:nvPr>
        </p:nvSpPr>
        <p:spPr>
          <a:xfrm>
            <a:off x="10133233" y="4491720"/>
            <a:ext cx="1782000" cy="954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43" name="Inhaltsplatzhalter 10">
            <a:extLst>
              <a:ext uri="{FF2B5EF4-FFF2-40B4-BE49-F238E27FC236}">
                <a16:creationId xmlns:a16="http://schemas.microsoft.com/office/drawing/2014/main" id="{D9B63D01-B563-7751-25F8-D9E1385E66D2}"/>
              </a:ext>
            </a:extLst>
          </p:cNvPr>
          <p:cNvSpPr>
            <a:spLocks noGrp="1"/>
          </p:cNvSpPr>
          <p:nvPr>
            <p:ph sz="quarter" idx="46" hasCustomPrompt="1"/>
          </p:nvPr>
        </p:nvSpPr>
        <p:spPr>
          <a:xfrm>
            <a:off x="10133233" y="5518339"/>
            <a:ext cx="1782000" cy="718315"/>
          </a:xfrm>
        </p:spPr>
        <p:txBody>
          <a:bodyPr/>
          <a:lstStyle>
            <a:lvl1pPr>
              <a:lnSpc>
                <a:spcPct val="100000"/>
              </a:lnSpc>
              <a:defRPr sz="1000"/>
            </a:lvl1pPr>
            <a:lvl2pPr>
              <a:lnSpc>
                <a:spcPct val="100000"/>
              </a:lnSpc>
              <a:defRPr sz="1000"/>
            </a:lvl2pPr>
            <a:lvl3pPr>
              <a:lnSpc>
                <a:spcPct val="100000"/>
              </a:lnSpc>
              <a:defRPr sz="1000"/>
            </a:lvl3pPr>
            <a:lvl4pPr>
              <a:lnSpc>
                <a:spcPct val="100000"/>
              </a:lnSpc>
              <a:defRPr sz="1000"/>
            </a:lvl4pPr>
            <a:lvl5pPr>
              <a:lnSpc>
                <a:spcPct val="100000"/>
              </a:lnSpc>
              <a:defRPr sz="100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44" name="Bildplatzhalter 4">
            <a:extLst>
              <a:ext uri="{FF2B5EF4-FFF2-40B4-BE49-F238E27FC236}">
                <a16:creationId xmlns:a16="http://schemas.microsoft.com/office/drawing/2014/main" id="{3561E328-70B6-85DB-D07B-4E3133D9FE77}"/>
              </a:ext>
            </a:extLst>
          </p:cNvPr>
          <p:cNvSpPr>
            <a:spLocks noGrp="1"/>
          </p:cNvSpPr>
          <p:nvPr>
            <p:ph type="pic" sz="quarter" idx="47"/>
          </p:nvPr>
        </p:nvSpPr>
        <p:spPr>
          <a:xfrm>
            <a:off x="2247851" y="4491720"/>
            <a:ext cx="1782000" cy="954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45" name="Inhaltsplatzhalter 10">
            <a:extLst>
              <a:ext uri="{FF2B5EF4-FFF2-40B4-BE49-F238E27FC236}">
                <a16:creationId xmlns:a16="http://schemas.microsoft.com/office/drawing/2014/main" id="{818DEC37-95E8-080D-AB4D-58F52BC284EC}"/>
              </a:ext>
            </a:extLst>
          </p:cNvPr>
          <p:cNvSpPr>
            <a:spLocks noGrp="1"/>
          </p:cNvSpPr>
          <p:nvPr>
            <p:ph sz="quarter" idx="48" hasCustomPrompt="1"/>
          </p:nvPr>
        </p:nvSpPr>
        <p:spPr>
          <a:xfrm>
            <a:off x="2247851" y="5518339"/>
            <a:ext cx="1782000" cy="718315"/>
          </a:xfrm>
        </p:spPr>
        <p:txBody>
          <a:bodyPr/>
          <a:lstStyle>
            <a:lvl1pPr>
              <a:lnSpc>
                <a:spcPct val="100000"/>
              </a:lnSpc>
              <a:defRPr sz="1000"/>
            </a:lvl1pPr>
            <a:lvl2pPr>
              <a:lnSpc>
                <a:spcPct val="100000"/>
              </a:lnSpc>
              <a:defRPr sz="1000"/>
            </a:lvl2pPr>
            <a:lvl3pPr>
              <a:lnSpc>
                <a:spcPct val="100000"/>
              </a:lnSpc>
              <a:defRPr sz="1000"/>
            </a:lvl3pPr>
            <a:lvl4pPr>
              <a:lnSpc>
                <a:spcPct val="100000"/>
              </a:lnSpc>
              <a:defRPr sz="1000"/>
            </a:lvl4pPr>
            <a:lvl5pPr>
              <a:lnSpc>
                <a:spcPct val="100000"/>
              </a:lnSpc>
              <a:defRPr sz="100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</p:spTree>
    <p:extLst>
      <p:ext uri="{BB962C8B-B14F-4D97-AF65-F5344CB8AC3E}">
        <p14:creationId xmlns:p14="http://schemas.microsoft.com/office/powerpoint/2010/main" val="241164600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eitstrah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273600" y="244800"/>
            <a:ext cx="11650662" cy="536400"/>
          </a:xfrm>
        </p:spPr>
        <p:txBody>
          <a:bodyPr/>
          <a:lstStyle/>
          <a:p>
            <a:r>
              <a:rPr lang="en-GB" noProof="0" dirty="0"/>
              <a:t>Insert title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07E4E3B-B029-4FB4-981D-E15979CD6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8D30C8-24DA-4554-A89F-E5537E310C1A}" type="datetime1">
              <a:rPr lang="en-GB" noProof="0" smtClean="0"/>
              <a:t>05/03/2026</a:t>
            </a:fld>
            <a:endParaRPr lang="en-GB" noProof="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3A6D9A-857D-4B6F-B977-93015D039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/>
              <a:t>Grgic Anto</a:t>
            </a:r>
            <a:endParaRPr lang="en-GB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FACFD7-BF65-4DA8-AFDF-1BA2EB682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cxnSp>
        <p:nvCxnSpPr>
          <p:cNvPr id="7" name="Gerade Verbindung mit Pfeil 6">
            <a:extLst>
              <a:ext uri="{FF2B5EF4-FFF2-40B4-BE49-F238E27FC236}">
                <a16:creationId xmlns:a16="http://schemas.microsoft.com/office/drawing/2014/main" id="{3960DD06-5403-402D-6C88-53DCD45F16E1}"/>
              </a:ext>
            </a:extLst>
          </p:cNvPr>
          <p:cNvCxnSpPr/>
          <p:nvPr userDrawn="1"/>
        </p:nvCxnSpPr>
        <p:spPr>
          <a:xfrm>
            <a:off x="269875" y="3497585"/>
            <a:ext cx="11652250" cy="0"/>
          </a:xfrm>
          <a:prstGeom prst="straightConnector1">
            <a:avLst/>
          </a:prstGeom>
          <a:ln w="12700">
            <a:solidFill>
              <a:schemeClr val="tx1"/>
            </a:solidFill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5" name="Bildplatzhalter 4">
            <a:extLst>
              <a:ext uri="{FF2B5EF4-FFF2-40B4-BE49-F238E27FC236}">
                <a16:creationId xmlns:a16="http://schemas.microsoft.com/office/drawing/2014/main" id="{F49F2DB0-AB5C-6BD8-064D-373B4B1209AB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269875" y="1253125"/>
            <a:ext cx="1486800" cy="1530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16" name="Bildplatzhalter 4">
            <a:extLst>
              <a:ext uri="{FF2B5EF4-FFF2-40B4-BE49-F238E27FC236}">
                <a16:creationId xmlns:a16="http://schemas.microsoft.com/office/drawing/2014/main" id="{F0B6A180-6984-B9E7-7ADC-A121B77988BD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1974003" y="1253125"/>
            <a:ext cx="1486800" cy="1530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17" name="Bildplatzhalter 4">
            <a:extLst>
              <a:ext uri="{FF2B5EF4-FFF2-40B4-BE49-F238E27FC236}">
                <a16:creationId xmlns:a16="http://schemas.microsoft.com/office/drawing/2014/main" id="{38372887-04E8-C5D5-EF4C-1E25A260FB2C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3667159" y="1253125"/>
            <a:ext cx="1486800" cy="1530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18" name="Bildplatzhalter 4">
            <a:extLst>
              <a:ext uri="{FF2B5EF4-FFF2-40B4-BE49-F238E27FC236}">
                <a16:creationId xmlns:a16="http://schemas.microsoft.com/office/drawing/2014/main" id="{7A14FB65-6B89-A9C8-8DB1-7B1F7CBFAEC8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5360315" y="1253125"/>
            <a:ext cx="1486800" cy="1530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19" name="Bildplatzhalter 4">
            <a:extLst>
              <a:ext uri="{FF2B5EF4-FFF2-40B4-BE49-F238E27FC236}">
                <a16:creationId xmlns:a16="http://schemas.microsoft.com/office/drawing/2014/main" id="{CD8F59A9-69CA-1C2A-33D7-AD0BB64181B4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7053471" y="1253125"/>
            <a:ext cx="1486800" cy="1530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20" name="Bildplatzhalter 4">
            <a:extLst>
              <a:ext uri="{FF2B5EF4-FFF2-40B4-BE49-F238E27FC236}">
                <a16:creationId xmlns:a16="http://schemas.microsoft.com/office/drawing/2014/main" id="{B582FB2A-C51D-65C1-0203-3A5AB4DB0F44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8746627" y="1253125"/>
            <a:ext cx="1486800" cy="1530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21" name="Bildplatzhalter 4">
            <a:extLst>
              <a:ext uri="{FF2B5EF4-FFF2-40B4-BE49-F238E27FC236}">
                <a16:creationId xmlns:a16="http://schemas.microsoft.com/office/drawing/2014/main" id="{18F14028-DA69-147A-C414-9146D8EAE5FD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10439783" y="1253125"/>
            <a:ext cx="1486800" cy="1530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22" name="Bildplatzhalter 4">
            <a:extLst>
              <a:ext uri="{FF2B5EF4-FFF2-40B4-BE49-F238E27FC236}">
                <a16:creationId xmlns:a16="http://schemas.microsoft.com/office/drawing/2014/main" id="{3A11402F-1392-D5B0-DE17-2E270C800CA5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1136079" y="3819835"/>
            <a:ext cx="1486800" cy="1530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23" name="Bildplatzhalter 4">
            <a:extLst>
              <a:ext uri="{FF2B5EF4-FFF2-40B4-BE49-F238E27FC236}">
                <a16:creationId xmlns:a16="http://schemas.microsoft.com/office/drawing/2014/main" id="{92F84F7D-2669-46EA-F7E5-F5A3AE35C50F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2829006" y="3819835"/>
            <a:ext cx="1486800" cy="1530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24" name="Bildplatzhalter 4">
            <a:extLst>
              <a:ext uri="{FF2B5EF4-FFF2-40B4-BE49-F238E27FC236}">
                <a16:creationId xmlns:a16="http://schemas.microsoft.com/office/drawing/2014/main" id="{7F4B621D-593C-EF66-AAA8-260F24BB8163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4521933" y="3819835"/>
            <a:ext cx="1486800" cy="1530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25" name="Bildplatzhalter 4">
            <a:extLst>
              <a:ext uri="{FF2B5EF4-FFF2-40B4-BE49-F238E27FC236}">
                <a16:creationId xmlns:a16="http://schemas.microsoft.com/office/drawing/2014/main" id="{EAB29708-5948-93D3-1DAE-9AA4E5A03DCE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6214860" y="3819835"/>
            <a:ext cx="1486800" cy="1530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26" name="Bildplatzhalter 4">
            <a:extLst>
              <a:ext uri="{FF2B5EF4-FFF2-40B4-BE49-F238E27FC236}">
                <a16:creationId xmlns:a16="http://schemas.microsoft.com/office/drawing/2014/main" id="{6590CFDF-AA3F-86A0-462A-8B00EDC3EDDD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7907787" y="3819835"/>
            <a:ext cx="1486800" cy="1530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27" name="Bildplatzhalter 4">
            <a:extLst>
              <a:ext uri="{FF2B5EF4-FFF2-40B4-BE49-F238E27FC236}">
                <a16:creationId xmlns:a16="http://schemas.microsoft.com/office/drawing/2014/main" id="{F8D57941-57A2-78B6-C142-19F25D64A5F1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9600716" y="3819835"/>
            <a:ext cx="1486800" cy="1530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28" name="Inhaltsplatzhalter 10">
            <a:extLst>
              <a:ext uri="{FF2B5EF4-FFF2-40B4-BE49-F238E27FC236}">
                <a16:creationId xmlns:a16="http://schemas.microsoft.com/office/drawing/2014/main" id="{84D95677-0114-3854-2A06-CDDFDD440777}"/>
              </a:ext>
            </a:extLst>
          </p:cNvPr>
          <p:cNvSpPr>
            <a:spLocks noGrp="1"/>
          </p:cNvSpPr>
          <p:nvPr>
            <p:ph sz="quarter" idx="30" hasCustomPrompt="1"/>
          </p:nvPr>
        </p:nvSpPr>
        <p:spPr>
          <a:xfrm>
            <a:off x="269875" y="2949966"/>
            <a:ext cx="1486798" cy="433507"/>
          </a:xfrm>
        </p:spPr>
        <p:txBody>
          <a:bodyPr/>
          <a:lstStyle>
            <a:lvl1pPr>
              <a:lnSpc>
                <a:spcPct val="100000"/>
              </a:lnSpc>
              <a:defRPr sz="1000"/>
            </a:lvl1pPr>
            <a:lvl2pPr>
              <a:lnSpc>
                <a:spcPct val="100000"/>
              </a:lnSpc>
              <a:defRPr sz="1000"/>
            </a:lvl2pPr>
            <a:lvl3pPr>
              <a:lnSpc>
                <a:spcPct val="100000"/>
              </a:lnSpc>
              <a:defRPr sz="1000"/>
            </a:lvl3pPr>
            <a:lvl4pPr>
              <a:lnSpc>
                <a:spcPct val="100000"/>
              </a:lnSpc>
              <a:defRPr sz="1000"/>
            </a:lvl4pPr>
            <a:lvl5pPr>
              <a:lnSpc>
                <a:spcPct val="100000"/>
              </a:lnSpc>
              <a:defRPr sz="100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129" name="Inhaltsplatzhalter 10">
            <a:extLst>
              <a:ext uri="{FF2B5EF4-FFF2-40B4-BE49-F238E27FC236}">
                <a16:creationId xmlns:a16="http://schemas.microsoft.com/office/drawing/2014/main" id="{830824E2-E1B0-01AE-F199-E13B717EE78D}"/>
              </a:ext>
            </a:extLst>
          </p:cNvPr>
          <p:cNvSpPr>
            <a:spLocks noGrp="1"/>
          </p:cNvSpPr>
          <p:nvPr>
            <p:ph sz="quarter" idx="31" hasCustomPrompt="1"/>
          </p:nvPr>
        </p:nvSpPr>
        <p:spPr>
          <a:xfrm>
            <a:off x="1974003" y="2949966"/>
            <a:ext cx="1486798" cy="433507"/>
          </a:xfrm>
        </p:spPr>
        <p:txBody>
          <a:bodyPr/>
          <a:lstStyle>
            <a:lvl1pPr>
              <a:lnSpc>
                <a:spcPct val="100000"/>
              </a:lnSpc>
              <a:defRPr sz="1000"/>
            </a:lvl1pPr>
            <a:lvl2pPr>
              <a:lnSpc>
                <a:spcPct val="100000"/>
              </a:lnSpc>
              <a:defRPr sz="1000"/>
            </a:lvl2pPr>
            <a:lvl3pPr>
              <a:lnSpc>
                <a:spcPct val="100000"/>
              </a:lnSpc>
              <a:defRPr sz="1000"/>
            </a:lvl3pPr>
            <a:lvl4pPr>
              <a:lnSpc>
                <a:spcPct val="100000"/>
              </a:lnSpc>
              <a:defRPr sz="1000"/>
            </a:lvl4pPr>
            <a:lvl5pPr>
              <a:lnSpc>
                <a:spcPct val="100000"/>
              </a:lnSpc>
              <a:defRPr sz="100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130" name="Inhaltsplatzhalter 10">
            <a:extLst>
              <a:ext uri="{FF2B5EF4-FFF2-40B4-BE49-F238E27FC236}">
                <a16:creationId xmlns:a16="http://schemas.microsoft.com/office/drawing/2014/main" id="{B661178F-E8BD-64EC-8DCE-B999B4D9EABD}"/>
              </a:ext>
            </a:extLst>
          </p:cNvPr>
          <p:cNvSpPr>
            <a:spLocks noGrp="1"/>
          </p:cNvSpPr>
          <p:nvPr>
            <p:ph sz="quarter" idx="32" hasCustomPrompt="1"/>
          </p:nvPr>
        </p:nvSpPr>
        <p:spPr>
          <a:xfrm>
            <a:off x="3667159" y="2949966"/>
            <a:ext cx="1486798" cy="433507"/>
          </a:xfrm>
        </p:spPr>
        <p:txBody>
          <a:bodyPr/>
          <a:lstStyle>
            <a:lvl1pPr>
              <a:lnSpc>
                <a:spcPct val="100000"/>
              </a:lnSpc>
              <a:defRPr sz="1000"/>
            </a:lvl1pPr>
            <a:lvl2pPr>
              <a:lnSpc>
                <a:spcPct val="100000"/>
              </a:lnSpc>
              <a:defRPr sz="1000"/>
            </a:lvl2pPr>
            <a:lvl3pPr>
              <a:lnSpc>
                <a:spcPct val="100000"/>
              </a:lnSpc>
              <a:defRPr sz="1000"/>
            </a:lvl3pPr>
            <a:lvl4pPr>
              <a:lnSpc>
                <a:spcPct val="100000"/>
              </a:lnSpc>
              <a:defRPr sz="1000"/>
            </a:lvl4pPr>
            <a:lvl5pPr>
              <a:lnSpc>
                <a:spcPct val="100000"/>
              </a:lnSpc>
              <a:defRPr sz="100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131" name="Inhaltsplatzhalter 10">
            <a:extLst>
              <a:ext uri="{FF2B5EF4-FFF2-40B4-BE49-F238E27FC236}">
                <a16:creationId xmlns:a16="http://schemas.microsoft.com/office/drawing/2014/main" id="{A0685B94-A30D-8020-BFC0-B77022CBDE9F}"/>
              </a:ext>
            </a:extLst>
          </p:cNvPr>
          <p:cNvSpPr>
            <a:spLocks noGrp="1"/>
          </p:cNvSpPr>
          <p:nvPr>
            <p:ph sz="quarter" idx="33" hasCustomPrompt="1"/>
          </p:nvPr>
        </p:nvSpPr>
        <p:spPr>
          <a:xfrm>
            <a:off x="5360315" y="2949966"/>
            <a:ext cx="1486798" cy="433507"/>
          </a:xfrm>
        </p:spPr>
        <p:txBody>
          <a:bodyPr/>
          <a:lstStyle>
            <a:lvl1pPr>
              <a:lnSpc>
                <a:spcPct val="100000"/>
              </a:lnSpc>
              <a:defRPr sz="1000"/>
            </a:lvl1pPr>
            <a:lvl2pPr>
              <a:lnSpc>
                <a:spcPct val="100000"/>
              </a:lnSpc>
              <a:defRPr sz="1000"/>
            </a:lvl2pPr>
            <a:lvl3pPr>
              <a:lnSpc>
                <a:spcPct val="100000"/>
              </a:lnSpc>
              <a:defRPr sz="1000"/>
            </a:lvl3pPr>
            <a:lvl4pPr>
              <a:lnSpc>
                <a:spcPct val="100000"/>
              </a:lnSpc>
              <a:defRPr sz="1000"/>
            </a:lvl4pPr>
            <a:lvl5pPr>
              <a:lnSpc>
                <a:spcPct val="100000"/>
              </a:lnSpc>
              <a:defRPr sz="100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132" name="Inhaltsplatzhalter 10">
            <a:extLst>
              <a:ext uri="{FF2B5EF4-FFF2-40B4-BE49-F238E27FC236}">
                <a16:creationId xmlns:a16="http://schemas.microsoft.com/office/drawing/2014/main" id="{7FB39B7C-36A1-9048-02BA-E03566F2EB1F}"/>
              </a:ext>
            </a:extLst>
          </p:cNvPr>
          <p:cNvSpPr>
            <a:spLocks noGrp="1"/>
          </p:cNvSpPr>
          <p:nvPr>
            <p:ph sz="quarter" idx="34" hasCustomPrompt="1"/>
          </p:nvPr>
        </p:nvSpPr>
        <p:spPr>
          <a:xfrm>
            <a:off x="7053471" y="2949966"/>
            <a:ext cx="1486798" cy="433507"/>
          </a:xfrm>
        </p:spPr>
        <p:txBody>
          <a:bodyPr/>
          <a:lstStyle>
            <a:lvl1pPr>
              <a:lnSpc>
                <a:spcPct val="100000"/>
              </a:lnSpc>
              <a:defRPr sz="1000"/>
            </a:lvl1pPr>
            <a:lvl2pPr>
              <a:lnSpc>
                <a:spcPct val="100000"/>
              </a:lnSpc>
              <a:defRPr sz="1000"/>
            </a:lvl2pPr>
            <a:lvl3pPr>
              <a:lnSpc>
                <a:spcPct val="100000"/>
              </a:lnSpc>
              <a:defRPr sz="1000"/>
            </a:lvl3pPr>
            <a:lvl4pPr>
              <a:lnSpc>
                <a:spcPct val="100000"/>
              </a:lnSpc>
              <a:defRPr sz="1000"/>
            </a:lvl4pPr>
            <a:lvl5pPr>
              <a:lnSpc>
                <a:spcPct val="100000"/>
              </a:lnSpc>
              <a:defRPr sz="100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133" name="Inhaltsplatzhalter 10">
            <a:extLst>
              <a:ext uri="{FF2B5EF4-FFF2-40B4-BE49-F238E27FC236}">
                <a16:creationId xmlns:a16="http://schemas.microsoft.com/office/drawing/2014/main" id="{15CACBB6-4692-7C6A-8251-BEBD135224A0}"/>
              </a:ext>
            </a:extLst>
          </p:cNvPr>
          <p:cNvSpPr>
            <a:spLocks noGrp="1"/>
          </p:cNvSpPr>
          <p:nvPr>
            <p:ph sz="quarter" idx="35" hasCustomPrompt="1"/>
          </p:nvPr>
        </p:nvSpPr>
        <p:spPr>
          <a:xfrm>
            <a:off x="8746627" y="2949966"/>
            <a:ext cx="1486798" cy="433507"/>
          </a:xfrm>
        </p:spPr>
        <p:txBody>
          <a:bodyPr/>
          <a:lstStyle>
            <a:lvl1pPr>
              <a:lnSpc>
                <a:spcPct val="100000"/>
              </a:lnSpc>
              <a:defRPr sz="1000"/>
            </a:lvl1pPr>
            <a:lvl2pPr>
              <a:lnSpc>
                <a:spcPct val="100000"/>
              </a:lnSpc>
              <a:defRPr sz="1000"/>
            </a:lvl2pPr>
            <a:lvl3pPr>
              <a:lnSpc>
                <a:spcPct val="100000"/>
              </a:lnSpc>
              <a:defRPr sz="1000"/>
            </a:lvl3pPr>
            <a:lvl4pPr>
              <a:lnSpc>
                <a:spcPct val="100000"/>
              </a:lnSpc>
              <a:defRPr sz="1000"/>
            </a:lvl4pPr>
            <a:lvl5pPr>
              <a:lnSpc>
                <a:spcPct val="100000"/>
              </a:lnSpc>
              <a:defRPr sz="100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134" name="Inhaltsplatzhalter 10">
            <a:extLst>
              <a:ext uri="{FF2B5EF4-FFF2-40B4-BE49-F238E27FC236}">
                <a16:creationId xmlns:a16="http://schemas.microsoft.com/office/drawing/2014/main" id="{BECB31F3-1FF3-7738-D3E5-314BB6A8314A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10439783" y="2949966"/>
            <a:ext cx="1486798" cy="433507"/>
          </a:xfrm>
        </p:spPr>
        <p:txBody>
          <a:bodyPr/>
          <a:lstStyle>
            <a:lvl1pPr>
              <a:lnSpc>
                <a:spcPct val="100000"/>
              </a:lnSpc>
              <a:defRPr sz="1000"/>
            </a:lvl1pPr>
            <a:lvl2pPr>
              <a:lnSpc>
                <a:spcPct val="100000"/>
              </a:lnSpc>
              <a:defRPr sz="1000"/>
            </a:lvl2pPr>
            <a:lvl3pPr>
              <a:lnSpc>
                <a:spcPct val="100000"/>
              </a:lnSpc>
              <a:defRPr sz="1000"/>
            </a:lvl3pPr>
            <a:lvl4pPr>
              <a:lnSpc>
                <a:spcPct val="100000"/>
              </a:lnSpc>
              <a:defRPr sz="1000"/>
            </a:lvl4pPr>
            <a:lvl5pPr>
              <a:lnSpc>
                <a:spcPct val="100000"/>
              </a:lnSpc>
              <a:defRPr sz="100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135" name="Inhaltsplatzhalter 10">
            <a:extLst>
              <a:ext uri="{FF2B5EF4-FFF2-40B4-BE49-F238E27FC236}">
                <a16:creationId xmlns:a16="http://schemas.microsoft.com/office/drawing/2014/main" id="{62AF25DC-CA5E-4417-22E5-A964FF016F62}"/>
              </a:ext>
            </a:extLst>
          </p:cNvPr>
          <p:cNvSpPr>
            <a:spLocks noGrp="1"/>
          </p:cNvSpPr>
          <p:nvPr>
            <p:ph sz="quarter" idx="37" hasCustomPrompt="1"/>
          </p:nvPr>
        </p:nvSpPr>
        <p:spPr>
          <a:xfrm>
            <a:off x="1136079" y="5503753"/>
            <a:ext cx="1486798" cy="433507"/>
          </a:xfrm>
        </p:spPr>
        <p:txBody>
          <a:bodyPr/>
          <a:lstStyle>
            <a:lvl1pPr>
              <a:lnSpc>
                <a:spcPct val="100000"/>
              </a:lnSpc>
              <a:defRPr sz="1000"/>
            </a:lvl1pPr>
            <a:lvl2pPr>
              <a:lnSpc>
                <a:spcPct val="100000"/>
              </a:lnSpc>
              <a:defRPr sz="1000"/>
            </a:lvl2pPr>
            <a:lvl3pPr>
              <a:lnSpc>
                <a:spcPct val="100000"/>
              </a:lnSpc>
              <a:defRPr sz="1000"/>
            </a:lvl3pPr>
            <a:lvl4pPr>
              <a:lnSpc>
                <a:spcPct val="100000"/>
              </a:lnSpc>
              <a:defRPr sz="1000"/>
            </a:lvl4pPr>
            <a:lvl5pPr>
              <a:lnSpc>
                <a:spcPct val="100000"/>
              </a:lnSpc>
              <a:defRPr sz="100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136" name="Inhaltsplatzhalter 10">
            <a:extLst>
              <a:ext uri="{FF2B5EF4-FFF2-40B4-BE49-F238E27FC236}">
                <a16:creationId xmlns:a16="http://schemas.microsoft.com/office/drawing/2014/main" id="{90D56CD7-60EE-495F-ED4B-C31A87C45E84}"/>
              </a:ext>
            </a:extLst>
          </p:cNvPr>
          <p:cNvSpPr>
            <a:spLocks noGrp="1"/>
          </p:cNvSpPr>
          <p:nvPr>
            <p:ph sz="quarter" idx="38" hasCustomPrompt="1"/>
          </p:nvPr>
        </p:nvSpPr>
        <p:spPr>
          <a:xfrm>
            <a:off x="2829006" y="5503753"/>
            <a:ext cx="1486798" cy="433507"/>
          </a:xfrm>
        </p:spPr>
        <p:txBody>
          <a:bodyPr/>
          <a:lstStyle>
            <a:lvl1pPr>
              <a:lnSpc>
                <a:spcPct val="100000"/>
              </a:lnSpc>
              <a:defRPr sz="1000"/>
            </a:lvl1pPr>
            <a:lvl2pPr>
              <a:lnSpc>
                <a:spcPct val="100000"/>
              </a:lnSpc>
              <a:defRPr sz="1000"/>
            </a:lvl2pPr>
            <a:lvl3pPr>
              <a:lnSpc>
                <a:spcPct val="100000"/>
              </a:lnSpc>
              <a:defRPr sz="1000"/>
            </a:lvl3pPr>
            <a:lvl4pPr>
              <a:lnSpc>
                <a:spcPct val="100000"/>
              </a:lnSpc>
              <a:defRPr sz="1000"/>
            </a:lvl4pPr>
            <a:lvl5pPr>
              <a:lnSpc>
                <a:spcPct val="100000"/>
              </a:lnSpc>
              <a:defRPr sz="100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137" name="Inhaltsplatzhalter 10">
            <a:extLst>
              <a:ext uri="{FF2B5EF4-FFF2-40B4-BE49-F238E27FC236}">
                <a16:creationId xmlns:a16="http://schemas.microsoft.com/office/drawing/2014/main" id="{28B0CB76-6D72-3E2E-056B-27DB3947102B}"/>
              </a:ext>
            </a:extLst>
          </p:cNvPr>
          <p:cNvSpPr>
            <a:spLocks noGrp="1"/>
          </p:cNvSpPr>
          <p:nvPr>
            <p:ph sz="quarter" idx="39" hasCustomPrompt="1"/>
          </p:nvPr>
        </p:nvSpPr>
        <p:spPr>
          <a:xfrm>
            <a:off x="4521933" y="5503753"/>
            <a:ext cx="1486798" cy="433507"/>
          </a:xfrm>
        </p:spPr>
        <p:txBody>
          <a:bodyPr/>
          <a:lstStyle>
            <a:lvl1pPr>
              <a:lnSpc>
                <a:spcPct val="100000"/>
              </a:lnSpc>
              <a:defRPr sz="1000"/>
            </a:lvl1pPr>
            <a:lvl2pPr>
              <a:lnSpc>
                <a:spcPct val="100000"/>
              </a:lnSpc>
              <a:defRPr sz="1000"/>
            </a:lvl2pPr>
            <a:lvl3pPr>
              <a:lnSpc>
                <a:spcPct val="100000"/>
              </a:lnSpc>
              <a:defRPr sz="1000"/>
            </a:lvl3pPr>
            <a:lvl4pPr>
              <a:lnSpc>
                <a:spcPct val="100000"/>
              </a:lnSpc>
              <a:defRPr sz="1000"/>
            </a:lvl4pPr>
            <a:lvl5pPr>
              <a:lnSpc>
                <a:spcPct val="100000"/>
              </a:lnSpc>
              <a:defRPr sz="100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138" name="Inhaltsplatzhalter 10">
            <a:extLst>
              <a:ext uri="{FF2B5EF4-FFF2-40B4-BE49-F238E27FC236}">
                <a16:creationId xmlns:a16="http://schemas.microsoft.com/office/drawing/2014/main" id="{57BA3158-F345-F5B5-83D3-6B1D5546CF23}"/>
              </a:ext>
            </a:extLst>
          </p:cNvPr>
          <p:cNvSpPr>
            <a:spLocks noGrp="1"/>
          </p:cNvSpPr>
          <p:nvPr>
            <p:ph sz="quarter" idx="40" hasCustomPrompt="1"/>
          </p:nvPr>
        </p:nvSpPr>
        <p:spPr>
          <a:xfrm>
            <a:off x="6214860" y="5503753"/>
            <a:ext cx="1486798" cy="433507"/>
          </a:xfrm>
        </p:spPr>
        <p:txBody>
          <a:bodyPr/>
          <a:lstStyle>
            <a:lvl1pPr>
              <a:lnSpc>
                <a:spcPct val="100000"/>
              </a:lnSpc>
              <a:defRPr sz="1000"/>
            </a:lvl1pPr>
            <a:lvl2pPr>
              <a:lnSpc>
                <a:spcPct val="100000"/>
              </a:lnSpc>
              <a:defRPr sz="1000"/>
            </a:lvl2pPr>
            <a:lvl3pPr>
              <a:lnSpc>
                <a:spcPct val="100000"/>
              </a:lnSpc>
              <a:defRPr sz="1000"/>
            </a:lvl3pPr>
            <a:lvl4pPr>
              <a:lnSpc>
                <a:spcPct val="100000"/>
              </a:lnSpc>
              <a:defRPr sz="1000"/>
            </a:lvl4pPr>
            <a:lvl5pPr>
              <a:lnSpc>
                <a:spcPct val="100000"/>
              </a:lnSpc>
              <a:defRPr sz="100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139" name="Inhaltsplatzhalter 10">
            <a:extLst>
              <a:ext uri="{FF2B5EF4-FFF2-40B4-BE49-F238E27FC236}">
                <a16:creationId xmlns:a16="http://schemas.microsoft.com/office/drawing/2014/main" id="{FC40280B-F0D4-264E-C17E-3D2B98F56454}"/>
              </a:ext>
            </a:extLst>
          </p:cNvPr>
          <p:cNvSpPr>
            <a:spLocks noGrp="1"/>
          </p:cNvSpPr>
          <p:nvPr>
            <p:ph sz="quarter" idx="41" hasCustomPrompt="1"/>
          </p:nvPr>
        </p:nvSpPr>
        <p:spPr>
          <a:xfrm>
            <a:off x="7907787" y="5503753"/>
            <a:ext cx="1486798" cy="433507"/>
          </a:xfrm>
        </p:spPr>
        <p:txBody>
          <a:bodyPr/>
          <a:lstStyle>
            <a:lvl1pPr>
              <a:lnSpc>
                <a:spcPct val="100000"/>
              </a:lnSpc>
              <a:defRPr sz="1000"/>
            </a:lvl1pPr>
            <a:lvl2pPr>
              <a:lnSpc>
                <a:spcPct val="100000"/>
              </a:lnSpc>
              <a:defRPr sz="1000"/>
            </a:lvl2pPr>
            <a:lvl3pPr>
              <a:lnSpc>
                <a:spcPct val="100000"/>
              </a:lnSpc>
              <a:defRPr sz="1000"/>
            </a:lvl3pPr>
            <a:lvl4pPr>
              <a:lnSpc>
                <a:spcPct val="100000"/>
              </a:lnSpc>
              <a:defRPr sz="1000"/>
            </a:lvl4pPr>
            <a:lvl5pPr>
              <a:lnSpc>
                <a:spcPct val="100000"/>
              </a:lnSpc>
              <a:defRPr sz="100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140" name="Inhaltsplatzhalter 10">
            <a:extLst>
              <a:ext uri="{FF2B5EF4-FFF2-40B4-BE49-F238E27FC236}">
                <a16:creationId xmlns:a16="http://schemas.microsoft.com/office/drawing/2014/main" id="{4B3C570F-341A-24E7-0226-5D3A693E9D76}"/>
              </a:ext>
            </a:extLst>
          </p:cNvPr>
          <p:cNvSpPr>
            <a:spLocks noGrp="1"/>
          </p:cNvSpPr>
          <p:nvPr>
            <p:ph sz="quarter" idx="42" hasCustomPrompt="1"/>
          </p:nvPr>
        </p:nvSpPr>
        <p:spPr>
          <a:xfrm>
            <a:off x="9600716" y="5503753"/>
            <a:ext cx="1486798" cy="433507"/>
          </a:xfrm>
        </p:spPr>
        <p:txBody>
          <a:bodyPr/>
          <a:lstStyle>
            <a:lvl1pPr>
              <a:lnSpc>
                <a:spcPct val="100000"/>
              </a:lnSpc>
              <a:defRPr sz="1000"/>
            </a:lvl1pPr>
            <a:lvl2pPr>
              <a:lnSpc>
                <a:spcPct val="100000"/>
              </a:lnSpc>
              <a:defRPr sz="1000"/>
            </a:lvl2pPr>
            <a:lvl3pPr>
              <a:lnSpc>
                <a:spcPct val="100000"/>
              </a:lnSpc>
              <a:defRPr sz="1000"/>
            </a:lvl3pPr>
            <a:lvl4pPr>
              <a:lnSpc>
                <a:spcPct val="100000"/>
              </a:lnSpc>
              <a:defRPr sz="1000"/>
            </a:lvl4pPr>
            <a:lvl5pPr>
              <a:lnSpc>
                <a:spcPct val="100000"/>
              </a:lnSpc>
              <a:defRPr sz="100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</p:spTree>
    <p:extLst>
      <p:ext uri="{BB962C8B-B14F-4D97-AF65-F5344CB8AC3E}">
        <p14:creationId xmlns:p14="http://schemas.microsoft.com/office/powerpoint/2010/main" val="53726044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 gros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Bildplatzhalter 4">
            <a:extLst>
              <a:ext uri="{FF2B5EF4-FFF2-40B4-BE49-F238E27FC236}">
                <a16:creationId xmlns:a16="http://schemas.microsoft.com/office/drawing/2014/main" id="{712BD3F3-A9EA-3100-3B48-BC4236C1C8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69875" y="273378"/>
            <a:ext cx="11652249" cy="595121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1410473C-28E8-F4A9-D9FA-A25C3E0D5DE6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F65019D3-7194-40B8-AC7F-62CE5FB72B83}" type="datetime1">
              <a:rPr lang="en-GB" noProof="0" smtClean="0"/>
              <a:t>05/03/2026</a:t>
            </a:fld>
            <a:endParaRPr lang="de-CH" noProof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99E509D-72CF-9AB0-30D4-2CD7B2DA62C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noProof="0"/>
              <a:t>Grgic Anto</a:t>
            </a:r>
            <a:endParaRPr lang="de-CH" noProof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92555C2-CC27-C0A2-017D-FF412B10100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42AD375-037F-43D0-B059-5172DA06796A}" type="slidenum">
              <a:rPr lang="de-CH" noProof="0" smtClean="0"/>
              <a:pPr/>
              <a:t>‹#›</a:t>
            </a:fld>
            <a:endParaRPr lang="de-CH" noProof="0"/>
          </a:p>
        </p:txBody>
      </p:sp>
    </p:spTree>
    <p:extLst>
      <p:ext uri="{BB962C8B-B14F-4D97-AF65-F5344CB8AC3E}">
        <p14:creationId xmlns:p14="http://schemas.microsoft.com/office/powerpoint/2010/main" val="42773539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, Bild und acht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Bildplatzhalter 4">
            <a:extLst>
              <a:ext uri="{FF2B5EF4-FFF2-40B4-BE49-F238E27FC236}">
                <a16:creationId xmlns:a16="http://schemas.microsoft.com/office/drawing/2014/main" id="{73EBFA33-E838-4FF1-1D0F-2B8F723A98F0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0" y="0"/>
            <a:ext cx="12192000" cy="6858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65EDFDEC-7873-15BD-1B6F-5DAEB0755EC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528398" y="6424761"/>
            <a:ext cx="1189348" cy="14401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03B95B4-305B-416A-97B6-6B425E07ADA1}" type="datetime1">
              <a:rPr lang="en-GB" noProof="0" smtClean="0"/>
              <a:t>05/03/2026</a:t>
            </a:fld>
            <a:r>
              <a:rPr lang="en-GB" noProof="0"/>
              <a:t>    </a:t>
            </a:r>
            <a:r>
              <a:rPr lang="en-GB" noProof="0" dirty="0"/>
              <a:t>|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A604195A-F200-70E1-095F-04D38F5511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Grgic Anto</a:t>
            </a:r>
            <a:endParaRPr lang="en-GB" noProof="0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8F3564CC-433E-0F7E-78ED-4CBD5802F7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13325" y="6424761"/>
            <a:ext cx="208800" cy="14401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cxnSp>
        <p:nvCxnSpPr>
          <p:cNvPr id="9" name="Gerader Verbinder 8">
            <a:extLst>
              <a:ext uri="{FF2B5EF4-FFF2-40B4-BE49-F238E27FC236}">
                <a16:creationId xmlns:a16="http://schemas.microsoft.com/office/drawing/2014/main" id="{43F26200-5089-80AE-C07E-2ADBBFCB862E}"/>
              </a:ext>
            </a:extLst>
          </p:cNvPr>
          <p:cNvCxnSpPr>
            <a:cxnSpLocks/>
          </p:cNvCxnSpPr>
          <p:nvPr userDrawn="1"/>
        </p:nvCxnSpPr>
        <p:spPr>
          <a:xfrm>
            <a:off x="1418938" y="6448574"/>
            <a:ext cx="0" cy="129600"/>
          </a:xfrm>
          <a:prstGeom prst="line">
            <a:avLst/>
          </a:prstGeom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platzhalter 10">
            <a:extLst>
              <a:ext uri="{FF2B5EF4-FFF2-40B4-BE49-F238E27FC236}">
                <a16:creationId xmlns:a16="http://schemas.microsoft.com/office/drawing/2014/main" id="{795B1871-CB5E-1539-590E-A27B00A5B38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5372" y="6448574"/>
            <a:ext cx="1141200" cy="136800"/>
          </a:xfr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 sz="100">
                <a:solidFill>
                  <a:schemeClr val="tx1"/>
                </a:solidFill>
              </a:defRPr>
            </a:lvl1pPr>
            <a:lvl2pPr>
              <a:defRPr sz="100">
                <a:solidFill>
                  <a:schemeClr val="bg1"/>
                </a:solidFill>
              </a:defRPr>
            </a:lvl2pPr>
            <a:lvl3pPr>
              <a:defRPr sz="100">
                <a:solidFill>
                  <a:schemeClr val="bg1"/>
                </a:solidFill>
              </a:defRPr>
            </a:lvl3pPr>
            <a:lvl4pPr>
              <a:defRPr sz="100">
                <a:solidFill>
                  <a:schemeClr val="bg1"/>
                </a:solidFill>
              </a:defRPr>
            </a:lvl4pPr>
            <a:lvl5pPr>
              <a:defRPr sz="1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 noProof="0" dirty="0"/>
              <a:t> </a:t>
            </a:r>
          </a:p>
        </p:txBody>
      </p:sp>
      <p:sp>
        <p:nvSpPr>
          <p:cNvPr id="13" name="Titel 1">
            <a:extLst>
              <a:ext uri="{FF2B5EF4-FFF2-40B4-BE49-F238E27FC236}">
                <a16:creationId xmlns:a16="http://schemas.microsoft.com/office/drawing/2014/main" id="{F7249099-EAE8-15A9-5DD9-4B8BD6C1137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1463" y="244800"/>
            <a:ext cx="11650662" cy="62594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noProof="0" dirty="0"/>
              <a:t>Insert title</a:t>
            </a:r>
          </a:p>
        </p:txBody>
      </p:sp>
      <p:sp>
        <p:nvSpPr>
          <p:cNvPr id="8" name="Textplatzhalter 27">
            <a:extLst>
              <a:ext uri="{FF2B5EF4-FFF2-40B4-BE49-F238E27FC236}">
                <a16:creationId xmlns:a16="http://schemas.microsoft.com/office/drawing/2014/main" id="{9EB74D43-ABA5-E11E-DD85-85CF51186C28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3230670" y="2727605"/>
            <a:ext cx="2574000" cy="421200"/>
          </a:xfrm>
        </p:spPr>
        <p:txBody>
          <a:bodyPr/>
          <a:lstStyle>
            <a:lvl1pPr>
              <a:lnSpc>
                <a:spcPct val="98000"/>
              </a:lnSpc>
              <a:defRPr sz="1500" b="0">
                <a:solidFill>
                  <a:schemeClr val="bg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 dirty="0"/>
              <a:t>Insert content</a:t>
            </a:r>
          </a:p>
        </p:txBody>
      </p:sp>
      <p:sp>
        <p:nvSpPr>
          <p:cNvPr id="10" name="Textplatzhalter 27">
            <a:extLst>
              <a:ext uri="{FF2B5EF4-FFF2-40B4-BE49-F238E27FC236}">
                <a16:creationId xmlns:a16="http://schemas.microsoft.com/office/drawing/2014/main" id="{048FC5CC-2121-56F3-C3F5-B5C874FFB12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76264" y="1826540"/>
            <a:ext cx="2574000" cy="684000"/>
          </a:xfrm>
        </p:spPr>
        <p:txBody>
          <a:bodyPr/>
          <a:lstStyle>
            <a:lvl1pPr>
              <a:defRPr sz="4700" b="1">
                <a:solidFill>
                  <a:schemeClr val="bg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 dirty="0"/>
              <a:t>00</a:t>
            </a:r>
          </a:p>
        </p:txBody>
      </p:sp>
      <p:sp>
        <p:nvSpPr>
          <p:cNvPr id="11" name="Textplatzhalter 27">
            <a:extLst>
              <a:ext uri="{FF2B5EF4-FFF2-40B4-BE49-F238E27FC236}">
                <a16:creationId xmlns:a16="http://schemas.microsoft.com/office/drawing/2014/main" id="{BB0B7B4E-7C57-28E9-4CB9-B4570ABC59C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230960" y="1821778"/>
            <a:ext cx="2574000" cy="684000"/>
          </a:xfrm>
        </p:spPr>
        <p:txBody>
          <a:bodyPr/>
          <a:lstStyle>
            <a:lvl1pPr>
              <a:defRPr sz="4700" b="1">
                <a:solidFill>
                  <a:schemeClr val="bg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 dirty="0"/>
              <a:t>00</a:t>
            </a:r>
          </a:p>
        </p:txBody>
      </p:sp>
      <p:sp>
        <p:nvSpPr>
          <p:cNvPr id="14" name="Textplatzhalter 27">
            <a:extLst>
              <a:ext uri="{FF2B5EF4-FFF2-40B4-BE49-F238E27FC236}">
                <a16:creationId xmlns:a16="http://schemas.microsoft.com/office/drawing/2014/main" id="{A8FF8281-AD66-C77E-347B-07E4F503BA1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276264" y="2732367"/>
            <a:ext cx="2574000" cy="421200"/>
          </a:xfrm>
        </p:spPr>
        <p:txBody>
          <a:bodyPr/>
          <a:lstStyle>
            <a:lvl1pPr>
              <a:lnSpc>
                <a:spcPct val="98000"/>
              </a:lnSpc>
              <a:defRPr sz="1500" b="0">
                <a:solidFill>
                  <a:schemeClr val="bg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 dirty="0"/>
              <a:t>Insert content</a:t>
            </a:r>
          </a:p>
        </p:txBody>
      </p:sp>
      <p:sp>
        <p:nvSpPr>
          <p:cNvPr id="40" name="Textplatzhalter 27">
            <a:extLst>
              <a:ext uri="{FF2B5EF4-FFF2-40B4-BE49-F238E27FC236}">
                <a16:creationId xmlns:a16="http://schemas.microsoft.com/office/drawing/2014/main" id="{55EE194A-C397-2617-7780-D86A48CAE74D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275974" y="4611686"/>
            <a:ext cx="2574000" cy="421200"/>
          </a:xfrm>
        </p:spPr>
        <p:txBody>
          <a:bodyPr/>
          <a:lstStyle>
            <a:lvl1pPr>
              <a:lnSpc>
                <a:spcPct val="98000"/>
              </a:lnSpc>
              <a:defRPr sz="1500" b="0">
                <a:solidFill>
                  <a:schemeClr val="bg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 dirty="0"/>
              <a:t>Insert content</a:t>
            </a:r>
          </a:p>
        </p:txBody>
      </p:sp>
      <p:sp>
        <p:nvSpPr>
          <p:cNvPr id="44" name="Textplatzhalter 27">
            <a:extLst>
              <a:ext uri="{FF2B5EF4-FFF2-40B4-BE49-F238E27FC236}">
                <a16:creationId xmlns:a16="http://schemas.microsoft.com/office/drawing/2014/main" id="{DBF35E7F-D953-CAA9-3A99-15E4880E3A1C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192311" y="2742005"/>
            <a:ext cx="2574000" cy="421200"/>
          </a:xfrm>
        </p:spPr>
        <p:txBody>
          <a:bodyPr/>
          <a:lstStyle>
            <a:lvl1pPr>
              <a:lnSpc>
                <a:spcPct val="98000"/>
              </a:lnSpc>
              <a:defRPr sz="1500" b="0">
                <a:solidFill>
                  <a:schemeClr val="bg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 dirty="0"/>
              <a:t>Insert content</a:t>
            </a:r>
          </a:p>
        </p:txBody>
      </p:sp>
      <p:sp>
        <p:nvSpPr>
          <p:cNvPr id="50" name="Textplatzhalter 27">
            <a:extLst>
              <a:ext uri="{FF2B5EF4-FFF2-40B4-BE49-F238E27FC236}">
                <a16:creationId xmlns:a16="http://schemas.microsoft.com/office/drawing/2014/main" id="{692AC1F8-AB87-40B3-4118-64C6B6A63F00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6195128" y="4608625"/>
            <a:ext cx="2574000" cy="421200"/>
          </a:xfrm>
        </p:spPr>
        <p:txBody>
          <a:bodyPr/>
          <a:lstStyle>
            <a:lvl1pPr>
              <a:lnSpc>
                <a:spcPct val="98000"/>
              </a:lnSpc>
              <a:defRPr sz="1500" b="0">
                <a:solidFill>
                  <a:schemeClr val="bg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 dirty="0"/>
              <a:t>Insert content</a:t>
            </a:r>
          </a:p>
        </p:txBody>
      </p:sp>
      <p:sp>
        <p:nvSpPr>
          <p:cNvPr id="51" name="Textplatzhalter 27">
            <a:extLst>
              <a:ext uri="{FF2B5EF4-FFF2-40B4-BE49-F238E27FC236}">
                <a16:creationId xmlns:a16="http://schemas.microsoft.com/office/drawing/2014/main" id="{8B875A59-87E2-329A-FECC-BEA7FE43BA9A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232838" y="4611686"/>
            <a:ext cx="2574000" cy="421200"/>
          </a:xfrm>
        </p:spPr>
        <p:txBody>
          <a:bodyPr/>
          <a:lstStyle>
            <a:lvl1pPr>
              <a:lnSpc>
                <a:spcPct val="98000"/>
              </a:lnSpc>
              <a:defRPr sz="1500" b="0">
                <a:solidFill>
                  <a:schemeClr val="bg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 dirty="0"/>
              <a:t>Insert content</a:t>
            </a:r>
          </a:p>
        </p:txBody>
      </p:sp>
      <p:sp>
        <p:nvSpPr>
          <p:cNvPr id="52" name="Textplatzhalter 27">
            <a:extLst>
              <a:ext uri="{FF2B5EF4-FFF2-40B4-BE49-F238E27FC236}">
                <a16:creationId xmlns:a16="http://schemas.microsoft.com/office/drawing/2014/main" id="{69DCED49-C168-77C0-6547-0CADBD711BD1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233128" y="3705859"/>
            <a:ext cx="2574000" cy="684000"/>
          </a:xfrm>
        </p:spPr>
        <p:txBody>
          <a:bodyPr/>
          <a:lstStyle>
            <a:lvl1pPr>
              <a:defRPr sz="4700" b="1">
                <a:solidFill>
                  <a:schemeClr val="bg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 dirty="0"/>
              <a:t>00</a:t>
            </a:r>
          </a:p>
        </p:txBody>
      </p:sp>
      <p:sp>
        <p:nvSpPr>
          <p:cNvPr id="53" name="Textplatzhalter 27">
            <a:extLst>
              <a:ext uri="{FF2B5EF4-FFF2-40B4-BE49-F238E27FC236}">
                <a16:creationId xmlns:a16="http://schemas.microsoft.com/office/drawing/2014/main" id="{E691F604-DB24-E1B1-CD8D-23BFFC1444A1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276264" y="3705859"/>
            <a:ext cx="2574000" cy="684000"/>
          </a:xfrm>
        </p:spPr>
        <p:txBody>
          <a:bodyPr/>
          <a:lstStyle>
            <a:lvl1pPr>
              <a:defRPr sz="4700" b="1">
                <a:solidFill>
                  <a:schemeClr val="bg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 dirty="0"/>
              <a:t>00</a:t>
            </a:r>
          </a:p>
        </p:txBody>
      </p:sp>
      <p:sp>
        <p:nvSpPr>
          <p:cNvPr id="54" name="Textplatzhalter 27">
            <a:extLst>
              <a:ext uri="{FF2B5EF4-FFF2-40B4-BE49-F238E27FC236}">
                <a16:creationId xmlns:a16="http://schemas.microsoft.com/office/drawing/2014/main" id="{48B584AC-71CB-16D8-E722-8AC5553FE598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192602" y="1836179"/>
            <a:ext cx="2574000" cy="684000"/>
          </a:xfrm>
        </p:spPr>
        <p:txBody>
          <a:bodyPr/>
          <a:lstStyle>
            <a:lvl1pPr>
              <a:defRPr sz="4700" b="1">
                <a:solidFill>
                  <a:schemeClr val="bg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 dirty="0"/>
              <a:t>00</a:t>
            </a:r>
          </a:p>
        </p:txBody>
      </p:sp>
      <p:sp>
        <p:nvSpPr>
          <p:cNvPr id="55" name="Textplatzhalter 27">
            <a:extLst>
              <a:ext uri="{FF2B5EF4-FFF2-40B4-BE49-F238E27FC236}">
                <a16:creationId xmlns:a16="http://schemas.microsoft.com/office/drawing/2014/main" id="{64EFC00D-C82F-63F3-901A-E32AA5563D77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6195418" y="3702798"/>
            <a:ext cx="2574000" cy="684000"/>
          </a:xfrm>
        </p:spPr>
        <p:txBody>
          <a:bodyPr/>
          <a:lstStyle>
            <a:lvl1pPr>
              <a:defRPr sz="4700" b="1">
                <a:solidFill>
                  <a:schemeClr val="bg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 dirty="0"/>
              <a:t>00</a:t>
            </a:r>
          </a:p>
        </p:txBody>
      </p:sp>
      <p:sp>
        <p:nvSpPr>
          <p:cNvPr id="56" name="Textplatzhalter 27">
            <a:extLst>
              <a:ext uri="{FF2B5EF4-FFF2-40B4-BE49-F238E27FC236}">
                <a16:creationId xmlns:a16="http://schemas.microsoft.com/office/drawing/2014/main" id="{2F484B0C-2F5D-4A41-8BBA-C15A9F143EB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9150114" y="1831417"/>
            <a:ext cx="2574000" cy="684000"/>
          </a:xfrm>
        </p:spPr>
        <p:txBody>
          <a:bodyPr/>
          <a:lstStyle>
            <a:lvl1pPr>
              <a:defRPr sz="4700" b="1">
                <a:solidFill>
                  <a:schemeClr val="bg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 dirty="0"/>
              <a:t>00</a:t>
            </a:r>
          </a:p>
        </p:txBody>
      </p:sp>
      <p:sp>
        <p:nvSpPr>
          <p:cNvPr id="57" name="Textplatzhalter 27">
            <a:extLst>
              <a:ext uri="{FF2B5EF4-FFF2-40B4-BE49-F238E27FC236}">
                <a16:creationId xmlns:a16="http://schemas.microsoft.com/office/drawing/2014/main" id="{4885B59F-449F-B852-F442-3B1C68A2AA63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149824" y="2737244"/>
            <a:ext cx="2574000" cy="421200"/>
          </a:xfrm>
        </p:spPr>
        <p:txBody>
          <a:bodyPr/>
          <a:lstStyle>
            <a:lvl1pPr>
              <a:lnSpc>
                <a:spcPct val="98000"/>
              </a:lnSpc>
              <a:defRPr sz="1500" b="0">
                <a:solidFill>
                  <a:schemeClr val="bg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 dirty="0"/>
              <a:t>Insert content</a:t>
            </a:r>
          </a:p>
        </p:txBody>
      </p:sp>
      <p:sp>
        <p:nvSpPr>
          <p:cNvPr id="58" name="Textplatzhalter 27">
            <a:extLst>
              <a:ext uri="{FF2B5EF4-FFF2-40B4-BE49-F238E27FC236}">
                <a16:creationId xmlns:a16="http://schemas.microsoft.com/office/drawing/2014/main" id="{AA5DC075-9286-B8C4-CD9F-B561C39392C6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152282" y="3702798"/>
            <a:ext cx="2574000" cy="684000"/>
          </a:xfrm>
        </p:spPr>
        <p:txBody>
          <a:bodyPr/>
          <a:lstStyle>
            <a:lvl1pPr>
              <a:defRPr sz="4700" b="1">
                <a:solidFill>
                  <a:schemeClr val="bg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 dirty="0"/>
              <a:t>00</a:t>
            </a:r>
          </a:p>
        </p:txBody>
      </p:sp>
      <p:sp>
        <p:nvSpPr>
          <p:cNvPr id="59" name="Textplatzhalter 27">
            <a:extLst>
              <a:ext uri="{FF2B5EF4-FFF2-40B4-BE49-F238E27FC236}">
                <a16:creationId xmlns:a16="http://schemas.microsoft.com/office/drawing/2014/main" id="{2B7C5942-88D4-4AE4-D493-E6EB256531BC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9151992" y="4608624"/>
            <a:ext cx="2574000" cy="421200"/>
          </a:xfrm>
        </p:spPr>
        <p:txBody>
          <a:bodyPr/>
          <a:lstStyle>
            <a:lvl1pPr>
              <a:lnSpc>
                <a:spcPct val="98000"/>
              </a:lnSpc>
              <a:defRPr sz="1500" b="0">
                <a:solidFill>
                  <a:schemeClr val="bg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 dirty="0"/>
              <a:t>Insert content</a:t>
            </a:r>
          </a:p>
        </p:txBody>
      </p:sp>
    </p:spTree>
    <p:extLst>
      <p:ext uri="{BB962C8B-B14F-4D97-AF65-F5344CB8AC3E}">
        <p14:creationId xmlns:p14="http://schemas.microsoft.com/office/powerpoint/2010/main" val="4093960694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cht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noProof="0" dirty="0"/>
              <a:t>Insert title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271460" y="3228982"/>
            <a:ext cx="2775600" cy="2259037"/>
          </a:xfrm>
        </p:spPr>
        <p:txBody>
          <a:bodyPr vert="horz" lIns="0" tIns="0" rIns="0" bIns="0" rtlCol="0">
            <a:noAutofit/>
          </a:bodyPr>
          <a:lstStyle>
            <a:lvl1pPr>
              <a:defRPr lang="de-CH" dirty="0"/>
            </a:lvl1pPr>
            <a:lvl2pPr>
              <a:defRPr lang="de-CH" noProof="0" dirty="0"/>
            </a:lvl2pPr>
            <a:lvl3pPr>
              <a:defRPr lang="de-CH" dirty="0"/>
            </a:lvl3pPr>
            <a:lvl4pPr>
              <a:defRPr lang="de-CH" dirty="0"/>
            </a:lvl4pPr>
            <a:lvl5pPr>
              <a:defRPr lang="de-CH" dirty="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07E4E3B-B029-4FB4-981D-E15979CD6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3A9771-FEDF-4EB5-8B31-317E659CFCEB}" type="datetime1">
              <a:rPr lang="en-GB" noProof="0" smtClean="0"/>
              <a:t>05/03/2026</a:t>
            </a:fld>
            <a:endParaRPr lang="en-GB" noProof="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3A6D9A-857D-4B6F-B977-93015D039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/>
              <a:t>Grgic Anto</a:t>
            </a:r>
            <a:endParaRPr lang="en-GB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FACFD7-BF65-4DA8-AFDF-1BA2EB682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sp>
        <p:nvSpPr>
          <p:cNvPr id="10" name="Inhaltsplatzhalter 2">
            <a:extLst>
              <a:ext uri="{FF2B5EF4-FFF2-40B4-BE49-F238E27FC236}">
                <a16:creationId xmlns:a16="http://schemas.microsoft.com/office/drawing/2014/main" id="{AAED8CC9-45E8-1A12-FE4B-99B48514CF4E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3231317" y="3228982"/>
            <a:ext cx="2775600" cy="2259037"/>
          </a:xfrm>
        </p:spPr>
        <p:txBody>
          <a:bodyPr vert="horz" lIns="0" tIns="0" rIns="0" bIns="0" rtlCol="0">
            <a:noAutofit/>
          </a:bodyPr>
          <a:lstStyle>
            <a:lvl1pPr>
              <a:defRPr lang="de-CH" dirty="0"/>
            </a:lvl1pPr>
            <a:lvl2pPr>
              <a:defRPr lang="de-CH" noProof="0" dirty="0"/>
            </a:lvl2pPr>
            <a:lvl3pPr>
              <a:defRPr lang="de-CH" dirty="0"/>
            </a:lvl3pPr>
            <a:lvl4pPr>
              <a:defRPr lang="de-CH" dirty="0"/>
            </a:lvl4pPr>
            <a:lvl5pPr>
              <a:defRPr lang="de-CH" dirty="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11" name="Inhaltsplatzhalter 2">
            <a:extLst>
              <a:ext uri="{FF2B5EF4-FFF2-40B4-BE49-F238E27FC236}">
                <a16:creationId xmlns:a16="http://schemas.microsoft.com/office/drawing/2014/main" id="{B0E65F99-D41E-97A8-5B90-921DFF4F75CF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6191174" y="3228982"/>
            <a:ext cx="2775600" cy="2259037"/>
          </a:xfrm>
        </p:spPr>
        <p:txBody>
          <a:bodyPr vert="horz" lIns="0" tIns="0" rIns="0" bIns="0" rtlCol="0">
            <a:noAutofit/>
          </a:bodyPr>
          <a:lstStyle>
            <a:lvl1pPr>
              <a:defRPr lang="de-CH"/>
            </a:lvl1pPr>
            <a:lvl2pPr>
              <a:defRPr lang="de-CH" noProof="0" dirty="0"/>
            </a:lvl2pPr>
            <a:lvl3pPr>
              <a:defRPr lang="de-CH"/>
            </a:lvl3pPr>
            <a:lvl4pPr>
              <a:defRPr lang="de-CH"/>
            </a:lvl4pPr>
            <a:lvl5pPr>
              <a:defRPr lang="de-CH" dirty="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12" name="Inhaltsplatzhalter 2">
            <a:extLst>
              <a:ext uri="{FF2B5EF4-FFF2-40B4-BE49-F238E27FC236}">
                <a16:creationId xmlns:a16="http://schemas.microsoft.com/office/drawing/2014/main" id="{E2B30555-3BA5-1953-D982-C69CB839D8F4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9151032" y="3228982"/>
            <a:ext cx="2775600" cy="2259037"/>
          </a:xfrm>
        </p:spPr>
        <p:txBody>
          <a:bodyPr vert="horz" lIns="0" tIns="0" rIns="0" bIns="0" rtlCol="0">
            <a:noAutofit/>
          </a:bodyPr>
          <a:lstStyle>
            <a:lvl1pPr>
              <a:defRPr lang="de-CH"/>
            </a:lvl1pPr>
            <a:lvl2pPr>
              <a:defRPr lang="de-CH" noProof="0" dirty="0"/>
            </a:lvl2pPr>
            <a:lvl3pPr>
              <a:defRPr lang="de-CH"/>
            </a:lvl3pPr>
            <a:lvl4pPr>
              <a:defRPr lang="de-CH"/>
            </a:lvl4pPr>
            <a:lvl5pPr>
              <a:defRPr lang="de-CH" dirty="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16" name="Inhaltsplatzhalter 2">
            <a:extLst>
              <a:ext uri="{FF2B5EF4-FFF2-40B4-BE49-F238E27FC236}">
                <a16:creationId xmlns:a16="http://schemas.microsoft.com/office/drawing/2014/main" id="{B4DAEC7F-9097-CC65-18FC-ABDF8656180C}"/>
              </a:ext>
            </a:extLst>
          </p:cNvPr>
          <p:cNvSpPr>
            <a:spLocks noGrp="1"/>
          </p:cNvSpPr>
          <p:nvPr>
            <p:ph idx="19" hasCustomPrompt="1"/>
          </p:nvPr>
        </p:nvSpPr>
        <p:spPr>
          <a:xfrm>
            <a:off x="9151031" y="1371600"/>
            <a:ext cx="2775600" cy="1716981"/>
          </a:xfrm>
        </p:spPr>
        <p:txBody>
          <a:bodyPr/>
          <a:lstStyle>
            <a:lvl1pPr>
              <a:defRPr/>
            </a:lvl1pPr>
            <a:lvl2pPr marL="226800" indent="-226800">
              <a:buFont typeface="Source Sans Pro" panose="020B0503030403020204" pitchFamily="34" charset="0"/>
              <a:buChar char="―"/>
              <a:defRPr/>
            </a:lvl2pPr>
            <a:lvl3pPr marL="658800" indent="-226800">
              <a:buFont typeface="Source Sans Pro" panose="020B0503030403020204" pitchFamily="34" charset="0"/>
              <a:buChar char="―"/>
              <a:defRPr/>
            </a:lvl3pPr>
            <a:lvl4pPr marL="1090800" indent="-226800">
              <a:buFont typeface="Source Sans Pro" panose="020B0503030403020204" pitchFamily="34" charset="0"/>
              <a:buChar char="―"/>
              <a:defRPr/>
            </a:lvl4pPr>
            <a:lvl5pPr marL="1522800" indent="-226800">
              <a:buFont typeface="Source Sans Pro" panose="020B0503030403020204" pitchFamily="34" charset="0"/>
              <a:buChar char="―"/>
              <a:defRPr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22" name="Inhaltsplatzhalter 2">
            <a:extLst>
              <a:ext uri="{FF2B5EF4-FFF2-40B4-BE49-F238E27FC236}">
                <a16:creationId xmlns:a16="http://schemas.microsoft.com/office/drawing/2014/main" id="{999A24F7-6F45-D408-172F-9FCB5D02667F}"/>
              </a:ext>
            </a:extLst>
          </p:cNvPr>
          <p:cNvSpPr>
            <a:spLocks noGrp="1"/>
          </p:cNvSpPr>
          <p:nvPr>
            <p:ph idx="20" hasCustomPrompt="1"/>
          </p:nvPr>
        </p:nvSpPr>
        <p:spPr>
          <a:xfrm>
            <a:off x="6191174" y="1371600"/>
            <a:ext cx="2775600" cy="1716981"/>
          </a:xfrm>
        </p:spPr>
        <p:txBody>
          <a:bodyPr/>
          <a:lstStyle>
            <a:lvl1pPr>
              <a:defRPr/>
            </a:lvl1pPr>
            <a:lvl2pPr marL="226800" indent="-226800">
              <a:buFont typeface="Source Sans Pro" panose="020B0503030403020204" pitchFamily="34" charset="0"/>
              <a:buChar char="―"/>
              <a:defRPr/>
            </a:lvl2pPr>
            <a:lvl3pPr marL="658800" indent="-226800">
              <a:buFont typeface="Source Sans Pro" panose="020B0503030403020204" pitchFamily="34" charset="0"/>
              <a:buChar char="―"/>
              <a:defRPr/>
            </a:lvl3pPr>
            <a:lvl4pPr marL="1090800" indent="-226800">
              <a:buFont typeface="Source Sans Pro" panose="020B0503030403020204" pitchFamily="34" charset="0"/>
              <a:buChar char="―"/>
              <a:defRPr/>
            </a:lvl4pPr>
            <a:lvl5pPr marL="1522800" indent="-226800">
              <a:buFont typeface="Source Sans Pro" panose="020B0503030403020204" pitchFamily="34" charset="0"/>
              <a:buChar char="―"/>
              <a:defRPr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23" name="Inhaltsplatzhalter 2">
            <a:extLst>
              <a:ext uri="{FF2B5EF4-FFF2-40B4-BE49-F238E27FC236}">
                <a16:creationId xmlns:a16="http://schemas.microsoft.com/office/drawing/2014/main" id="{F564AFF4-7AFB-5D44-CE32-7B8A59C91178}"/>
              </a:ext>
            </a:extLst>
          </p:cNvPr>
          <p:cNvSpPr>
            <a:spLocks noGrp="1"/>
          </p:cNvSpPr>
          <p:nvPr>
            <p:ph idx="21" hasCustomPrompt="1"/>
          </p:nvPr>
        </p:nvSpPr>
        <p:spPr>
          <a:xfrm>
            <a:off x="3231317" y="1371600"/>
            <a:ext cx="2775600" cy="1716981"/>
          </a:xfrm>
        </p:spPr>
        <p:txBody>
          <a:bodyPr/>
          <a:lstStyle>
            <a:lvl1pPr>
              <a:defRPr/>
            </a:lvl1pPr>
            <a:lvl2pPr marL="226800" indent="-226800">
              <a:buFont typeface="Source Sans Pro" panose="020B0503030403020204" pitchFamily="34" charset="0"/>
              <a:buChar char="―"/>
              <a:defRPr/>
            </a:lvl2pPr>
            <a:lvl3pPr marL="658800" indent="-226800">
              <a:buFont typeface="Source Sans Pro" panose="020B0503030403020204" pitchFamily="34" charset="0"/>
              <a:buChar char="―"/>
              <a:defRPr/>
            </a:lvl3pPr>
            <a:lvl4pPr marL="1090800" indent="-226800">
              <a:buFont typeface="Source Sans Pro" panose="020B0503030403020204" pitchFamily="34" charset="0"/>
              <a:buChar char="―"/>
              <a:defRPr/>
            </a:lvl4pPr>
            <a:lvl5pPr marL="1522800" indent="-226800">
              <a:buFont typeface="Source Sans Pro" panose="020B0503030403020204" pitchFamily="34" charset="0"/>
              <a:buChar char="―"/>
              <a:defRPr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24" name="Inhaltsplatzhalter 2">
            <a:extLst>
              <a:ext uri="{FF2B5EF4-FFF2-40B4-BE49-F238E27FC236}">
                <a16:creationId xmlns:a16="http://schemas.microsoft.com/office/drawing/2014/main" id="{A71E75C8-391E-2558-3A91-AA1F31A93B05}"/>
              </a:ext>
            </a:extLst>
          </p:cNvPr>
          <p:cNvSpPr>
            <a:spLocks noGrp="1"/>
          </p:cNvSpPr>
          <p:nvPr>
            <p:ph idx="22" hasCustomPrompt="1"/>
          </p:nvPr>
        </p:nvSpPr>
        <p:spPr>
          <a:xfrm>
            <a:off x="271460" y="1371600"/>
            <a:ext cx="2775600" cy="1716981"/>
          </a:xfrm>
        </p:spPr>
        <p:txBody>
          <a:bodyPr/>
          <a:lstStyle>
            <a:lvl1pPr>
              <a:tabLst>
                <a:tab pos="1704975" algn="l"/>
              </a:tabLst>
              <a:defRPr/>
            </a:lvl1pPr>
            <a:lvl2pPr marL="226800" indent="-226800">
              <a:buFont typeface="Source Sans Pro" panose="020B0503030403020204" pitchFamily="34" charset="0"/>
              <a:buChar char="―"/>
              <a:defRPr/>
            </a:lvl2pPr>
            <a:lvl3pPr marL="658800" indent="-226800">
              <a:buFont typeface="Source Sans Pro" panose="020B0503030403020204" pitchFamily="34" charset="0"/>
              <a:buChar char="―"/>
              <a:defRPr/>
            </a:lvl3pPr>
            <a:lvl4pPr marL="1090800" indent="-226800">
              <a:buFont typeface="Source Sans Pro" panose="020B0503030403020204" pitchFamily="34" charset="0"/>
              <a:buChar char="―"/>
              <a:defRPr/>
            </a:lvl4pPr>
            <a:lvl5pPr marL="1522800" indent="-226800">
              <a:buFont typeface="Source Sans Pro" panose="020B0503030403020204" pitchFamily="34" charset="0"/>
              <a:buChar char="―"/>
              <a:defRPr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7" name="Textplatzhalter 8">
            <a:extLst>
              <a:ext uri="{FF2B5EF4-FFF2-40B4-BE49-F238E27FC236}">
                <a16:creationId xmlns:a16="http://schemas.microsoft.com/office/drawing/2014/main" id="{3E32DEA9-77CE-B434-4A3D-3AAB04FD784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70000" y="6019388"/>
            <a:ext cx="5736917" cy="205200"/>
          </a:xfrm>
        </p:spPr>
        <p:txBody>
          <a:bodyPr/>
          <a:lstStyle>
            <a:lvl1pPr>
              <a:lnSpc>
                <a:spcPct val="109000"/>
              </a:lnSpc>
              <a:defRPr sz="12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GB" noProof="0" dirty="0"/>
              <a:t>Insert source</a:t>
            </a:r>
          </a:p>
        </p:txBody>
      </p:sp>
    </p:spTree>
    <p:extLst>
      <p:ext uri="{BB962C8B-B14F-4D97-AF65-F5344CB8AC3E}">
        <p14:creationId xmlns:p14="http://schemas.microsoft.com/office/powerpoint/2010/main" val="22200805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ontak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07E4E3B-B029-4FB4-981D-E15979CD6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691FF8-B7CE-4EC3-A346-E51C1211B498}" type="datetime1">
              <a:rPr lang="en-GB" noProof="0" smtClean="0"/>
              <a:t>05/03/2026</a:t>
            </a:fld>
            <a:endParaRPr lang="en-GB" noProof="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3A6D9A-857D-4B6F-B977-93015D039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/>
              <a:t>Grgic Anto</a:t>
            </a:r>
            <a:endParaRPr lang="en-GB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FACFD7-BF65-4DA8-AFDF-1BA2EB682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sp>
        <p:nvSpPr>
          <p:cNvPr id="24" name="Inhaltsplatzhalter 2">
            <a:extLst>
              <a:ext uri="{FF2B5EF4-FFF2-40B4-BE49-F238E27FC236}">
                <a16:creationId xmlns:a16="http://schemas.microsoft.com/office/drawing/2014/main" id="{A71E75C8-391E-2558-3A91-AA1F31A93B05}"/>
              </a:ext>
            </a:extLst>
          </p:cNvPr>
          <p:cNvSpPr>
            <a:spLocks noGrp="1"/>
          </p:cNvSpPr>
          <p:nvPr>
            <p:ph idx="22" hasCustomPrompt="1"/>
          </p:nvPr>
        </p:nvSpPr>
        <p:spPr>
          <a:xfrm>
            <a:off x="270582" y="2700000"/>
            <a:ext cx="2778003" cy="3524588"/>
          </a:xfrm>
        </p:spPr>
        <p:txBody>
          <a:bodyPr vert="horz" lIns="0" tIns="0" rIns="0" bIns="0" rtlCol="0">
            <a:noAutofit/>
          </a:bodyPr>
          <a:lstStyle>
            <a:lvl1pPr>
              <a:defRPr lang="de-CH" dirty="0"/>
            </a:lvl1pPr>
            <a:lvl2pPr>
              <a:defRPr lang="de-CH" noProof="0" dirty="0"/>
            </a:lvl2pPr>
            <a:lvl3pPr>
              <a:defRPr lang="de-CH" dirty="0"/>
            </a:lvl3pPr>
            <a:lvl4pPr>
              <a:defRPr lang="de-CH" dirty="0"/>
            </a:lvl4pPr>
            <a:lvl5pPr>
              <a:defRPr lang="de-CH" dirty="0"/>
            </a:lvl5pPr>
          </a:lstStyle>
          <a:p>
            <a:pPr lvl="0"/>
            <a:r>
              <a:rPr lang="en-GB" noProof="0" dirty="0"/>
              <a:t>Contact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D08ED976-BD70-59ED-B970-3FA256DEEE5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582" y="263785"/>
            <a:ext cx="1590020" cy="550800"/>
          </a:xfrm>
          <a:prstGeom prst="rect">
            <a:avLst/>
          </a:prstGeom>
        </p:spPr>
      </p:pic>
      <p:sp>
        <p:nvSpPr>
          <p:cNvPr id="14" name="Inhaltsplatzhalter 2">
            <a:extLst>
              <a:ext uri="{FF2B5EF4-FFF2-40B4-BE49-F238E27FC236}">
                <a16:creationId xmlns:a16="http://schemas.microsoft.com/office/drawing/2014/main" id="{DADD2F24-DA82-E6C1-DFC7-E7D6DA1F104A}"/>
              </a:ext>
            </a:extLst>
          </p:cNvPr>
          <p:cNvSpPr>
            <a:spLocks noGrp="1"/>
          </p:cNvSpPr>
          <p:nvPr>
            <p:ph idx="24" hasCustomPrompt="1"/>
          </p:nvPr>
        </p:nvSpPr>
        <p:spPr>
          <a:xfrm>
            <a:off x="276512" y="1389564"/>
            <a:ext cx="856800" cy="856800"/>
          </a:xfrm>
        </p:spPr>
        <p:txBody>
          <a:bodyPr anchor="ctr"/>
          <a:lstStyle>
            <a:lvl1pPr algn="ctr">
              <a:tabLst>
                <a:tab pos="1704975" algn="l"/>
              </a:tabLst>
              <a:defRPr/>
            </a:lvl1pPr>
            <a:lvl2pPr marL="174625" indent="-174625">
              <a:buFont typeface="Source Sans Pro" panose="020B0503030403020204" pitchFamily="34" charset="0"/>
              <a:buChar char="―"/>
              <a:defRPr/>
            </a:lvl2pPr>
            <a:lvl3pPr marL="360363" indent="-185738">
              <a:buFont typeface="Source Sans Pro" panose="020B0503030403020204" pitchFamily="34" charset="0"/>
              <a:buChar char="―"/>
              <a:defRPr/>
            </a:lvl3pPr>
            <a:lvl4pPr marL="534988" indent="-174625">
              <a:buFont typeface="Source Sans Pro" panose="020B0503030403020204" pitchFamily="34" charset="0"/>
              <a:buChar char="―"/>
              <a:defRPr/>
            </a:lvl4pPr>
            <a:lvl5pPr marL="719138" indent="-184150">
              <a:buFont typeface="Source Sans Pro" panose="020B0503030403020204" pitchFamily="34" charset="0"/>
              <a:buChar char="―"/>
              <a:defRPr/>
            </a:lvl5pPr>
          </a:lstStyle>
          <a:p>
            <a:pPr lvl="0"/>
            <a:r>
              <a:rPr lang="en-GB" noProof="0" dirty="0"/>
              <a:t>QR-Code</a:t>
            </a:r>
          </a:p>
        </p:txBody>
      </p:sp>
      <p:cxnSp>
        <p:nvCxnSpPr>
          <p:cNvPr id="15" name="Gerader Verbinder 14">
            <a:extLst>
              <a:ext uri="{FF2B5EF4-FFF2-40B4-BE49-F238E27FC236}">
                <a16:creationId xmlns:a16="http://schemas.microsoft.com/office/drawing/2014/main" id="{B8FD34BD-5602-5735-423C-351E3E46BFED}"/>
              </a:ext>
            </a:extLst>
          </p:cNvPr>
          <p:cNvCxnSpPr>
            <a:cxnSpLocks/>
          </p:cNvCxnSpPr>
          <p:nvPr userDrawn="1"/>
        </p:nvCxnSpPr>
        <p:spPr>
          <a:xfrm>
            <a:off x="270582" y="2492896"/>
            <a:ext cx="277800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73584708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 noProof="0" dirty="0"/>
              <a:t>Insert title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9846EAAB-E9CC-4FBB-A777-DFD68618EF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11CE76-746B-4D58-8B44-9105BE8285E3}" type="datetime1">
              <a:rPr lang="en-GB" noProof="0" smtClean="0"/>
              <a:t>05/03/2026</a:t>
            </a:fld>
            <a:endParaRPr lang="en-GB" noProof="0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4490A60D-3123-4534-B4E1-1B214E4023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/>
              <a:t>Grgic Anto</a:t>
            </a:r>
            <a:endParaRPr lang="en-GB" noProof="0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CA66DD1-3165-483D-99FB-202ADC04E1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3837984409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B84E75BB-61FF-4F7E-9CDB-A5E34775C9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761F74-EB35-4861-A493-181201845457}" type="datetime1">
              <a:rPr lang="en-GB" noProof="0" smtClean="0"/>
              <a:t>05/03/2026</a:t>
            </a:fld>
            <a:endParaRPr lang="en-GB" noProof="0" dirty="0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B909AB7D-DBAB-4FFF-BA65-85B9521162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/>
              <a:t>Grgic Anto</a:t>
            </a:r>
            <a:endParaRPr lang="en-GB" noProof="0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EB9B7570-0B3E-4F91-B744-978CA7BDE9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40054461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271463" y="244800"/>
            <a:ext cx="11650662" cy="625944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GB" noProof="0" dirty="0"/>
              <a:t>Insert title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271461" y="870744"/>
            <a:ext cx="11650663" cy="535384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10416480" y="6424761"/>
            <a:ext cx="1189348" cy="144016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lnSpc>
                <a:spcPct val="98000"/>
              </a:lnSpc>
              <a:defRPr sz="1000">
                <a:solidFill>
                  <a:schemeClr val="tx1"/>
                </a:solidFill>
              </a:defRPr>
            </a:lvl1pPr>
          </a:lstStyle>
          <a:p>
            <a:fld id="{ACFC5840-8FE0-42F7-AFBC-7CEE90AF5A88}" type="datetime1">
              <a:rPr lang="en-GB" noProof="0" smtClean="0"/>
              <a:t>05/03/2026</a:t>
            </a:fld>
            <a:endParaRPr lang="en-GB" noProof="0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1522276" y="6424761"/>
            <a:ext cx="7922096" cy="144016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lnSpc>
                <a:spcPct val="98000"/>
              </a:lnSpc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Grgic Anto</a:t>
            </a:r>
            <a:endParaRPr lang="en-GB" noProof="0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11712624" y="6424761"/>
            <a:ext cx="209500" cy="144016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lnSpc>
                <a:spcPct val="98000"/>
              </a:lnSpc>
              <a:defRPr sz="1000">
                <a:solidFill>
                  <a:schemeClr val="tx1"/>
                </a:solidFill>
              </a:defRPr>
            </a:lvl1pPr>
          </a:lstStyle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1C703539-8E35-D069-DBD5-3A4DCC125A4D}"/>
              </a:ext>
            </a:extLst>
          </p:cNvPr>
          <p:cNvSpPr txBox="1"/>
          <p:nvPr userDrawn="1"/>
        </p:nvSpPr>
        <p:spPr>
          <a:xfrm rot="5400000">
            <a:off x="11394044" y="5941110"/>
            <a:ext cx="1753783" cy="6155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de-CH" sz="400" spc="40" baseline="0" noProof="0">
                <a:solidFill>
                  <a:schemeClr val="bg1">
                    <a:lumMod val="85000"/>
                  </a:schemeClr>
                </a:solidFill>
              </a:rPr>
              <a:t>Erstellt durch Vorlagenbauer.ch</a:t>
            </a:r>
          </a:p>
        </p:txBody>
      </p:sp>
      <p:cxnSp>
        <p:nvCxnSpPr>
          <p:cNvPr id="11" name="Gerader Verbinder 10">
            <a:extLst>
              <a:ext uri="{FF2B5EF4-FFF2-40B4-BE49-F238E27FC236}">
                <a16:creationId xmlns:a16="http://schemas.microsoft.com/office/drawing/2014/main" id="{D0F7A25C-6B57-E378-A273-BBFF709DB255}"/>
              </a:ext>
            </a:extLst>
          </p:cNvPr>
          <p:cNvCxnSpPr>
            <a:cxnSpLocks/>
          </p:cNvCxnSpPr>
          <p:nvPr userDrawn="1"/>
        </p:nvCxnSpPr>
        <p:spPr>
          <a:xfrm>
            <a:off x="11703099" y="6448574"/>
            <a:ext cx="0" cy="129600"/>
          </a:xfrm>
          <a:prstGeom prst="line">
            <a:avLst/>
          </a:prstGeom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feld 11">
            <a:extLst>
              <a:ext uri="{FF2B5EF4-FFF2-40B4-BE49-F238E27FC236}">
                <a16:creationId xmlns:a16="http://schemas.microsoft.com/office/drawing/2014/main" id="{428D97A1-67D4-8BCE-2C75-BEA0093CDA16}"/>
              </a:ext>
            </a:extLst>
          </p:cNvPr>
          <p:cNvSpPr txBox="1"/>
          <p:nvPr userDrawn="1"/>
        </p:nvSpPr>
        <p:spPr>
          <a:xfrm>
            <a:off x="269875" y="6424761"/>
            <a:ext cx="1060992" cy="1508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1000" b="1" noProof="0" dirty="0">
                <a:latin typeface="Source Sans Pro SemiBold" panose="020B0603030403020204" pitchFamily="34" charset="0"/>
              </a:rPr>
              <a:t>University of Zurich</a:t>
            </a:r>
          </a:p>
        </p:txBody>
      </p:sp>
      <p:cxnSp>
        <p:nvCxnSpPr>
          <p:cNvPr id="13" name="Gerader Verbinder 12">
            <a:extLst>
              <a:ext uri="{FF2B5EF4-FFF2-40B4-BE49-F238E27FC236}">
                <a16:creationId xmlns:a16="http://schemas.microsoft.com/office/drawing/2014/main" id="{B7B29EB8-D7DC-4128-6431-E45C30786CE8}"/>
              </a:ext>
            </a:extLst>
          </p:cNvPr>
          <p:cNvCxnSpPr>
            <a:cxnSpLocks/>
          </p:cNvCxnSpPr>
          <p:nvPr userDrawn="1"/>
        </p:nvCxnSpPr>
        <p:spPr>
          <a:xfrm>
            <a:off x="1418938" y="6448574"/>
            <a:ext cx="0" cy="129600"/>
          </a:xfrm>
          <a:prstGeom prst="line">
            <a:avLst/>
          </a:prstGeom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116638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58" r:id="rId2"/>
    <p:sldLayoutId id="2147483667" r:id="rId3"/>
    <p:sldLayoutId id="2147483683" r:id="rId4"/>
    <p:sldLayoutId id="2147483696" r:id="rId5"/>
    <p:sldLayoutId id="2147483695" r:id="rId6"/>
    <p:sldLayoutId id="2147483659" r:id="rId7"/>
    <p:sldLayoutId id="2147483669" r:id="rId8"/>
    <p:sldLayoutId id="2147483661" r:id="rId9"/>
    <p:sldLayoutId id="2147483674" r:id="rId10"/>
    <p:sldLayoutId id="2147483697" r:id="rId11"/>
    <p:sldLayoutId id="2147483675" r:id="rId12"/>
    <p:sldLayoutId id="2147483698" r:id="rId13"/>
    <p:sldLayoutId id="2147483671" r:id="rId14"/>
    <p:sldLayoutId id="2147483682" r:id="rId15"/>
    <p:sldLayoutId id="2147483684" r:id="rId16"/>
    <p:sldLayoutId id="2147483677" r:id="rId17"/>
    <p:sldLayoutId id="2147483672" r:id="rId18"/>
    <p:sldLayoutId id="2147483679" r:id="rId19"/>
    <p:sldLayoutId id="2147483685" r:id="rId20"/>
    <p:sldLayoutId id="2147483680" r:id="rId21"/>
    <p:sldLayoutId id="2147483681" r:id="rId22"/>
    <p:sldLayoutId id="2147483686" r:id="rId23"/>
    <p:sldLayoutId id="2147483687" r:id="rId24"/>
    <p:sldLayoutId id="2147483691" r:id="rId25"/>
    <p:sldLayoutId id="2147483690" r:id="rId26"/>
    <p:sldLayoutId id="2147483699" r:id="rId27"/>
    <p:sldLayoutId id="2147483688" r:id="rId28"/>
    <p:sldLayoutId id="2147483692" r:id="rId29"/>
    <p:sldLayoutId id="2147483670" r:id="rId30"/>
    <p:sldLayoutId id="2147483700" r:id="rId31"/>
    <p:sldLayoutId id="2147483678" r:id="rId32"/>
    <p:sldLayoutId id="2147483693" r:id="rId33"/>
    <p:sldLayoutId id="2147483663" r:id="rId34"/>
    <p:sldLayoutId id="2147483664" r:id="rId35"/>
  </p:sldLayoutIdLst>
  <p:hf hdr="0" dt="0"/>
  <p:txStyles>
    <p:titleStyle>
      <a:lvl1pPr algn="l" defTabSz="914400" rtl="0" eaLnBrk="1" latinLnBrk="0" hangingPunct="1">
        <a:lnSpc>
          <a:spcPct val="97000"/>
        </a:lnSpc>
        <a:spcBef>
          <a:spcPct val="0"/>
        </a:spcBef>
        <a:buNone/>
        <a:defRPr sz="2400" b="1" kern="1200" spc="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3000"/>
        </a:lnSpc>
        <a:spcBef>
          <a:spcPts val="0"/>
        </a:spcBef>
        <a:buFont typeface="+mj-lt"/>
        <a:buNone/>
        <a:defRPr sz="1600" kern="1200" spc="0" baseline="0">
          <a:solidFill>
            <a:schemeClr val="tx1"/>
          </a:solidFill>
          <a:latin typeface="+mn-lt"/>
          <a:ea typeface="+mn-ea"/>
          <a:cs typeface="+mn-cs"/>
        </a:defRPr>
      </a:lvl1pPr>
      <a:lvl2pPr marL="226800" indent="-226800" algn="l" defTabSz="914400" rtl="0" eaLnBrk="1" latinLnBrk="0" hangingPunct="1">
        <a:lnSpc>
          <a:spcPct val="103000"/>
        </a:lnSpc>
        <a:spcBef>
          <a:spcPts val="1000"/>
        </a:spcBef>
        <a:buFont typeface="Source Sans Pro" panose="020B0503030403020204" pitchFamily="34" charset="0"/>
        <a:buChar char="―"/>
        <a:defRPr sz="1600" kern="1200" spc="0" baseline="0">
          <a:solidFill>
            <a:schemeClr val="tx1"/>
          </a:solidFill>
          <a:latin typeface="+mn-lt"/>
          <a:ea typeface="+mn-ea"/>
          <a:cs typeface="+mn-cs"/>
        </a:defRPr>
      </a:lvl2pPr>
      <a:lvl3pPr marL="658800" indent="-226800" algn="l" defTabSz="914400" rtl="0" eaLnBrk="1" latinLnBrk="0" hangingPunct="1">
        <a:lnSpc>
          <a:spcPct val="103000"/>
        </a:lnSpc>
        <a:spcBef>
          <a:spcPts val="1000"/>
        </a:spcBef>
        <a:buFont typeface="Source Sans Pro" panose="020B0503030403020204" pitchFamily="34" charset="0"/>
        <a:buChar char="―"/>
        <a:defRPr sz="1600" kern="1200" spc="0" baseline="0">
          <a:solidFill>
            <a:schemeClr val="tx1"/>
          </a:solidFill>
          <a:latin typeface="+mn-lt"/>
          <a:ea typeface="+mn-ea"/>
          <a:cs typeface="+mn-cs"/>
        </a:defRPr>
      </a:lvl3pPr>
      <a:lvl4pPr marL="1090800" indent="-226800" algn="l" defTabSz="914400" rtl="0" eaLnBrk="1" latinLnBrk="0" hangingPunct="1">
        <a:lnSpc>
          <a:spcPct val="103000"/>
        </a:lnSpc>
        <a:spcBef>
          <a:spcPts val="1000"/>
        </a:spcBef>
        <a:buFont typeface="Source Sans Pro" panose="020B0503030403020204" pitchFamily="34" charset="0"/>
        <a:buChar char="―"/>
        <a:defRPr sz="1600" kern="1200" spc="0" baseline="0">
          <a:solidFill>
            <a:schemeClr val="tx1"/>
          </a:solidFill>
          <a:latin typeface="+mn-lt"/>
          <a:ea typeface="+mn-ea"/>
          <a:cs typeface="+mn-cs"/>
        </a:defRPr>
      </a:lvl4pPr>
      <a:lvl5pPr marL="1522800" indent="-226800" algn="l" defTabSz="914400" rtl="0" eaLnBrk="1" latinLnBrk="0" hangingPunct="1">
        <a:lnSpc>
          <a:spcPct val="103000"/>
        </a:lnSpc>
        <a:spcBef>
          <a:spcPts val="1000"/>
        </a:spcBef>
        <a:buFont typeface="Source Sans Pro" panose="020B0503030403020204" pitchFamily="34" charset="0"/>
        <a:buChar char="―"/>
        <a:defRPr sz="1600" kern="1200" spc="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indent="0" algn="l" defTabSz="914400" rtl="0" eaLnBrk="1" latinLnBrk="0" hangingPunct="1">
        <a:lnSpc>
          <a:spcPct val="98000"/>
        </a:lnSpc>
        <a:spcBef>
          <a:spcPts val="0"/>
        </a:spcBef>
        <a:buFont typeface="+mj-lt"/>
        <a:buNone/>
        <a:defRPr sz="1600" kern="1200" spc="-10" baseline="0">
          <a:solidFill>
            <a:schemeClr val="tx1"/>
          </a:solidFill>
          <a:latin typeface="+mn-lt"/>
          <a:ea typeface="+mn-ea"/>
          <a:cs typeface="+mn-cs"/>
        </a:defRPr>
      </a:lvl1pPr>
      <a:lvl2pPr marL="174625" indent="-174625" algn="l" defTabSz="914400" rtl="0" eaLnBrk="1" latinLnBrk="0" hangingPunct="1">
        <a:lnSpc>
          <a:spcPct val="98000"/>
        </a:lnSpc>
        <a:spcBef>
          <a:spcPts val="0"/>
        </a:spcBef>
        <a:buFont typeface="Source Sans Pro" panose="020B0503030403020204" pitchFamily="34" charset="0"/>
        <a:buChar char="―"/>
        <a:defRPr sz="1600" kern="1200" spc="-10" baseline="0">
          <a:solidFill>
            <a:schemeClr val="tx1"/>
          </a:solidFill>
          <a:latin typeface="+mn-lt"/>
          <a:ea typeface="+mn-ea"/>
          <a:cs typeface="+mn-cs"/>
        </a:defRPr>
      </a:lvl2pPr>
      <a:lvl3pPr marL="360363" indent="-185738" algn="l" defTabSz="914400" rtl="0" eaLnBrk="1" latinLnBrk="0" hangingPunct="1">
        <a:lnSpc>
          <a:spcPct val="98000"/>
        </a:lnSpc>
        <a:spcBef>
          <a:spcPts val="0"/>
        </a:spcBef>
        <a:buFont typeface="Source Sans Pro" panose="020B0503030403020204" pitchFamily="34" charset="0"/>
        <a:buChar char="―"/>
        <a:defRPr sz="1600" kern="1200" spc="-10" baseline="0">
          <a:solidFill>
            <a:schemeClr val="tx1"/>
          </a:solidFill>
          <a:latin typeface="+mn-lt"/>
          <a:ea typeface="+mn-ea"/>
          <a:cs typeface="+mn-cs"/>
        </a:defRPr>
      </a:lvl3pPr>
      <a:lvl4pPr marL="534988" indent="-174625" algn="l" defTabSz="914400" rtl="0" eaLnBrk="1" latinLnBrk="0" hangingPunct="1">
        <a:lnSpc>
          <a:spcPct val="98000"/>
        </a:lnSpc>
        <a:spcBef>
          <a:spcPts val="0"/>
        </a:spcBef>
        <a:buFont typeface="Source Sans Pro" panose="020B0503030403020204" pitchFamily="34" charset="0"/>
        <a:buChar char="―"/>
        <a:defRPr sz="1600" kern="1200" spc="-10" baseline="0">
          <a:solidFill>
            <a:schemeClr val="tx1"/>
          </a:solidFill>
          <a:latin typeface="+mn-lt"/>
          <a:ea typeface="+mn-ea"/>
          <a:cs typeface="+mn-cs"/>
        </a:defRPr>
      </a:lvl4pPr>
      <a:lvl5pPr marL="719138" indent="-184150" algn="l" defTabSz="914400" rtl="0" eaLnBrk="1" latinLnBrk="0" hangingPunct="1">
        <a:lnSpc>
          <a:spcPct val="98000"/>
        </a:lnSpc>
        <a:spcBef>
          <a:spcPts val="0"/>
        </a:spcBef>
        <a:buFont typeface="Source Sans Pro" panose="020B0503030403020204" pitchFamily="34" charset="0"/>
        <a:buChar char="―"/>
        <a:defRPr sz="1600" kern="1200" spc="-1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170" userDrawn="1">
          <p15:clr>
            <a:srgbClr val="A4A3A4"/>
          </p15:clr>
        </p15:guide>
        <p15:guide id="2" pos="7510" userDrawn="1">
          <p15:clr>
            <a:srgbClr val="A4A3A4"/>
          </p15:clr>
        </p15:guide>
        <p15:guide id="3" orient="horz" pos="3921" userDrawn="1">
          <p15:clr>
            <a:srgbClr val="A4A3A4"/>
          </p15:clr>
        </p15:guide>
        <p15:guide id="4" orient="horz" pos="546" userDrawn="1">
          <p15:clr>
            <a:srgbClr val="A4A3A4"/>
          </p15:clr>
        </p15:guide>
        <p15:guide id="6" orient="horz" pos="172" userDrawn="1">
          <p15:clr>
            <a:srgbClr val="A4A3A4"/>
          </p15:clr>
        </p15:guide>
        <p15:guide id="7" orient="horz" pos="864" userDrawn="1">
          <p15:clr>
            <a:srgbClr val="A4A3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customXml" Target="../ink/ink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10.pn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customXml" Target="../ink/ink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customXml" Target="../ink/ink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customXml" Target="../ink/ink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customXml" Target="../ink/ink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customXml" Target="../ink/ink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customXml" Target="../ink/ink8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customXml" Target="../ink/ink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customXml" Target="../ink/ink1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C6B5B82-CC2A-6D00-1F19-2CE5ACFBFFF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de-DE" b="1" dirty="0"/>
              <a:t>Department of informatics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33954A1B-BB1F-1482-3D90-E762B4C65B2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" y="2440388"/>
            <a:ext cx="2918349" cy="1763716"/>
          </a:xfrm>
        </p:spPr>
        <p:txBody>
          <a:bodyPr/>
          <a:lstStyle/>
          <a:p>
            <a:r>
              <a:rPr lang="en-GB" noProof="0" dirty="0"/>
              <a:t>Informatics II</a:t>
            </a:r>
          </a:p>
          <a:p>
            <a:pPr lvl="1"/>
            <a:r>
              <a:rPr lang="en-GB" dirty="0"/>
              <a:t>Exercise 1</a:t>
            </a:r>
            <a:endParaRPr lang="en-GB" noProof="0" dirty="0"/>
          </a:p>
          <a:p>
            <a:pPr lvl="2"/>
            <a:r>
              <a:rPr lang="en-GB" dirty="0"/>
              <a:t>Grgic Anto</a:t>
            </a:r>
            <a:br>
              <a:rPr lang="en-GB" noProof="0" dirty="0"/>
            </a:br>
            <a:endParaRPr lang="en-GB" noProof="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989836-3FC1-2E7C-818B-1F3193092D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/>
              <a:t>Grgic Anto</a:t>
            </a:r>
            <a:endParaRPr lang="en-GB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D6D0C-2C7A-C50E-F3BF-13FABE8C8F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GB" noProof="0"/>
              <a:t> </a:t>
            </a: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37025099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2B64101-747A-FDF3-6216-556138BEE4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Schedule (Corrected)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AD68213-3F0E-AB01-62E0-3DA580E389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Grgic Anto</a:t>
            </a:r>
            <a:endParaRPr lang="en-GB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2C99E1E-111F-88ED-C5C0-6A47829CE1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smtClean="0"/>
              <a:pPr/>
              <a:t>2</a:t>
            </a:fld>
            <a:endParaRPr lang="en-GB" dirty="0"/>
          </a:p>
        </p:txBody>
      </p:sp>
      <p:graphicFrame>
        <p:nvGraphicFramePr>
          <p:cNvPr id="11" name="Content Placeholder 10">
            <a:extLst>
              <a:ext uri="{FF2B5EF4-FFF2-40B4-BE49-F238E27FC236}">
                <a16:creationId xmlns:a16="http://schemas.microsoft.com/office/drawing/2014/main" id="{15946ECE-37E8-8B2E-C2FE-8429FF534DE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10141573"/>
              </p:ext>
            </p:extLst>
          </p:nvPr>
        </p:nvGraphicFramePr>
        <p:xfrm>
          <a:off x="267738" y="628381"/>
          <a:ext cx="7017034" cy="560123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53770">
                  <a:extLst>
                    <a:ext uri="{9D8B030D-6E8A-4147-A177-3AD203B41FA5}">
                      <a16:colId xmlns:a16="http://schemas.microsoft.com/office/drawing/2014/main" val="81376604"/>
                    </a:ext>
                  </a:extLst>
                </a:gridCol>
                <a:gridCol w="6063264">
                  <a:extLst>
                    <a:ext uri="{9D8B030D-6E8A-4147-A177-3AD203B41FA5}">
                      <a16:colId xmlns:a16="http://schemas.microsoft.com/office/drawing/2014/main" val="426200709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Date</a:t>
                      </a:r>
                      <a:endParaRPr lang="en-C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Topic</a:t>
                      </a:r>
                      <a:endParaRPr lang="en-CH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44593030"/>
                  </a:ext>
                </a:extLst>
              </a:tr>
              <a:tr h="376489"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27. Feb</a:t>
                      </a:r>
                      <a:endParaRPr lang="en-C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de-CH" dirty="0">
                          <a:effectLst/>
                        </a:rPr>
                        <a:t> C environment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965701312"/>
                  </a:ext>
                </a:extLst>
              </a:tr>
              <a:tr h="376489"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06. Mar</a:t>
                      </a:r>
                      <a:endParaRPr lang="en-C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dirty="0">
                          <a:effectLst/>
                        </a:rPr>
                        <a:t> Ex1(Introduction to C, basic sorting)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663348291"/>
                  </a:ext>
                </a:extLst>
              </a:tr>
              <a:tr h="376489">
                <a:tc>
                  <a:txBody>
                    <a:bodyPr/>
                    <a:lstStyle/>
                    <a:p>
                      <a:r>
                        <a:rPr lang="en-US" dirty="0"/>
                        <a:t>13. Mar</a:t>
                      </a:r>
                      <a:endParaRPr lang="en-C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de-CH" dirty="0">
                          <a:effectLst/>
                        </a:rPr>
                        <a:t> Ex2 (Recursion)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101401354"/>
                  </a:ext>
                </a:extLst>
              </a:tr>
              <a:tr h="376489">
                <a:tc>
                  <a:txBody>
                    <a:bodyPr/>
                    <a:lstStyle/>
                    <a:p>
                      <a:r>
                        <a:rPr lang="en-US" dirty="0"/>
                        <a:t>20. Mar</a:t>
                      </a:r>
                      <a:endParaRPr lang="en-C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de-CH" dirty="0">
                          <a:effectLst/>
                        </a:rPr>
                        <a:t> Ex3 (Complexity, Correctness)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33241329"/>
                  </a:ext>
                </a:extLst>
              </a:tr>
              <a:tr h="376489">
                <a:tc>
                  <a:txBody>
                    <a:bodyPr/>
                    <a:lstStyle/>
                    <a:p>
                      <a:r>
                        <a:rPr lang="en-US" dirty="0"/>
                        <a:t>27. Mar</a:t>
                      </a:r>
                      <a:endParaRPr lang="en-C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de-CH" dirty="0">
                          <a:effectLst/>
                        </a:rPr>
                        <a:t> Ex4 (Divide and Conquer, Recurrence)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141914963"/>
                  </a:ext>
                </a:extLst>
              </a:tr>
              <a:tr h="376489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03. Apr</a:t>
                      </a:r>
                      <a:endParaRPr lang="en-CH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NO LAB (Please attend another class) – Spring break</a:t>
                      </a:r>
                      <a:endParaRPr lang="en-CH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374339"/>
                  </a:ext>
                </a:extLst>
              </a:tr>
              <a:tr h="376489">
                <a:tc>
                  <a:txBody>
                    <a:bodyPr/>
                    <a:lstStyle/>
                    <a:p>
                      <a:r>
                        <a:rPr lang="en-US" dirty="0"/>
                        <a:t>17. Apr</a:t>
                      </a:r>
                      <a:endParaRPr lang="en-C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de-CH" dirty="0">
                          <a:effectLst/>
                        </a:rPr>
                        <a:t> Ex6 (Pointers, Linked Lists)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478196130"/>
                  </a:ext>
                </a:extLst>
              </a:tr>
              <a:tr h="376489">
                <a:tc>
                  <a:txBody>
                    <a:bodyPr/>
                    <a:lstStyle/>
                    <a:p>
                      <a:r>
                        <a:rPr lang="en-US" dirty="0"/>
                        <a:t>24. Apr</a:t>
                      </a:r>
                      <a:endParaRPr lang="en-C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de-CH" dirty="0">
                          <a:effectLst/>
                        </a:rPr>
                        <a:t> Ex7(ADTs, Stacks, Queues)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010450074"/>
                  </a:ext>
                </a:extLst>
              </a:tr>
              <a:tr h="376489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01. May</a:t>
                      </a:r>
                      <a:endParaRPr lang="en-CH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NO LAB (Please attend another class) – Labor day</a:t>
                      </a:r>
                      <a:endParaRPr lang="en-CH" dirty="0">
                        <a:solidFill>
                          <a:srgbClr val="FF0000"/>
                        </a:solidFill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376440526"/>
                  </a:ext>
                </a:extLst>
              </a:tr>
              <a:tr h="37648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dirty="0"/>
                        <a:t>08. May</a:t>
                      </a:r>
                      <a:endParaRPr lang="en-C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de-CH" dirty="0">
                          <a:effectLst/>
                        </a:rPr>
                        <a:t> Ex9 (Hash Tables)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4138458159"/>
                  </a:ext>
                </a:extLst>
              </a:tr>
              <a:tr h="376489">
                <a:tc>
                  <a:txBody>
                    <a:bodyPr/>
                    <a:lstStyle/>
                    <a:p>
                      <a:r>
                        <a:rPr lang="en-US" dirty="0"/>
                        <a:t>15. May</a:t>
                      </a:r>
                      <a:endParaRPr lang="en-C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de-CH" dirty="0">
                          <a:effectLst/>
                        </a:rPr>
                        <a:t> Ex10 (Dynamic Programming)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524914372"/>
                  </a:ext>
                </a:extLst>
              </a:tr>
              <a:tr h="376489">
                <a:tc>
                  <a:txBody>
                    <a:bodyPr/>
                    <a:lstStyle/>
                    <a:p>
                      <a:r>
                        <a:rPr lang="en-US" dirty="0"/>
                        <a:t>22. May</a:t>
                      </a:r>
                      <a:endParaRPr lang="en-C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de-CH" dirty="0">
                          <a:effectLst/>
                        </a:rPr>
                        <a:t> Ex11 (Graphs)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690365515"/>
                  </a:ext>
                </a:extLst>
              </a:tr>
              <a:tr h="376489">
                <a:tc>
                  <a:txBody>
                    <a:bodyPr/>
                    <a:lstStyle/>
                    <a:p>
                      <a:r>
                        <a:rPr lang="en-US"/>
                        <a:t>29. </a:t>
                      </a:r>
                      <a:r>
                        <a:rPr lang="en-US" dirty="0"/>
                        <a:t>May</a:t>
                      </a:r>
                      <a:endParaRPr lang="en-C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de-CH" dirty="0">
                          <a:effectLst/>
                        </a:rPr>
                        <a:t> Recap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452682003"/>
                  </a:ext>
                </a:extLst>
              </a:tr>
              <a:tr h="376489">
                <a:tc>
                  <a:txBody>
                    <a:bodyPr/>
                    <a:lstStyle/>
                    <a:p>
                      <a:r>
                        <a:rPr lang="en-US" dirty="0"/>
                        <a:t>04. Jun</a:t>
                      </a:r>
                      <a:endParaRPr lang="en-C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de-CH" dirty="0">
                          <a:effectLst/>
                        </a:rPr>
                        <a:t> Exam at Messe 16:00-19:00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880874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900988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4BD2C3-5E2F-E1E6-04EE-EBFE77F915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781B8BB-6B73-9B23-A354-270952461A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1344" y="232296"/>
            <a:ext cx="11650662" cy="625944"/>
          </a:xfrm>
        </p:spPr>
        <p:txBody>
          <a:bodyPr/>
          <a:lstStyle/>
          <a:p>
            <a:r>
              <a:rPr lang="en-GB" sz="2800" dirty="0"/>
              <a:t>From last week: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AC1247D-E222-1B27-11ED-70E4B7380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Grgic Anto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FD4B134-25FB-98D5-A6F0-5A36036B5B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smtClean="0"/>
              <a:pPr/>
              <a:t>3</a:t>
            </a:fld>
            <a:endParaRPr lang="en-GB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EB1FBD2-6624-94E7-E982-D37A3091B3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344" y="848450"/>
            <a:ext cx="5328592" cy="418099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8D03C31-52F2-6CAD-6456-27B49373BD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232296"/>
            <a:ext cx="5243704" cy="479715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A4E09FBD-41D9-D940-5596-964033EA8F67}"/>
              </a:ext>
            </a:extLst>
          </p:cNvPr>
          <p:cNvSpPr txBox="1"/>
          <p:nvPr/>
        </p:nvSpPr>
        <p:spPr>
          <a:xfrm>
            <a:off x="194718" y="5395918"/>
            <a:ext cx="10869834" cy="3016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20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Either declare the function before the main, or define it completely before!!</a:t>
            </a:r>
            <a:endParaRPr lang="en-CH" sz="2000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836897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245543-6F3E-F7E9-F791-8D2555DCF5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AD82152-2485-C7DD-ADCC-3D29A06E58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From last week: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159BD31-7712-F7E6-9063-0E9D3EF87F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Grgic Anto</a:t>
            </a:r>
            <a:endParaRPr lang="en-GB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3687303-3EC6-14F4-A6B4-12C1ACCFD5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smtClean="0"/>
              <a:pPr/>
              <a:t>4</a:t>
            </a:fld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5E3C18-C392-A0E6-AA6F-3EB135B6FE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    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455DEA3-DAD0-C094-303A-495C9E6F98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344" y="967004"/>
            <a:ext cx="7996858" cy="2461996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38CD98-E895-39AE-FC06-ACAF905088BC}"/>
              </a:ext>
            </a:extLst>
          </p:cNvPr>
          <p:cNvSpPr txBox="1"/>
          <p:nvPr/>
        </p:nvSpPr>
        <p:spPr>
          <a:xfrm>
            <a:off x="271461" y="4077072"/>
            <a:ext cx="8848875" cy="42229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28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Equivalent, but the first option is easier to write</a:t>
            </a:r>
            <a:endParaRPr lang="en-CH" sz="2800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421386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532F7F-7D86-F20D-9371-3330D7C757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CF2799F-5158-7637-5A6A-EF08150242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More c syntax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BF68E36-9C9F-25B0-51F2-89AEDE2766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Grgic Anto</a:t>
            </a:r>
            <a:endParaRPr lang="en-GB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0E4444E-54F9-33F0-D617-E14D545310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smtClean="0"/>
              <a:pPr/>
              <a:t>5</a:t>
            </a:fld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2EFDB6-977C-B625-3644-E63213E30D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1344" y="4944738"/>
            <a:ext cx="5328592" cy="1076550"/>
          </a:xfrm>
        </p:spPr>
        <p:txBody>
          <a:bodyPr/>
          <a:lstStyle/>
          <a:p>
            <a:r>
              <a:rPr lang="en-US" dirty="0"/>
              <a:t>   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A5A16B5-6ADB-8535-793E-1590A5E410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600" y="2885999"/>
            <a:ext cx="3153215" cy="54300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7C64253B-CF3C-A6F1-2DC8-103758C280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5473" y="1146735"/>
            <a:ext cx="5410955" cy="1162212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7B01B22A-A718-A1A6-2F22-7DFE567A8151}"/>
              </a:ext>
            </a:extLst>
          </p:cNvPr>
          <p:cNvSpPr txBox="1"/>
          <p:nvPr/>
        </p:nvSpPr>
        <p:spPr>
          <a:xfrm>
            <a:off x="298455" y="794188"/>
            <a:ext cx="5328592" cy="3016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20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There are two standard main signatures</a:t>
            </a:r>
            <a:endParaRPr lang="en-CH" sz="2000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FF8542D-C5F4-F6C8-B683-F089215AB257}"/>
              </a:ext>
            </a:extLst>
          </p:cNvPr>
          <p:cNvSpPr txBox="1"/>
          <p:nvPr/>
        </p:nvSpPr>
        <p:spPr>
          <a:xfrm>
            <a:off x="6147143" y="731248"/>
            <a:ext cx="4989417" cy="135742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8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  </a:t>
            </a:r>
            <a:r>
              <a:rPr lang="en-US" sz="1800" b="1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argc</a:t>
            </a:r>
            <a:r>
              <a:rPr lang="en-US" sz="18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= the length of the </a:t>
            </a:r>
            <a:r>
              <a:rPr lang="en-US" sz="1800" b="1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imput</a:t>
            </a:r>
            <a:r>
              <a:rPr lang="en-US" sz="18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.</a:t>
            </a:r>
          </a:p>
          <a:p>
            <a:endParaRPr lang="en-US" sz="1800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  <a:p>
            <a:r>
              <a:rPr lang="en-US" sz="18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**</a:t>
            </a:r>
            <a:r>
              <a:rPr lang="en-US" sz="1800" b="1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argv</a:t>
            </a:r>
            <a:r>
              <a:rPr lang="en-US" sz="18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= a pointer to pointer of chars, or  an 	array of pointer to chars, or an array 	of strings.</a:t>
            </a:r>
            <a:endParaRPr lang="en-CH" sz="1800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D6471CA-B96C-3F4B-E06C-CBADD2E2B7EC}"/>
              </a:ext>
            </a:extLst>
          </p:cNvPr>
          <p:cNvSpPr txBox="1"/>
          <p:nvPr/>
        </p:nvSpPr>
        <p:spPr>
          <a:xfrm>
            <a:off x="232436" y="3928548"/>
            <a:ext cx="4464496" cy="190039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800" b="1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argc</a:t>
            </a:r>
            <a:r>
              <a:rPr lang="en-US" sz="18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= 5 </a:t>
            </a:r>
            <a:endParaRPr lang="en-US" sz="1800" b="1" dirty="0">
              <a:solidFill>
                <a:schemeClr val="accent1">
                  <a:lumMod val="60000"/>
                  <a:lumOff val="40000"/>
                </a:schemeClr>
              </a:solidFill>
              <a:sym typeface="Wingdings" panose="05000000000000000000" pitchFamily="2" charset="2"/>
            </a:endParaRPr>
          </a:p>
          <a:p>
            <a:r>
              <a:rPr lang="en-US" sz="1800" b="1" dirty="0" err="1">
                <a:solidFill>
                  <a:schemeClr val="accent1">
                    <a:lumMod val="60000"/>
                    <a:lumOff val="40000"/>
                  </a:schemeClr>
                </a:solidFill>
                <a:sym typeface="Wingdings" panose="05000000000000000000" pitchFamily="2" charset="2"/>
              </a:rPr>
              <a:t>argv</a:t>
            </a:r>
            <a:r>
              <a:rPr lang="en-US" sz="1800" b="1" dirty="0">
                <a:solidFill>
                  <a:schemeClr val="accent1">
                    <a:lumMod val="60000"/>
                    <a:lumOff val="40000"/>
                  </a:schemeClr>
                </a:solidFill>
                <a:sym typeface="Wingdings" panose="05000000000000000000" pitchFamily="2" charset="2"/>
              </a:rPr>
              <a:t>[0] = “./program”</a:t>
            </a:r>
          </a:p>
          <a:p>
            <a:r>
              <a:rPr lang="en-US" sz="1800" b="1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argv</a:t>
            </a:r>
            <a:r>
              <a:rPr lang="en-US" sz="18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[1] = “1”</a:t>
            </a:r>
          </a:p>
          <a:p>
            <a:r>
              <a:rPr lang="en-US" sz="18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  .</a:t>
            </a:r>
          </a:p>
          <a:p>
            <a:r>
              <a:rPr lang="en-US" sz="18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  .</a:t>
            </a:r>
          </a:p>
          <a:p>
            <a:r>
              <a:rPr lang="en-US" sz="18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  .</a:t>
            </a:r>
          </a:p>
          <a:p>
            <a:r>
              <a:rPr lang="en-US" sz="1800" b="1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argv</a:t>
            </a:r>
            <a:r>
              <a:rPr lang="en-US" sz="18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[4] = “4”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A02573D-84AE-9245-187F-A1C599D63283}"/>
              </a:ext>
            </a:extLst>
          </p:cNvPr>
          <p:cNvSpPr txBox="1"/>
          <p:nvPr/>
        </p:nvSpPr>
        <p:spPr>
          <a:xfrm>
            <a:off x="6168009" y="5056152"/>
            <a:ext cx="5112568" cy="12064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b="1" dirty="0"/>
              <a:t>*Note that </a:t>
            </a:r>
            <a:r>
              <a:rPr lang="en-US" b="1" dirty="0" err="1"/>
              <a:t>argv</a:t>
            </a:r>
            <a:r>
              <a:rPr lang="en-US" b="1" dirty="0"/>
              <a:t>[</a:t>
            </a:r>
            <a:r>
              <a:rPr lang="en-US" b="1" dirty="0" err="1"/>
              <a:t>i</a:t>
            </a:r>
            <a:r>
              <a:rPr lang="en-US" b="1" dirty="0"/>
              <a:t>] are not integer but chars, so if you want to use them as numbers you need to convert them to integers. </a:t>
            </a:r>
          </a:p>
          <a:p>
            <a:r>
              <a:rPr lang="en-US" b="1" dirty="0"/>
              <a:t>We will come back to this example once pointer are seen in class!</a:t>
            </a:r>
            <a:endParaRPr lang="en-CH" b="1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A9F1758D-35B7-E119-EDF8-62142D209A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68008" y="3444518"/>
            <a:ext cx="5068007" cy="1409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96390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702D2C-2DF4-4B4E-7AA8-1EE27597B7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B414CE2-F44E-D105-9160-546EF4D8E9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4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Bubble sort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314CB97-4547-324C-5648-B319037B2F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Grgic Anto</a:t>
            </a:r>
            <a:endParaRPr lang="en-GB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E54453C-3A4E-A5B0-089E-E047CE0BE8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smtClean="0"/>
              <a:pPr/>
              <a:t>6</a:t>
            </a:fld>
            <a:endParaRPr lang="en-GB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8AC81856-825F-7B64-C524-CABE5238908D}"/>
                  </a:ext>
                </a:extLst>
              </p14:cNvPr>
              <p14:cNvContentPartPr/>
              <p14:nvPr/>
            </p14:nvContentPartPr>
            <p14:xfrm>
              <a:off x="-203250" y="4196930"/>
              <a:ext cx="360" cy="36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8AC81856-825F-7B64-C524-CABE5238908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-209370" y="4190810"/>
                <a:ext cx="12600" cy="12600"/>
              </a:xfrm>
              <a:prstGeom prst="rect">
                <a:avLst/>
              </a:prstGeom>
            </p:spPr>
          </p:pic>
        </mc:Fallback>
      </mc:AlternateContent>
      <p:pic>
        <p:nvPicPr>
          <p:cNvPr id="9" name="Picture 8">
            <a:extLst>
              <a:ext uri="{FF2B5EF4-FFF2-40B4-BE49-F238E27FC236}">
                <a16:creationId xmlns:a16="http://schemas.microsoft.com/office/drawing/2014/main" id="{A20BC1D8-B41B-C7E9-5273-81928EA061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19558" y="1179556"/>
            <a:ext cx="6901407" cy="170041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8716409-7A91-57FD-4E28-8DBAD29A4AC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39054" y="3284984"/>
            <a:ext cx="7406516" cy="246393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03484931-6B5E-C824-4265-87AB6DDD003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6430" y="1164668"/>
            <a:ext cx="4455129" cy="37754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04293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AD6144-1871-9BDE-8BA8-77E1B398C9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2CC6EB6-1716-BEFD-5B63-DBE5E8E450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4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Selection sort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75A58A4-72BE-BDA8-FCD0-5787D22F9B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Grgic Anto</a:t>
            </a:r>
            <a:endParaRPr lang="en-GB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318FE49-0D02-26C7-DC36-7066A5FF80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smtClean="0"/>
              <a:pPr/>
              <a:t>7</a:t>
            </a:fld>
            <a:endParaRPr lang="en-GB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D10D978A-CF0B-C94A-7A11-A1DA194DB183}"/>
                  </a:ext>
                </a:extLst>
              </p14:cNvPr>
              <p14:cNvContentPartPr/>
              <p14:nvPr/>
            </p14:nvContentPartPr>
            <p14:xfrm>
              <a:off x="-203250" y="4196930"/>
              <a:ext cx="360" cy="36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D10D978A-CF0B-C94A-7A11-A1DA194DB18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-209370" y="4190810"/>
                <a:ext cx="12600" cy="12600"/>
              </a:xfrm>
              <a:prstGeom prst="rect">
                <a:avLst/>
              </a:prstGeom>
            </p:spPr>
          </p:pic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4887C63F-AF1C-FFE6-0F5D-0937546284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6430" y="1179556"/>
            <a:ext cx="4300012" cy="276179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8529F23-CE07-5361-8BF3-C00D6EE76F3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11824" y="1177181"/>
            <a:ext cx="6901407" cy="170041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524DEC35-6D66-755F-1089-22CBF6BFB99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3832" y="2924944"/>
            <a:ext cx="6957576" cy="1775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15327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F9EF79-B9C1-642B-446D-15FD2A0F90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E1D8BAC-F23D-79EF-2164-B9F50AE0B0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4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Insertion sort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1A8EFA2-CF4F-2D8E-715A-A8D9B9074A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Grgic Anto</a:t>
            </a:r>
            <a:endParaRPr lang="en-GB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71F4E10-FB8C-EFB1-0423-4995B09D90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smtClean="0"/>
              <a:pPr/>
              <a:t>8</a:t>
            </a:fld>
            <a:endParaRPr lang="en-GB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CD8C7095-46BD-22E7-3805-DA7F98969005}"/>
                  </a:ext>
                </a:extLst>
              </p14:cNvPr>
              <p14:cNvContentPartPr/>
              <p14:nvPr/>
            </p14:nvContentPartPr>
            <p14:xfrm>
              <a:off x="-203250" y="4196930"/>
              <a:ext cx="360" cy="36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CD8C7095-46BD-22E7-3805-DA7F9896900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-209370" y="4190810"/>
                <a:ext cx="12600" cy="12600"/>
              </a:xfrm>
              <a:prstGeom prst="rect">
                <a:avLst/>
              </a:prstGeom>
            </p:spPr>
          </p:pic>
        </mc:Fallback>
      </mc:AlternateContent>
      <p:pic>
        <p:nvPicPr>
          <p:cNvPr id="7" name="Picture 6">
            <a:extLst>
              <a:ext uri="{FF2B5EF4-FFF2-40B4-BE49-F238E27FC236}">
                <a16:creationId xmlns:a16="http://schemas.microsoft.com/office/drawing/2014/main" id="{254057AE-9FAE-C801-9B46-30690F75CF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463" y="1052736"/>
            <a:ext cx="3944024" cy="381642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1AD5CFF-A21A-80C1-7A66-CC2DE2E89CA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99856" y="1052736"/>
            <a:ext cx="5509300" cy="266298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AF109E4-87FC-6857-8BAF-30353675581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99856" y="3530773"/>
            <a:ext cx="6373732" cy="26767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19868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2FEFDC-B15D-DDEB-8B06-7311CC7F14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851B799-25B6-C742-7881-5FD1CF6FB1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32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Recursion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BC308DF-3C47-26F3-8446-833837E53F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Grgic Anto</a:t>
            </a:r>
            <a:endParaRPr lang="en-GB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B29A3B8-7407-0B90-37CB-6D57F79909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smtClean="0"/>
              <a:pPr/>
              <a:t>9</a:t>
            </a:fld>
            <a:endParaRPr lang="en-GB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61092526-C4C3-CB71-A080-922F723E4476}"/>
                  </a:ext>
                </a:extLst>
              </p14:cNvPr>
              <p14:cNvContentPartPr/>
              <p14:nvPr/>
            </p14:nvContentPartPr>
            <p14:xfrm>
              <a:off x="-203250" y="4196930"/>
              <a:ext cx="360" cy="36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61092526-C4C3-CB71-A080-922F723E447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-209370" y="4190810"/>
                <a:ext cx="12600" cy="12600"/>
              </a:xfrm>
              <a:prstGeom prst="rect">
                <a:avLst/>
              </a:prstGeom>
            </p:spPr>
          </p:pic>
        </mc:Fallback>
      </mc:AlternateContent>
      <p:pic>
        <p:nvPicPr>
          <p:cNvPr id="12" name="Picture 11">
            <a:extLst>
              <a:ext uri="{FF2B5EF4-FFF2-40B4-BE49-F238E27FC236}">
                <a16:creationId xmlns:a16="http://schemas.microsoft.com/office/drawing/2014/main" id="{A31CDB57-6294-EE14-72CE-B648209A73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1344" y="2437123"/>
            <a:ext cx="6622576" cy="3955624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AA244DC1-F590-33C2-97CA-9C33F7F974D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1344" y="758696"/>
            <a:ext cx="5252437" cy="1678427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1427428F-9786-1F20-9608-577E9CF022A1}"/>
              </a:ext>
            </a:extLst>
          </p:cNvPr>
          <p:cNvSpPr txBox="1"/>
          <p:nvPr/>
        </p:nvSpPr>
        <p:spPr>
          <a:xfrm>
            <a:off x="5879976" y="748925"/>
            <a:ext cx="5832648" cy="48256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Base case: A simple value is returned. The calling “loop” 	  	   stops and the returning “loop” starts.</a:t>
            </a:r>
            <a:endParaRPr lang="en-CH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DB80934-313C-7EAB-6232-3CCB83E9ABC9}"/>
              </a:ext>
            </a:extLst>
          </p:cNvPr>
          <p:cNvSpPr txBox="1"/>
          <p:nvPr/>
        </p:nvSpPr>
        <p:spPr>
          <a:xfrm>
            <a:off x="6341585" y="1345875"/>
            <a:ext cx="5688632" cy="48256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Body: Some kind of operation get applied (Often to the                       </a:t>
            </a:r>
            <a:r>
              <a:rPr lang="en-US" b="1" dirty="0">
                <a:solidFill>
                  <a:schemeClr val="bg1"/>
                </a:solidFill>
              </a:rPr>
              <a:t>r </a:t>
            </a:r>
            <a:r>
              <a:rPr lang="en-US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        recursive call’s returning value). </a:t>
            </a:r>
            <a:endParaRPr lang="en-CH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EFEDFF5-AA5F-D1B1-A899-E5167F908568}"/>
              </a:ext>
            </a:extLst>
          </p:cNvPr>
          <p:cNvSpPr txBox="1"/>
          <p:nvPr/>
        </p:nvSpPr>
        <p:spPr>
          <a:xfrm>
            <a:off x="5505705" y="1988840"/>
            <a:ext cx="5616624" cy="7238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Recursive call: The function calls itself with a parameter 	    	          that depends on the parameter of the 	 	          current iteration. </a:t>
            </a:r>
            <a:endParaRPr lang="en-CH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887478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E79AEC-4361-626A-D0CE-2927E4074C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771D15F-A189-9CEA-5D2E-5418233B03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Task 1.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424E3D7-E7B3-DA74-C946-5471FFD846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Grgic Anto</a:t>
            </a:r>
            <a:endParaRPr lang="en-GB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CAC057A-3CEA-53DE-5609-B313BEFE20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smtClean="0"/>
              <a:pPr/>
              <a:t>10</a:t>
            </a:fld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9EE4E8-808F-13D9-24E7-995FBC7D1D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9876" y="3297583"/>
            <a:ext cx="11298732" cy="3271194"/>
          </a:xfrm>
        </p:spPr>
        <p:txBody>
          <a:bodyPr/>
          <a:lstStyle/>
          <a:p>
            <a:r>
              <a:rPr lang="en-US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  </a:t>
            </a:r>
            <a:br>
              <a:rPr lang="en-US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</a:br>
            <a:r>
              <a:rPr lang="en-US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Anyone has any idea how to make it more efficient?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E28BECC8-F668-F104-1F82-9E24E3827BBE}"/>
                  </a:ext>
                </a:extLst>
              </p14:cNvPr>
              <p14:cNvContentPartPr/>
              <p14:nvPr/>
            </p14:nvContentPartPr>
            <p14:xfrm>
              <a:off x="-203250" y="4196930"/>
              <a:ext cx="360" cy="36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E28BECC8-F668-F104-1F82-9E24E3827BB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-209370" y="4190810"/>
                <a:ext cx="12600" cy="12600"/>
              </a:xfrm>
              <a:prstGeom prst="rect">
                <a:avLst/>
              </a:prstGeom>
            </p:spPr>
          </p:pic>
        </mc:Fallback>
      </mc:AlternateContent>
      <p:pic>
        <p:nvPicPr>
          <p:cNvPr id="8" name="Picture 7">
            <a:extLst>
              <a:ext uri="{FF2B5EF4-FFF2-40B4-BE49-F238E27FC236}">
                <a16:creationId xmlns:a16="http://schemas.microsoft.com/office/drawing/2014/main" id="{E324ACD9-9BCA-D7D1-AD17-02BD12B641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4560" y="778198"/>
            <a:ext cx="7544853" cy="353426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964F7DC-EEB0-9BB5-C3AA-D1B959009FF2}"/>
              </a:ext>
            </a:extLst>
          </p:cNvPr>
          <p:cNvSpPr txBox="1"/>
          <p:nvPr/>
        </p:nvSpPr>
        <p:spPr>
          <a:xfrm>
            <a:off x="269876" y="4703258"/>
            <a:ext cx="11010700" cy="96513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-How would you change the algorithm if:</a:t>
            </a:r>
          </a:p>
          <a:p>
            <a:r>
              <a:rPr lang="en-US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	-You wanted to start from the right side?</a:t>
            </a:r>
          </a:p>
          <a:p>
            <a:r>
              <a:rPr lang="en-US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	-You wanted to order it in descending order?</a:t>
            </a:r>
          </a:p>
          <a:p>
            <a:r>
              <a:rPr lang="en-US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	-you wanted to star from the right side and order it in descending order?</a:t>
            </a:r>
            <a:endParaRPr lang="en-CH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900586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148F82-28C7-021B-F39F-FCFB1A5C74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48B837E-C8A3-94D4-1356-40C077A427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Task 2.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6EBCCCC-F9EC-C840-E3A6-C3E64701E2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Grgic Anto</a:t>
            </a:r>
            <a:endParaRPr lang="en-GB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D580905-30AB-E89C-670B-40BEFB9FE4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smtClean="0"/>
              <a:pPr/>
              <a:t>11</a:t>
            </a:fld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3137776-34CF-D85F-E496-4B94D95488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1461" y="5085184"/>
            <a:ext cx="11650663" cy="936105"/>
          </a:xfrm>
        </p:spPr>
        <p:txBody>
          <a:bodyPr/>
          <a:lstStyle/>
          <a:p>
            <a:r>
              <a:rPr lang="en-US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  - Write down the values you know at the beginning.</a:t>
            </a:r>
          </a:p>
          <a:p>
            <a:r>
              <a:rPr lang="en-US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  - Write down the values after each loop.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CDA4DD91-D0AD-928D-4FFC-34BF63C2296A}"/>
                  </a:ext>
                </a:extLst>
              </p14:cNvPr>
              <p14:cNvContentPartPr/>
              <p14:nvPr/>
            </p14:nvContentPartPr>
            <p14:xfrm>
              <a:off x="-203250" y="4196930"/>
              <a:ext cx="360" cy="36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CDA4DD91-D0AD-928D-4FFC-34BF63C2296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-209370" y="4190810"/>
                <a:ext cx="12600" cy="12600"/>
              </a:xfrm>
              <a:prstGeom prst="rect">
                <a:avLst/>
              </a:prstGeom>
            </p:spPr>
          </p:pic>
        </mc:Fallback>
      </mc:AlternateContent>
      <p:pic>
        <p:nvPicPr>
          <p:cNvPr id="7" name="Picture 6">
            <a:extLst>
              <a:ext uri="{FF2B5EF4-FFF2-40B4-BE49-F238E27FC236}">
                <a16:creationId xmlns:a16="http://schemas.microsoft.com/office/drawing/2014/main" id="{496D6526-3BCA-23E4-50F5-DFA548D40F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1344" y="692696"/>
            <a:ext cx="3294451" cy="359725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3DE4581-EBEF-5090-2A6D-11520C89671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80029" y="887856"/>
            <a:ext cx="2481131" cy="4005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18302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8882E9-689D-0142-4424-D63B3FD7D2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4E574CA-B9AF-95BE-4A29-764A7C00BE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Task 3.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E2A08EC-5366-3A5B-4CD6-76F13A8E8C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Grgic Anto</a:t>
            </a:r>
            <a:endParaRPr lang="en-GB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F0187FF-28BF-6A09-15FC-75440D7677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smtClean="0"/>
              <a:pPr/>
              <a:t>12</a:t>
            </a:fld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139BEB5-955A-5739-9335-A0671F2E90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1461" y="4581128"/>
            <a:ext cx="3448275" cy="936105"/>
          </a:xfrm>
        </p:spPr>
        <p:txBody>
          <a:bodyPr/>
          <a:lstStyle/>
          <a:p>
            <a:r>
              <a:rPr lang="en-US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  - Start simple and abstract.</a:t>
            </a:r>
          </a:p>
          <a:p>
            <a:r>
              <a:rPr lang="en-US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  - Try to find a pattern</a:t>
            </a:r>
          </a:p>
          <a:p>
            <a:r>
              <a:rPr lang="en-US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  - Add specific values later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5E396DC7-54B1-DE87-244F-0676C04D71DC}"/>
                  </a:ext>
                </a:extLst>
              </p14:cNvPr>
              <p14:cNvContentPartPr/>
              <p14:nvPr/>
            </p14:nvContentPartPr>
            <p14:xfrm>
              <a:off x="-203250" y="4196930"/>
              <a:ext cx="360" cy="36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5E396DC7-54B1-DE87-244F-0676C04D71D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-209370" y="4190810"/>
                <a:ext cx="12600" cy="12600"/>
              </a:xfrm>
              <a:prstGeom prst="rect">
                <a:avLst/>
              </a:prstGeom>
            </p:spPr>
          </p:pic>
        </mc:Fallback>
      </mc:AlternateContent>
      <p:pic>
        <p:nvPicPr>
          <p:cNvPr id="8" name="Picture 7">
            <a:extLst>
              <a:ext uri="{FF2B5EF4-FFF2-40B4-BE49-F238E27FC236}">
                <a16:creationId xmlns:a16="http://schemas.microsoft.com/office/drawing/2014/main" id="{895759DE-6F74-1E89-28AD-3E65218360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1461" y="836711"/>
            <a:ext cx="7547101" cy="247263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C4F75F5-5EC4-A1B7-B069-9A67FBF5162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72425" y="4009166"/>
            <a:ext cx="4388108" cy="18028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04066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30E117-D21D-CF3A-FF54-07F96C7C82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AFCE0D0-5009-8E5F-D387-FACFDD2EAE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Task 4.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225C35C-18B1-BDEC-5A37-1AFB544A6D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Grgic Anto</a:t>
            </a:r>
            <a:endParaRPr lang="en-GB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102662A-BEAA-2217-A01F-929085791F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smtClean="0"/>
              <a:pPr/>
              <a:t>13</a:t>
            </a:fld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E5DCE65-44F7-9E7A-5724-221A02A57C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7738" y="870745"/>
            <a:ext cx="7840403" cy="1118096"/>
          </a:xfrm>
        </p:spPr>
        <p:txBody>
          <a:bodyPr/>
          <a:lstStyle/>
          <a:p>
            <a:r>
              <a:rPr lang="en-US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  - Simple task to get you familiar with c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38238EF9-3C6E-8F4A-3E88-B06F56BD7867}"/>
                  </a:ext>
                </a:extLst>
              </p14:cNvPr>
              <p14:cNvContentPartPr/>
              <p14:nvPr/>
            </p14:nvContentPartPr>
            <p14:xfrm>
              <a:off x="-203250" y="4196930"/>
              <a:ext cx="360" cy="36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38238EF9-3C6E-8F4A-3E88-B06F56BD786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-209370" y="4190810"/>
                <a:ext cx="12600" cy="12600"/>
              </a:xfrm>
              <a:prstGeom prst="rect">
                <a:avLst/>
              </a:prstGeom>
            </p:spPr>
          </p:pic>
        </mc:Fallback>
      </mc:AlternateContent>
      <p:pic>
        <p:nvPicPr>
          <p:cNvPr id="10" name="Picture 9">
            <a:extLst>
              <a:ext uri="{FF2B5EF4-FFF2-40B4-BE49-F238E27FC236}">
                <a16:creationId xmlns:a16="http://schemas.microsoft.com/office/drawing/2014/main" id="{BF835478-1974-7CEE-558A-1E9857127C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5787" y="4443990"/>
            <a:ext cx="11412543" cy="154326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9864E377-E01A-32F4-BD63-30CF2E1E072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5886" y="1333979"/>
            <a:ext cx="11660227" cy="2829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85177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97223B-1A0D-93BF-468B-8C31BEDBE7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FDF8256-C196-6F2D-D299-FD1257F68C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Task 5.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1278CF0-EDC6-F3A4-D983-B014D78396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Grgic Anto</a:t>
            </a:r>
            <a:endParaRPr lang="en-GB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B03689A-3E88-8A00-83D2-2E4CD4B280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smtClean="0"/>
              <a:pPr/>
              <a:t>14</a:t>
            </a:fld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3495B79-FC19-6DE6-0834-1441D5BF7B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7738" y="870745"/>
            <a:ext cx="7840403" cy="1118096"/>
          </a:xfrm>
        </p:spPr>
        <p:txBody>
          <a:bodyPr/>
          <a:lstStyle/>
          <a:p>
            <a:endParaRPr lang="en-US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1F51F84D-C195-06D6-F825-44D3D0B14785}"/>
                  </a:ext>
                </a:extLst>
              </p14:cNvPr>
              <p14:cNvContentPartPr/>
              <p14:nvPr/>
            </p14:nvContentPartPr>
            <p14:xfrm>
              <a:off x="-203250" y="4196930"/>
              <a:ext cx="360" cy="36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1F51F84D-C195-06D6-F825-44D3D0B1478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-209370" y="4190810"/>
                <a:ext cx="12600" cy="12600"/>
              </a:xfrm>
              <a:prstGeom prst="rect">
                <a:avLst/>
              </a:prstGeom>
            </p:spPr>
          </p:pic>
        </mc:Fallback>
      </mc:AlternateContent>
      <p:pic>
        <p:nvPicPr>
          <p:cNvPr id="7" name="Picture 6">
            <a:extLst>
              <a:ext uri="{FF2B5EF4-FFF2-40B4-BE49-F238E27FC236}">
                <a16:creationId xmlns:a16="http://schemas.microsoft.com/office/drawing/2014/main" id="{D1F7942D-079B-5C94-8A6A-EFB976C459E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9336" y="692696"/>
            <a:ext cx="11228862" cy="2841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448620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85A69C-C81F-39DB-EA0F-E776E25B5B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34C2971-EDBE-87A7-6BA5-410D9B8A82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Grgic Anto</a:t>
            </a:r>
            <a:endParaRPr lang="en-GB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239C969-EDC9-4034-C46E-9D56BCED24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smtClean="0"/>
              <a:pPr/>
              <a:t>15</a:t>
            </a:fld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8B70483-9410-FACF-0934-51DAB32DDF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1461" y="870744"/>
            <a:ext cx="10648715" cy="5150545"/>
          </a:xfrm>
        </p:spPr>
        <p:txBody>
          <a:bodyPr/>
          <a:lstStyle/>
          <a:p>
            <a:pPr algn="ctr"/>
            <a:r>
              <a:rPr lang="en-US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  </a:t>
            </a:r>
            <a:r>
              <a:rPr lang="en-US" sz="32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Thank you for your attention.</a:t>
            </a:r>
            <a:br>
              <a:rPr lang="en-US" sz="32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</a:br>
            <a:br>
              <a:rPr lang="en-US" sz="32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</a:br>
            <a:r>
              <a:rPr lang="en-US" sz="32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	If you have any question write in the Olat forum or come up to me.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AEC6D648-79AD-958C-A6EA-55977F4CE9AC}"/>
                  </a:ext>
                </a:extLst>
              </p14:cNvPr>
              <p14:cNvContentPartPr/>
              <p14:nvPr/>
            </p14:nvContentPartPr>
            <p14:xfrm>
              <a:off x="-203250" y="4196930"/>
              <a:ext cx="360" cy="36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AEC6D648-79AD-958C-A6EA-55977F4CE9A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-209370" y="4190810"/>
                <a:ext cx="12600" cy="12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8116916"/>
      </p:ext>
    </p:extLst>
  </p:cSld>
  <p:clrMapOvr>
    <a:masterClrMapping/>
  </p:clrMapOvr>
</p:sld>
</file>

<file path=ppt/theme/theme1.xml><?xml version="1.0" encoding="utf-8"?>
<a:theme xmlns:a="http://schemas.openxmlformats.org/drawingml/2006/main" name="Benutzerdefiniertes Design">
  <a:themeElements>
    <a:clrScheme name="Uni Zürich">
      <a:dk1>
        <a:sysClr val="windowText" lastClr="000000"/>
      </a:dk1>
      <a:lt1>
        <a:sysClr val="window" lastClr="FFFFFF"/>
      </a:lt1>
      <a:dk2>
        <a:srgbClr val="666666"/>
      </a:dk2>
      <a:lt2>
        <a:srgbClr val="D7D7D7"/>
      </a:lt2>
      <a:accent1>
        <a:srgbClr val="0028A5"/>
      </a:accent1>
      <a:accent2>
        <a:srgbClr val="4AC9E3"/>
      </a:accent2>
      <a:accent3>
        <a:srgbClr val="A4D233"/>
      </a:accent3>
      <a:accent4>
        <a:srgbClr val="FFC845"/>
      </a:accent4>
      <a:accent5>
        <a:srgbClr val="FC4C02"/>
      </a:accent5>
      <a:accent6>
        <a:srgbClr val="BF0D3E"/>
      </a:accent6>
      <a:hlink>
        <a:srgbClr val="000000"/>
      </a:hlink>
      <a:folHlink>
        <a:srgbClr val="000000"/>
      </a:folHlink>
    </a:clrScheme>
    <a:fontScheme name="Uni Zürich">
      <a:majorFont>
        <a:latin typeface="Source Sans Pro"/>
        <a:ea typeface=""/>
        <a:cs typeface=""/>
      </a:majorFont>
      <a:minorFont>
        <a:latin typeface="Source Sans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/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defRPr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uzh-presentation-en" id="{1E472478-859B-544F-8FDA-30F40BD221B0}" vid="{E0316969-E371-664E-B793-DAC528073BF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c24777f-78b6-4f3c-a73a-d5fa08e4d537" xsi:nil="true"/>
    <lcf76f155ced4ddcb4097134ff3c332f xmlns="c9077d15-72ed-4fec-bcfe-3472729e9195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0E594130A2AF244FBF3F304D904ED593" ma:contentTypeVersion="18" ma:contentTypeDescription="Ein neues Dokument erstellen." ma:contentTypeScope="" ma:versionID="9c227ad3ab8d826471e210bb857ebfda">
  <xsd:schema xmlns:xsd="http://www.w3.org/2001/XMLSchema" xmlns:xs="http://www.w3.org/2001/XMLSchema" xmlns:p="http://schemas.microsoft.com/office/2006/metadata/properties" xmlns:ns2="c9077d15-72ed-4fec-bcfe-3472729e9195" xmlns:ns3="bc24777f-78b6-4f3c-a73a-d5fa08e4d537" targetNamespace="http://schemas.microsoft.com/office/2006/metadata/properties" ma:root="true" ma:fieldsID="2a0acd45fe6cc66a06723547185abeb0" ns2:_="" ns3:_="">
    <xsd:import namespace="c9077d15-72ed-4fec-bcfe-3472729e9195"/>
    <xsd:import namespace="bc24777f-78b6-4f3c-a73a-d5fa08e4d53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OCR" minOccurs="0"/>
                <xsd:element ref="ns2:MediaServiceAutoKeyPoints" minOccurs="0"/>
                <xsd:element ref="ns2:MediaServiceKeyPoints" minOccurs="0"/>
                <xsd:element ref="ns2:MediaServiceLocatio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9077d15-72ed-4fec-bcfe-3472729e919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LengthInSeconds" ma:index="18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0" nillable="true" ma:taxonomy="true" ma:internalName="lcf76f155ced4ddcb4097134ff3c332f" ma:taxonomyFieldName="MediaServiceImageTags" ma:displayName="Bildmarkierungen" ma:readOnly="false" ma:fieldId="{5cf76f15-5ced-4ddc-b409-7134ff3c332f}" ma:taxonomyMulti="true" ma:sspId="7fbe3b91-0d7a-4fca-85de-75d49bc052c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c24777f-78b6-4f3c-a73a-d5fa08e4d537" elementFormDefault="qualified">
    <xsd:import namespace="http://schemas.microsoft.com/office/2006/documentManagement/types"/>
    <xsd:import namespace="http://schemas.microsoft.com/office/infopath/2007/PartnerControls"/>
    <xsd:element name="TaxCatchAll" ma:index="21" nillable="true" ma:displayName="Taxonomy Catch All Column" ma:hidden="true" ma:list="{523888c3-3691-4ee2-9093-74875a1c94d8}" ma:internalName="TaxCatchAll" ma:showField="CatchAllData" ma:web="bc24777f-78b6-4f3c-a73a-d5fa08e4d53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2" nillable="true" ma:displayName="Freigegeben für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3" nillable="true" ma:displayName="Freigegeben für -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626B806-0237-4942-A1FD-5C97285908C2}">
  <ds:schemaRefs>
    <ds:schemaRef ds:uri="http://schemas.microsoft.com/office/infopath/2007/PartnerControls"/>
    <ds:schemaRef ds:uri="http://purl.org/dc/terms/"/>
    <ds:schemaRef ds:uri="http://schemas.microsoft.com/office/2006/metadata/properties"/>
    <ds:schemaRef ds:uri="http://schemas.microsoft.com/office/2006/documentManagement/types"/>
    <ds:schemaRef ds:uri="http://purl.org/dc/elements/1.1/"/>
    <ds:schemaRef ds:uri="http://schemas.openxmlformats.org/package/2006/metadata/core-properties"/>
    <ds:schemaRef ds:uri="c9077d15-72ed-4fec-bcfe-3472729e9195"/>
    <ds:schemaRef ds:uri="http://purl.org/dc/dcmitype/"/>
    <ds:schemaRef ds:uri="bc24777f-78b6-4f3c-a73a-d5fa08e4d537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4B6B7BE2-63AD-4C37-AC44-F0E4FC348E2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B8C4983-C2B9-40A5-988A-6394CBDA559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9077d15-72ed-4fec-bcfe-3472729e9195"/>
    <ds:schemaRef ds:uri="bc24777f-78b6-4f3c-a73a-d5fa08e4d53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uzh-presentation-en</Template>
  <TotalTime>1052</TotalTime>
  <Words>590</Words>
  <Application>Microsoft Office PowerPoint</Application>
  <PresentationFormat>Widescreen</PresentationFormat>
  <Paragraphs>109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Source Sans Pro</vt:lpstr>
      <vt:lpstr>Source Sans Pro SemiBold</vt:lpstr>
      <vt:lpstr>Wingdings</vt:lpstr>
      <vt:lpstr>Benutzerdefiniertes Design</vt:lpstr>
      <vt:lpstr>PowerPoint Presentation</vt:lpstr>
      <vt:lpstr>Schedule (Corrected)</vt:lpstr>
      <vt:lpstr>From last week:</vt:lpstr>
      <vt:lpstr>From last week:</vt:lpstr>
      <vt:lpstr>More c syntax</vt:lpstr>
      <vt:lpstr>Bubble sort</vt:lpstr>
      <vt:lpstr>Selection sort</vt:lpstr>
      <vt:lpstr>Insertion sort</vt:lpstr>
      <vt:lpstr>Recursion</vt:lpstr>
      <vt:lpstr>Task 1.</vt:lpstr>
      <vt:lpstr>Task 2.</vt:lpstr>
      <vt:lpstr>Task 3.</vt:lpstr>
      <vt:lpstr>Task 4.</vt:lpstr>
      <vt:lpstr>Task 5.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Anto Grgic</dc:creator>
  <dc:description>erstellt durch Vorlagenbauer.ch</dc:description>
  <cp:lastModifiedBy>Anto Grgic</cp:lastModifiedBy>
  <cp:revision>11</cp:revision>
  <dcterms:created xsi:type="dcterms:W3CDTF">2026-02-24T14:10:36Z</dcterms:created>
  <dcterms:modified xsi:type="dcterms:W3CDTF">2026-03-06T02:03:39Z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0x0101000E594130A2AF244FBF3F304D904ED593</vt:lpwstr>
  </property>
  <property fmtid="{D5CDD505-2E9C-101B-9397-08002B2CF9AE}" pid="3" name="MediaServiceImageTags">
    <vt:lpwstr/>
  </property>
</Properties>
</file>